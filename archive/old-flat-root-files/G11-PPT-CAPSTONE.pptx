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19.xml" ContentType="application/vnd.openxmlformats-officedocument.drawingml.diagramColors+xml"/>
  <Override PartName="/ppt/diagrams/colors2.xml" ContentType="application/vnd.openxmlformats-officedocument.drawingml.diagramColors+xml"/>
  <Override PartName="/ppt/diagrams/colors20.xml" ContentType="application/vnd.openxmlformats-officedocument.drawingml.diagramColors+xml"/>
  <Override PartName="/ppt/diagrams/colors21.xml" ContentType="application/vnd.openxmlformats-officedocument.drawingml.diagramColors+xml"/>
  <Override PartName="/ppt/diagrams/colors22.xml" ContentType="application/vnd.openxmlformats-officedocument.drawingml.diagramColors+xml"/>
  <Override PartName="/ppt/diagrams/colors23.xml" ContentType="application/vnd.openxmlformats-officedocument.drawingml.diagramColors+xml"/>
  <Override PartName="/ppt/diagrams/colors24.xml" ContentType="application/vnd.openxmlformats-officedocument.drawingml.diagramColors+xml"/>
  <Override PartName="/ppt/diagrams/colors25.xml" ContentType="application/vnd.openxmlformats-officedocument.drawingml.diagramColors+xml"/>
  <Override PartName="/ppt/diagrams/colors26.xml" ContentType="application/vnd.openxmlformats-officedocument.drawingml.diagramColors+xml"/>
  <Override PartName="/ppt/diagrams/colors27.xml" ContentType="application/vnd.openxmlformats-officedocument.drawingml.diagramColors+xml"/>
  <Override PartName="/ppt/diagrams/colors28.xml" ContentType="application/vnd.openxmlformats-officedocument.drawingml.diagramColors+xml"/>
  <Override PartName="/ppt/diagrams/colors29.xml" ContentType="application/vnd.openxmlformats-officedocument.drawingml.diagramColors+xml"/>
  <Override PartName="/ppt/diagrams/colors3.xml" ContentType="application/vnd.openxmlformats-officedocument.drawingml.diagramColors+xml"/>
  <Override PartName="/ppt/diagrams/colors30.xml" ContentType="application/vnd.openxmlformats-officedocument.drawingml.diagramColors+xml"/>
  <Override PartName="/ppt/diagrams/colors31.xml" ContentType="application/vnd.openxmlformats-officedocument.drawingml.diagramColors+xml"/>
  <Override PartName="/ppt/diagrams/colors32.xml" ContentType="application/vnd.openxmlformats-officedocument.drawingml.diagramColors+xml"/>
  <Override PartName="/ppt/diagrams/colors33.xml" ContentType="application/vnd.openxmlformats-officedocument.drawingml.diagramColors+xml"/>
  <Override PartName="/ppt/diagrams/colors34.xml" ContentType="application/vnd.openxmlformats-officedocument.drawingml.diagramColors+xml"/>
  <Override PartName="/ppt/diagrams/colors35.xml" ContentType="application/vnd.openxmlformats-officedocument.drawingml.diagramColors+xml"/>
  <Override PartName="/ppt/diagrams/colors36.xml" ContentType="application/vnd.openxmlformats-officedocument.drawingml.diagramColors+xml"/>
  <Override PartName="/ppt/diagrams/colors37.xml" ContentType="application/vnd.openxmlformats-officedocument.drawingml.diagramColors+xml"/>
  <Override PartName="/ppt/diagrams/colors38.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19.xml" ContentType="application/vnd.openxmlformats-officedocument.drawingml.diagramData+xml"/>
  <Override PartName="/ppt/diagrams/data2.xml" ContentType="application/vnd.openxmlformats-officedocument.drawingml.diagramData+xml"/>
  <Override PartName="/ppt/diagrams/data20.xml" ContentType="application/vnd.openxmlformats-officedocument.drawingml.diagramData+xml"/>
  <Override PartName="/ppt/diagrams/data21.xml" ContentType="application/vnd.openxmlformats-officedocument.drawingml.diagramData+xml"/>
  <Override PartName="/ppt/diagrams/data22.xml" ContentType="application/vnd.openxmlformats-officedocument.drawingml.diagramData+xml"/>
  <Override PartName="/ppt/diagrams/data23.xml" ContentType="application/vnd.openxmlformats-officedocument.drawingml.diagramData+xml"/>
  <Override PartName="/ppt/diagrams/data24.xml" ContentType="application/vnd.openxmlformats-officedocument.drawingml.diagramData+xml"/>
  <Override PartName="/ppt/diagrams/data25.xml" ContentType="application/vnd.openxmlformats-officedocument.drawingml.diagramData+xml"/>
  <Override PartName="/ppt/diagrams/data26.xml" ContentType="application/vnd.openxmlformats-officedocument.drawingml.diagramData+xml"/>
  <Override PartName="/ppt/diagrams/data27.xml" ContentType="application/vnd.openxmlformats-officedocument.drawingml.diagramData+xml"/>
  <Override PartName="/ppt/diagrams/data28.xml" ContentType="application/vnd.openxmlformats-officedocument.drawingml.diagramData+xml"/>
  <Override PartName="/ppt/diagrams/data29.xml" ContentType="application/vnd.openxmlformats-officedocument.drawingml.diagramData+xml"/>
  <Override PartName="/ppt/diagrams/data3.xml" ContentType="application/vnd.openxmlformats-officedocument.drawingml.diagramData+xml"/>
  <Override PartName="/ppt/diagrams/data30.xml" ContentType="application/vnd.openxmlformats-officedocument.drawingml.diagramData+xml"/>
  <Override PartName="/ppt/diagrams/data31.xml" ContentType="application/vnd.openxmlformats-officedocument.drawingml.diagramData+xml"/>
  <Override PartName="/ppt/diagrams/data32.xml" ContentType="application/vnd.openxmlformats-officedocument.drawingml.diagramData+xml"/>
  <Override PartName="/ppt/diagrams/data33.xml" ContentType="application/vnd.openxmlformats-officedocument.drawingml.diagramData+xml"/>
  <Override PartName="/ppt/diagrams/data34.xml" ContentType="application/vnd.openxmlformats-officedocument.drawingml.diagramData+xml"/>
  <Override PartName="/ppt/diagrams/data35.xml" ContentType="application/vnd.openxmlformats-officedocument.drawingml.diagramData+xml"/>
  <Override PartName="/ppt/diagrams/data36.xml" ContentType="application/vnd.openxmlformats-officedocument.drawingml.diagramData+xml"/>
  <Override PartName="/ppt/diagrams/data37.xml" ContentType="application/vnd.openxmlformats-officedocument.drawingml.diagramData+xml"/>
  <Override PartName="/ppt/diagrams/data38.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19.xml" ContentType="application/vnd.ms-office.drawingml.diagramDrawing+xml"/>
  <Override PartName="/ppt/diagrams/drawing2.xml" ContentType="application/vnd.ms-office.drawingml.diagramDrawing+xml"/>
  <Override PartName="/ppt/diagrams/drawing20.xml" ContentType="application/vnd.ms-office.drawingml.diagramDrawing+xml"/>
  <Override PartName="/ppt/diagrams/drawing21.xml" ContentType="application/vnd.ms-office.drawingml.diagramDrawing+xml"/>
  <Override PartName="/ppt/diagrams/drawing22.xml" ContentType="application/vnd.ms-office.drawingml.diagramDrawing+xml"/>
  <Override PartName="/ppt/diagrams/drawing23.xml" ContentType="application/vnd.ms-office.drawingml.diagramDrawing+xml"/>
  <Override PartName="/ppt/diagrams/drawing24.xml" ContentType="application/vnd.ms-office.drawingml.diagramDrawing+xml"/>
  <Override PartName="/ppt/diagrams/drawing25.xml" ContentType="application/vnd.ms-office.drawingml.diagramDrawing+xml"/>
  <Override PartName="/ppt/diagrams/drawing26.xml" ContentType="application/vnd.ms-office.drawingml.diagramDrawing+xml"/>
  <Override PartName="/ppt/diagrams/drawing27.xml" ContentType="application/vnd.ms-office.drawingml.diagramDrawing+xml"/>
  <Override PartName="/ppt/diagrams/drawing28.xml" ContentType="application/vnd.ms-office.drawingml.diagramDrawing+xml"/>
  <Override PartName="/ppt/diagrams/drawing29.xml" ContentType="application/vnd.ms-office.drawingml.diagramDrawing+xml"/>
  <Override PartName="/ppt/diagrams/drawing3.xml" ContentType="application/vnd.ms-office.drawingml.diagramDrawing+xml"/>
  <Override PartName="/ppt/diagrams/drawing30.xml" ContentType="application/vnd.ms-office.drawingml.diagramDrawing+xml"/>
  <Override PartName="/ppt/diagrams/drawing31.xml" ContentType="application/vnd.ms-office.drawingml.diagramDrawing+xml"/>
  <Override PartName="/ppt/diagrams/drawing32.xml" ContentType="application/vnd.ms-office.drawingml.diagramDrawing+xml"/>
  <Override PartName="/ppt/diagrams/drawing33.xml" ContentType="application/vnd.ms-office.drawingml.diagramDrawing+xml"/>
  <Override PartName="/ppt/diagrams/drawing34.xml" ContentType="application/vnd.ms-office.drawingml.diagramDrawing+xml"/>
  <Override PartName="/ppt/diagrams/drawing35.xml" ContentType="application/vnd.ms-office.drawingml.diagramDrawing+xml"/>
  <Override PartName="/ppt/diagrams/drawing36.xml" ContentType="application/vnd.ms-office.drawingml.diagramDrawing+xml"/>
  <Override PartName="/ppt/diagrams/drawing37.xml" ContentType="application/vnd.ms-office.drawingml.diagramDrawing+xml"/>
  <Override PartName="/ppt/diagrams/drawing38.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19.xml" ContentType="application/vnd.openxmlformats-officedocument.drawingml.diagramLayout+xml"/>
  <Override PartName="/ppt/diagrams/layout2.xml" ContentType="application/vnd.openxmlformats-officedocument.drawingml.diagramLayout+xml"/>
  <Override PartName="/ppt/diagrams/layout20.xml" ContentType="application/vnd.openxmlformats-officedocument.drawingml.diagramLayout+xml"/>
  <Override PartName="/ppt/diagrams/layout21.xml" ContentType="application/vnd.openxmlformats-officedocument.drawingml.diagramLayout+xml"/>
  <Override PartName="/ppt/diagrams/layout22.xml" ContentType="application/vnd.openxmlformats-officedocument.drawingml.diagramLayout+xml"/>
  <Override PartName="/ppt/diagrams/layout23.xml" ContentType="application/vnd.openxmlformats-officedocument.drawingml.diagramLayout+xml"/>
  <Override PartName="/ppt/diagrams/layout24.xml" ContentType="application/vnd.openxmlformats-officedocument.drawingml.diagramLayout+xml"/>
  <Override PartName="/ppt/diagrams/layout25.xml" ContentType="application/vnd.openxmlformats-officedocument.drawingml.diagramLayout+xml"/>
  <Override PartName="/ppt/diagrams/layout26.xml" ContentType="application/vnd.openxmlformats-officedocument.drawingml.diagramLayout+xml"/>
  <Override PartName="/ppt/diagrams/layout27.xml" ContentType="application/vnd.openxmlformats-officedocument.drawingml.diagramLayout+xml"/>
  <Override PartName="/ppt/diagrams/layout28.xml" ContentType="application/vnd.openxmlformats-officedocument.drawingml.diagramLayout+xml"/>
  <Override PartName="/ppt/diagrams/layout29.xml" ContentType="application/vnd.openxmlformats-officedocument.drawingml.diagramLayout+xml"/>
  <Override PartName="/ppt/diagrams/layout3.xml" ContentType="application/vnd.openxmlformats-officedocument.drawingml.diagramLayout+xml"/>
  <Override PartName="/ppt/diagrams/layout30.xml" ContentType="application/vnd.openxmlformats-officedocument.drawingml.diagramLayout+xml"/>
  <Override PartName="/ppt/diagrams/layout31.xml" ContentType="application/vnd.openxmlformats-officedocument.drawingml.diagramLayout+xml"/>
  <Override PartName="/ppt/diagrams/layout32.xml" ContentType="application/vnd.openxmlformats-officedocument.drawingml.diagramLayout+xml"/>
  <Override PartName="/ppt/diagrams/layout33.xml" ContentType="application/vnd.openxmlformats-officedocument.drawingml.diagramLayout+xml"/>
  <Override PartName="/ppt/diagrams/layout34.xml" ContentType="application/vnd.openxmlformats-officedocument.drawingml.diagramLayout+xml"/>
  <Override PartName="/ppt/diagrams/layout35.xml" ContentType="application/vnd.openxmlformats-officedocument.drawingml.diagramLayout+xml"/>
  <Override PartName="/ppt/diagrams/layout36.xml" ContentType="application/vnd.openxmlformats-officedocument.drawingml.diagramLayout+xml"/>
  <Override PartName="/ppt/diagrams/layout37.xml" ContentType="application/vnd.openxmlformats-officedocument.drawingml.diagramLayout+xml"/>
  <Override PartName="/ppt/diagrams/layout38.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19.xml" ContentType="application/vnd.openxmlformats-officedocument.drawingml.diagramStyle+xml"/>
  <Override PartName="/ppt/diagrams/quickStyle2.xml" ContentType="application/vnd.openxmlformats-officedocument.drawingml.diagramStyle+xml"/>
  <Override PartName="/ppt/diagrams/quickStyle20.xml" ContentType="application/vnd.openxmlformats-officedocument.drawingml.diagramStyle+xml"/>
  <Override PartName="/ppt/diagrams/quickStyle21.xml" ContentType="application/vnd.openxmlformats-officedocument.drawingml.diagramStyle+xml"/>
  <Override PartName="/ppt/diagrams/quickStyle22.xml" ContentType="application/vnd.openxmlformats-officedocument.drawingml.diagramStyle+xml"/>
  <Override PartName="/ppt/diagrams/quickStyle23.xml" ContentType="application/vnd.openxmlformats-officedocument.drawingml.diagramStyle+xml"/>
  <Override PartName="/ppt/diagrams/quickStyle24.xml" ContentType="application/vnd.openxmlformats-officedocument.drawingml.diagramStyle+xml"/>
  <Override PartName="/ppt/diagrams/quickStyle25.xml" ContentType="application/vnd.openxmlformats-officedocument.drawingml.diagramStyle+xml"/>
  <Override PartName="/ppt/diagrams/quickStyle26.xml" ContentType="application/vnd.openxmlformats-officedocument.drawingml.diagramStyle+xml"/>
  <Override PartName="/ppt/diagrams/quickStyle27.xml" ContentType="application/vnd.openxmlformats-officedocument.drawingml.diagramStyle+xml"/>
  <Override PartName="/ppt/diagrams/quickStyle28.xml" ContentType="application/vnd.openxmlformats-officedocument.drawingml.diagramStyle+xml"/>
  <Override PartName="/ppt/diagrams/quickStyle29.xml" ContentType="application/vnd.openxmlformats-officedocument.drawingml.diagramStyle+xml"/>
  <Override PartName="/ppt/diagrams/quickStyle3.xml" ContentType="application/vnd.openxmlformats-officedocument.drawingml.diagramStyle+xml"/>
  <Override PartName="/ppt/diagrams/quickStyle30.xml" ContentType="application/vnd.openxmlformats-officedocument.drawingml.diagramStyle+xml"/>
  <Override PartName="/ppt/diagrams/quickStyle31.xml" ContentType="application/vnd.openxmlformats-officedocument.drawingml.diagramStyle+xml"/>
  <Override PartName="/ppt/diagrams/quickStyle32.xml" ContentType="application/vnd.openxmlformats-officedocument.drawingml.diagramStyle+xml"/>
  <Override PartName="/ppt/diagrams/quickStyle33.xml" ContentType="application/vnd.openxmlformats-officedocument.drawingml.diagramStyle+xml"/>
  <Override PartName="/ppt/diagrams/quickStyle34.xml" ContentType="application/vnd.openxmlformats-officedocument.drawingml.diagramStyle+xml"/>
  <Override PartName="/ppt/diagrams/quickStyle35.xml" ContentType="application/vnd.openxmlformats-officedocument.drawingml.diagramStyle+xml"/>
  <Override PartName="/ppt/diagrams/quickStyle36.xml" ContentType="application/vnd.openxmlformats-officedocument.drawingml.diagramStyle+xml"/>
  <Override PartName="/ppt/diagrams/quickStyle37.xml" ContentType="application/vnd.openxmlformats-officedocument.drawingml.diagramStyle+xml"/>
  <Override PartName="/ppt/diagrams/quickStyle38.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8"/>
  </p:notesMasterIdLst>
  <p:sldIdLst>
    <p:sldId id="257" r:id="rId3"/>
    <p:sldId id="268" r:id="rId4"/>
    <p:sldId id="269" r:id="rId5"/>
    <p:sldId id="270" r:id="rId6"/>
    <p:sldId id="258" r:id="rId7"/>
    <p:sldId id="259" r:id="rId8"/>
    <p:sldId id="260" r:id="rId9"/>
    <p:sldId id="261" r:id="rId10"/>
    <p:sldId id="262" r:id="rId11"/>
    <p:sldId id="271" r:id="rId12"/>
    <p:sldId id="292" r:id="rId13"/>
    <p:sldId id="293" r:id="rId14"/>
    <p:sldId id="298" r:id="rId15"/>
    <p:sldId id="299" r:id="rId16"/>
    <p:sldId id="300" r:id="rId17"/>
    <p:sldId id="301" r:id="rId18"/>
    <p:sldId id="294" r:id="rId19"/>
    <p:sldId id="303" r:id="rId20"/>
    <p:sldId id="304" r:id="rId21"/>
    <p:sldId id="305" r:id="rId22"/>
    <p:sldId id="280" r:id="rId23"/>
    <p:sldId id="309" r:id="rId24"/>
    <p:sldId id="310" r:id="rId25"/>
    <p:sldId id="311" r:id="rId26"/>
    <p:sldId id="286" r:id="rId27"/>
    <p:sldId id="287" r:id="rId28"/>
    <p:sldId id="306" r:id="rId29"/>
    <p:sldId id="307" r:id="rId30"/>
    <p:sldId id="308" r:id="rId31"/>
    <p:sldId id="312" r:id="rId32"/>
    <p:sldId id="313" r:id="rId33"/>
    <p:sldId id="314" r:id="rId34"/>
    <p:sldId id="315" r:id="rId35"/>
    <p:sldId id="316" r:id="rId36"/>
    <p:sldId id="317" r:id="rId37"/>
    <p:sldId id="318" r:id="rId39"/>
    <p:sldId id="319" r:id="rId40"/>
    <p:sldId id="320" r:id="rId41"/>
    <p:sldId id="288" r:id="rId42"/>
    <p:sldId id="289" r:id="rId43"/>
    <p:sldId id="290" r:id="rId44"/>
    <p:sldId id="302" r:id="rId45"/>
    <p:sldId id="29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1"/>
    <p:restoredTop sz="94658"/>
  </p:normalViewPr>
  <p:slideViewPr>
    <p:cSldViewPr snapToGrid="0">
      <p:cViewPr varScale="1">
        <p:scale>
          <a:sx n="102" d="100"/>
          <a:sy n="102" d="100"/>
        </p:scale>
        <p:origin x="200"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400" b="1" dirty="0">
              <a:solidFill>
                <a:schemeClr val="tx1"/>
              </a:solidFill>
            </a:rPr>
            <a:t>INTRODUCTION</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500" b="1" dirty="0"/>
            <a:t>PROJECT CONTEXT</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500" b="1" dirty="0"/>
            <a:t>LITERATURE REVIEW (THEMES)</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500" b="1" dirty="0"/>
            <a:t>PROJECT OBJECTIVES</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500" b="1" dirty="0"/>
            <a:t>SCOPE AND LIMITATIONS</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110781" custScaleY="50549"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4"/>
      <dgm:spPr/>
    </dgm:pt>
    <dgm:pt modelId="{A49AC36B-B841-8040-8A7F-E096B3097D40}" type="pres">
      <dgm:prSet presAssocID="{A193DC30-7AA4-8F45-94E1-D8409D613215}" presName="childText" presStyleLbl="bgAcc1" presStyleIdx="0" presStyleCnt="4" custScaleX="111359" custScaleY="49371">
        <dgm:presLayoutVars>
          <dgm:bulletEnabled val="1"/>
        </dgm:presLayoutVars>
      </dgm:prSet>
      <dgm:spPr/>
    </dgm:pt>
    <dgm:pt modelId="{A31129D5-7A28-5F43-BC8F-F26638B60EB3}" type="pres">
      <dgm:prSet presAssocID="{2C2B7EAF-F0D0-B84A-A51F-0B0AE9E6FAC3}" presName="Name13" presStyleLbl="parChTrans1D2" presStyleIdx="1" presStyleCnt="4"/>
      <dgm:spPr/>
    </dgm:pt>
    <dgm:pt modelId="{7CFB17C0-7D78-934E-9D1E-8A4C8C7F6C1F}" type="pres">
      <dgm:prSet presAssocID="{CC69FECA-93AA-6845-87DF-680A103E257B}" presName="childText" presStyleLbl="bgAcc1" presStyleIdx="1" presStyleCnt="4" custScaleX="111359" custScaleY="49371">
        <dgm:presLayoutVars>
          <dgm:bulletEnabled val="1"/>
        </dgm:presLayoutVars>
      </dgm:prSet>
      <dgm:spPr/>
    </dgm:pt>
    <dgm:pt modelId="{4CB1529D-DD40-8941-AA19-8C2A07F2DFD0}" type="pres">
      <dgm:prSet presAssocID="{5670801A-6C6C-C541-BBA9-7B8B29143208}" presName="Name13" presStyleLbl="parChTrans1D2" presStyleIdx="2" presStyleCnt="4"/>
      <dgm:spPr/>
    </dgm:pt>
    <dgm:pt modelId="{BA2CCC51-5FC9-CD41-A411-D67BEA2AF108}" type="pres">
      <dgm:prSet presAssocID="{DAED5489-332D-F340-95D4-AB0748F86E36}" presName="childText" presStyleLbl="bgAcc1" presStyleIdx="2" presStyleCnt="4" custScaleX="111359" custScaleY="49371">
        <dgm:presLayoutVars>
          <dgm:bulletEnabled val="1"/>
        </dgm:presLayoutVars>
      </dgm:prSet>
      <dgm:spPr/>
    </dgm:pt>
    <dgm:pt modelId="{20C55199-2EFC-BD49-BD66-678A13C72241}" type="pres">
      <dgm:prSet presAssocID="{15888E78-97F8-C24C-B803-18D21A168BC6}" presName="Name13" presStyleLbl="parChTrans1D2" presStyleIdx="3" presStyleCnt="4"/>
      <dgm:spPr/>
    </dgm:pt>
    <dgm:pt modelId="{A61EE737-1306-0A4D-8915-CAA598984A3F}" type="pres">
      <dgm:prSet presAssocID="{6EB2A584-11A8-C044-9C86-8C4606C1C0E3}" presName="childText" presStyleLbl="bgAcc1" presStyleIdx="3" presStyleCnt="4" custScaleX="111359" custScaleY="49371">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400" b="1" dirty="0">
              <a:solidFill>
                <a:schemeClr val="tx1"/>
              </a:solidFill>
            </a:rPr>
            <a:t>INTRODUCTION</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800" b="1" dirty="0">
              <a:solidFill>
                <a:srgbClr val="C00000"/>
              </a:solidFill>
            </a:rPr>
            <a:t>PROJECT CONTEXT</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500" b="1" dirty="0"/>
            <a:t>LITERATURE REVIEW(THEMES)</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500" b="1" dirty="0"/>
            <a:t>SCOPE AND LIMITATIONS</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27F8A414-3CAE-B943-B68A-8895930C1220}">
      <dgm:prSet custT="1"/>
      <dgm:spPr/>
      <dgm:t>
        <a:bodyPr/>
        <a:lstStyle/>
        <a:p>
          <a:r>
            <a:rPr lang="en-US" sz="1500" b="1"/>
            <a:t>PROJECT OBJECTIVES</a:t>
          </a:r>
          <a:endParaRPr lang="en-US" sz="1500"/>
        </a:p>
      </dgm:t>
    </dgm:pt>
    <dgm:pt modelId="{2981C092-A3E2-7645-8534-33CD5C73EF41}" cxnId="{3BEC1863-55D9-634E-9B46-A3399DC20900}" type="parTrans">
      <dgm:prSet/>
      <dgm:spPr/>
      <dgm:t>
        <a:bodyPr/>
        <a:lstStyle/>
        <a:p>
          <a:endParaRPr lang="en-US"/>
        </a:p>
      </dgm:t>
    </dgm:pt>
    <dgm:pt modelId="{6A2DCFB9-2C03-E048-8BA8-2140E0C92244}" cxnId="{3BEC1863-55D9-634E-9B46-A3399DC20900}"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110924" custScaleY="47948"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4"/>
      <dgm:spPr/>
    </dgm:pt>
    <dgm:pt modelId="{A49AC36B-B841-8040-8A7F-E096B3097D40}" type="pres">
      <dgm:prSet presAssocID="{A193DC30-7AA4-8F45-94E1-D8409D613215}" presName="childText" presStyleLbl="bgAcc1" presStyleIdx="0" presStyleCnt="4" custScaleX="154411" custScaleY="48072">
        <dgm:presLayoutVars>
          <dgm:bulletEnabled val="1"/>
        </dgm:presLayoutVars>
      </dgm:prSet>
      <dgm:spPr/>
    </dgm:pt>
    <dgm:pt modelId="{A31129D5-7A28-5F43-BC8F-F26638B60EB3}" type="pres">
      <dgm:prSet presAssocID="{2C2B7EAF-F0D0-B84A-A51F-0B0AE9E6FAC3}" presName="Name13" presStyleLbl="parChTrans1D2" presStyleIdx="1" presStyleCnt="4"/>
      <dgm:spPr/>
    </dgm:pt>
    <dgm:pt modelId="{7CFB17C0-7D78-934E-9D1E-8A4C8C7F6C1F}" type="pres">
      <dgm:prSet presAssocID="{CC69FECA-93AA-6845-87DF-680A103E257B}" presName="childText" presStyleLbl="bgAcc1" presStyleIdx="1" presStyleCnt="4" custScaleX="117723" custScaleY="42079">
        <dgm:presLayoutVars>
          <dgm:bulletEnabled val="1"/>
        </dgm:presLayoutVars>
      </dgm:prSet>
      <dgm:spPr/>
    </dgm:pt>
    <dgm:pt modelId="{7AFC937E-8BED-BA45-BFF5-18B0F44EFB9C}" type="pres">
      <dgm:prSet presAssocID="{2981C092-A3E2-7645-8534-33CD5C73EF41}" presName="Name13" presStyleLbl="parChTrans1D2" presStyleIdx="2" presStyleCnt="4"/>
      <dgm:spPr/>
    </dgm:pt>
    <dgm:pt modelId="{28C37E9A-ED4E-4246-AAB3-10E48FEFC10E}" type="pres">
      <dgm:prSet presAssocID="{27F8A414-3CAE-B943-B68A-8895930C1220}" presName="childText" presStyleLbl="bgAcc1" presStyleIdx="2" presStyleCnt="4" custScaleX="117723" custScaleY="38538">
        <dgm:presLayoutVars>
          <dgm:bulletEnabled val="1"/>
        </dgm:presLayoutVars>
      </dgm:prSet>
      <dgm:spPr/>
    </dgm:pt>
    <dgm:pt modelId="{4CB1529D-DD40-8941-AA19-8C2A07F2DFD0}" type="pres">
      <dgm:prSet presAssocID="{5670801A-6C6C-C541-BBA9-7B8B29143208}" presName="Name13" presStyleLbl="parChTrans1D2" presStyleIdx="3" presStyleCnt="4"/>
      <dgm:spPr/>
    </dgm:pt>
    <dgm:pt modelId="{BA2CCC51-5FC9-CD41-A411-D67BEA2AF108}" type="pres">
      <dgm:prSet presAssocID="{DAED5489-332D-F340-95D4-AB0748F86E36}" presName="childText" presStyleLbl="bgAcc1" presStyleIdx="3" presStyleCnt="4" custScaleX="117723" custScaleY="33439">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3"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3BEC1863-55D9-634E-9B46-A3399DC20900}" srcId="{89000C22-FEA5-384E-9C5D-5DBFD16F50E3}" destId="{27F8A414-3CAE-B943-B68A-8895930C1220}" srcOrd="2" destOrd="0" parTransId="{2981C092-A3E2-7645-8534-33CD5C73EF41}" sibTransId="{6A2DCFB9-2C03-E048-8BA8-2140E0C92244}"/>
    <dgm:cxn modelId="{6271C47A-40EF-454A-9E1F-DA5E6190CE30}" srcId="{89000C22-FEA5-384E-9C5D-5DBFD16F50E3}" destId="{CC69FECA-93AA-6845-87DF-680A103E257B}" srcOrd="1" destOrd="0" parTransId="{2C2B7EAF-F0D0-B84A-A51F-0B0AE9E6FAC3}" sibTransId="{3AB3436D-6D59-FA43-9CCF-D67495F3AD93}"/>
    <dgm:cxn modelId="{58E7A67C-31B5-104C-B021-C2142C19AB6D}" type="presOf" srcId="{2981C092-A3E2-7645-8534-33CD5C73EF41}" destId="{7AFC937E-8BED-BA45-BFF5-18B0F44EFB9C}"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F47C59E4-F03F-904D-A661-F20FEAA97E93}" type="presOf" srcId="{27F8A414-3CAE-B943-B68A-8895930C1220}" destId="{28C37E9A-ED4E-4246-AAB3-10E48FEFC10E}"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95A5E7CF-51E4-3C45-9A18-43F9E64F47C8}" type="presParOf" srcId="{626C2B61-5D1A-A247-B3C0-7F0637E532F7}" destId="{7AFC937E-8BED-BA45-BFF5-18B0F44EFB9C}" srcOrd="4" destOrd="0" presId="urn:microsoft.com/office/officeart/2005/8/layout/hierarchy3"/>
    <dgm:cxn modelId="{E8049B42-CE2F-134A-8854-179DDE174620}" type="presParOf" srcId="{626C2B61-5D1A-A247-B3C0-7F0637E532F7}" destId="{28C37E9A-ED4E-4246-AAB3-10E48FEFC10E}" srcOrd="5" destOrd="0" presId="urn:microsoft.com/office/officeart/2005/8/layout/hierarchy3"/>
    <dgm:cxn modelId="{61E3C043-63DC-4A44-97B4-23FEF44C70A9}" type="presParOf" srcId="{626C2B61-5D1A-A247-B3C0-7F0637E532F7}" destId="{4CB1529D-DD40-8941-AA19-8C2A07F2DFD0}" srcOrd="6" destOrd="0" presId="urn:microsoft.com/office/officeart/2005/8/layout/hierarchy3"/>
    <dgm:cxn modelId="{C02ABC13-DC33-6E4D-88E4-2B07B8F963CA}" type="presParOf" srcId="{626C2B61-5D1A-A247-B3C0-7F0637E532F7}" destId="{BA2CCC51-5FC9-CD41-A411-D67BEA2AF108}"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400" b="1" dirty="0">
              <a:solidFill>
                <a:schemeClr val="tx1"/>
              </a:solidFill>
            </a:rPr>
            <a:t>INTRODUCTION</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500" b="1" dirty="0"/>
            <a:t>PROJECT CONTEXT</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800" b="1" dirty="0">
              <a:solidFill>
                <a:srgbClr val="C00000"/>
              </a:solidFill>
            </a:rPr>
            <a:t>LITERATURE REVIEW (THEMES)</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500" b="1" dirty="0"/>
            <a:t>PROJECT OBJECTIVES</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500" b="1" dirty="0"/>
            <a:t>SCOPE AND LIMITATIONS</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108802" custScaleY="49104"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4"/>
      <dgm:spPr/>
    </dgm:pt>
    <dgm:pt modelId="{A49AC36B-B841-8040-8A7F-E096B3097D40}" type="pres">
      <dgm:prSet presAssocID="{A193DC30-7AA4-8F45-94E1-D8409D613215}" presName="childText" presStyleLbl="bgAcc1" presStyleIdx="0" presStyleCnt="4" custScaleX="105751" custScaleY="38110">
        <dgm:presLayoutVars>
          <dgm:bulletEnabled val="1"/>
        </dgm:presLayoutVars>
      </dgm:prSet>
      <dgm:spPr/>
    </dgm:pt>
    <dgm:pt modelId="{A31129D5-7A28-5F43-BC8F-F26638B60EB3}" type="pres">
      <dgm:prSet presAssocID="{2C2B7EAF-F0D0-B84A-A51F-0B0AE9E6FAC3}" presName="Name13" presStyleLbl="parChTrans1D2" presStyleIdx="1" presStyleCnt="4"/>
      <dgm:spPr/>
    </dgm:pt>
    <dgm:pt modelId="{7CFB17C0-7D78-934E-9D1E-8A4C8C7F6C1F}" type="pres">
      <dgm:prSet presAssocID="{CC69FECA-93AA-6845-87DF-680A103E257B}" presName="childText" presStyleLbl="bgAcc1" presStyleIdx="1" presStyleCnt="4" custScaleX="163792" custScaleY="51368">
        <dgm:presLayoutVars>
          <dgm:bulletEnabled val="1"/>
        </dgm:presLayoutVars>
      </dgm:prSet>
      <dgm:spPr/>
    </dgm:pt>
    <dgm:pt modelId="{4CB1529D-DD40-8941-AA19-8C2A07F2DFD0}" type="pres">
      <dgm:prSet presAssocID="{5670801A-6C6C-C541-BBA9-7B8B29143208}" presName="Name13" presStyleLbl="parChTrans1D2" presStyleIdx="2" presStyleCnt="4"/>
      <dgm:spPr/>
    </dgm:pt>
    <dgm:pt modelId="{BA2CCC51-5FC9-CD41-A411-D67BEA2AF108}" type="pres">
      <dgm:prSet presAssocID="{DAED5489-332D-F340-95D4-AB0748F86E36}" presName="childText" presStyleLbl="bgAcc1" presStyleIdx="2" presStyleCnt="4" custScaleX="105751" custScaleY="38110">
        <dgm:presLayoutVars>
          <dgm:bulletEnabled val="1"/>
        </dgm:presLayoutVars>
      </dgm:prSet>
      <dgm:spPr/>
    </dgm:pt>
    <dgm:pt modelId="{20C55199-2EFC-BD49-BD66-678A13C72241}" type="pres">
      <dgm:prSet presAssocID="{15888E78-97F8-C24C-B803-18D21A168BC6}" presName="Name13" presStyleLbl="parChTrans1D2" presStyleIdx="3" presStyleCnt="4"/>
      <dgm:spPr/>
    </dgm:pt>
    <dgm:pt modelId="{A61EE737-1306-0A4D-8915-CAA598984A3F}" type="pres">
      <dgm:prSet presAssocID="{6EB2A584-11A8-C044-9C86-8C4606C1C0E3}" presName="childText" presStyleLbl="bgAcc1" presStyleIdx="3" presStyleCnt="4" custScaleX="105751" custScaleY="38110">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886C307-5AC0-E94F-AFBC-B1E26CEDE08C}" type="doc">
      <dgm:prSet loTypeId="hierarchy"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400" b="1" dirty="0">
              <a:solidFill>
                <a:schemeClr val="tx1"/>
              </a:solidFill>
            </a:rPr>
            <a:t>INTRODUCTION</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500" b="1" dirty="0"/>
            <a:t>PROJECT CONTEXT</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500" b="1" dirty="0"/>
            <a:t>LITERATURE REVIEW (THEMES)</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800" b="1" dirty="0">
              <a:solidFill>
                <a:srgbClr val="C00000"/>
              </a:solidFill>
            </a:rPr>
            <a:t>PROJECT OBJECTIVES</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500" b="1" dirty="0"/>
            <a:t>SCOPE AND LIMITATIONS</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99406" custScaleY="34683"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4"/>
      <dgm:spPr/>
    </dgm:pt>
    <dgm:pt modelId="{A49AC36B-B841-8040-8A7F-E096B3097D40}" type="pres">
      <dgm:prSet presAssocID="{A193DC30-7AA4-8F45-94E1-D8409D613215}" presName="childText" presStyleLbl="bgAcc1" presStyleIdx="0" presStyleCnt="4" custScaleX="110513" custScaleY="30560">
        <dgm:presLayoutVars>
          <dgm:bulletEnabled val="1"/>
        </dgm:presLayoutVars>
      </dgm:prSet>
      <dgm:spPr/>
    </dgm:pt>
    <dgm:pt modelId="{A31129D5-7A28-5F43-BC8F-F26638B60EB3}" type="pres">
      <dgm:prSet presAssocID="{2C2B7EAF-F0D0-B84A-A51F-0B0AE9E6FAC3}" presName="Name13" presStyleLbl="parChTrans1D2" presStyleIdx="1" presStyleCnt="4"/>
      <dgm:spPr/>
    </dgm:pt>
    <dgm:pt modelId="{7CFB17C0-7D78-934E-9D1E-8A4C8C7F6C1F}" type="pres">
      <dgm:prSet presAssocID="{CC69FECA-93AA-6845-87DF-680A103E257B}" presName="childText" presStyleLbl="bgAcc1" presStyleIdx="1" presStyleCnt="4" custScaleX="110513" custScaleY="30560">
        <dgm:presLayoutVars>
          <dgm:bulletEnabled val="1"/>
        </dgm:presLayoutVars>
      </dgm:prSet>
      <dgm:spPr/>
    </dgm:pt>
    <dgm:pt modelId="{4CB1529D-DD40-8941-AA19-8C2A07F2DFD0}" type="pres">
      <dgm:prSet presAssocID="{5670801A-6C6C-C541-BBA9-7B8B29143208}" presName="Name13" presStyleLbl="parChTrans1D2" presStyleIdx="2" presStyleCnt="4"/>
      <dgm:spPr/>
    </dgm:pt>
    <dgm:pt modelId="{BA2CCC51-5FC9-CD41-A411-D67BEA2AF108}" type="pres">
      <dgm:prSet presAssocID="{DAED5489-332D-F340-95D4-AB0748F86E36}" presName="childText" presStyleLbl="bgAcc1" presStyleIdx="2" presStyleCnt="4" custScaleX="141680" custScaleY="41711" custLinFactNeighborX="1499" custLinFactNeighborY="-553">
        <dgm:presLayoutVars>
          <dgm:bulletEnabled val="1"/>
        </dgm:presLayoutVars>
      </dgm:prSet>
      <dgm:spPr/>
    </dgm:pt>
    <dgm:pt modelId="{20C55199-2EFC-BD49-BD66-678A13C72241}" type="pres">
      <dgm:prSet presAssocID="{15888E78-97F8-C24C-B803-18D21A168BC6}" presName="Name13" presStyleLbl="parChTrans1D2" presStyleIdx="3" presStyleCnt="4"/>
      <dgm:spPr/>
    </dgm:pt>
    <dgm:pt modelId="{A61EE737-1306-0A4D-8915-CAA598984A3F}" type="pres">
      <dgm:prSet presAssocID="{6EB2A584-11A8-C044-9C86-8C4606C1C0E3}" presName="childText" presStyleLbl="bgAcc1" presStyleIdx="3" presStyleCnt="4" custScaleX="110513" custScaleY="30560">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1800" b="1" dirty="0">
              <a:solidFill>
                <a:schemeClr val="tx1"/>
              </a:solidFill>
            </a:rPr>
            <a:t>INTRODUCTION</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500" b="1" dirty="0"/>
            <a:t>BACKGROUND OF THE STUDY</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500" b="1" dirty="0"/>
            <a:t>LITERATURE REVIEW (THEMES</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500" b="1" dirty="0"/>
            <a:t>THEORETICAL FRAMEWROK</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800" b="1" dirty="0">
              <a:solidFill>
                <a:srgbClr val="C00000"/>
              </a:solidFill>
            </a:rPr>
            <a:t>SCOPE AND LIMITATIONS</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77045" custScaleY="23958"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4"/>
      <dgm:spPr/>
    </dgm:pt>
    <dgm:pt modelId="{A49AC36B-B841-8040-8A7F-E096B3097D40}" type="pres">
      <dgm:prSet presAssocID="{A193DC30-7AA4-8F45-94E1-D8409D613215}" presName="childText" presStyleLbl="bgAcc1" presStyleIdx="0" presStyleCnt="4" custScaleX="94754" custScaleY="23430" custLinFactNeighborX="3283" custLinFactNeighborY="875">
        <dgm:presLayoutVars>
          <dgm:bulletEnabled val="1"/>
        </dgm:presLayoutVars>
      </dgm:prSet>
      <dgm:spPr/>
    </dgm:pt>
    <dgm:pt modelId="{A31129D5-7A28-5F43-BC8F-F26638B60EB3}" type="pres">
      <dgm:prSet presAssocID="{2C2B7EAF-F0D0-B84A-A51F-0B0AE9E6FAC3}" presName="Name13" presStyleLbl="parChTrans1D2" presStyleIdx="1" presStyleCnt="4"/>
      <dgm:spPr/>
    </dgm:pt>
    <dgm:pt modelId="{7CFB17C0-7D78-934E-9D1E-8A4C8C7F6C1F}" type="pres">
      <dgm:prSet presAssocID="{CC69FECA-93AA-6845-87DF-680A103E257B}" presName="childText" presStyleLbl="bgAcc1" presStyleIdx="1" presStyleCnt="4" custScaleX="94754" custScaleY="19182" custLinFactNeighborX="2462" custLinFactNeighborY="2723">
        <dgm:presLayoutVars>
          <dgm:bulletEnabled val="1"/>
        </dgm:presLayoutVars>
      </dgm:prSet>
      <dgm:spPr/>
    </dgm:pt>
    <dgm:pt modelId="{4CB1529D-DD40-8941-AA19-8C2A07F2DFD0}" type="pres">
      <dgm:prSet presAssocID="{5670801A-6C6C-C541-BBA9-7B8B29143208}" presName="Name13" presStyleLbl="parChTrans1D2" presStyleIdx="2" presStyleCnt="4"/>
      <dgm:spPr/>
    </dgm:pt>
    <dgm:pt modelId="{BA2CCC51-5FC9-CD41-A411-D67BEA2AF108}" type="pres">
      <dgm:prSet presAssocID="{DAED5489-332D-F340-95D4-AB0748F86E36}" presName="childText" presStyleLbl="bgAcc1" presStyleIdx="2" presStyleCnt="4" custScaleX="94754" custScaleY="21580" custLinFactNeighborX="2189" custLinFactNeighborY="438">
        <dgm:presLayoutVars>
          <dgm:bulletEnabled val="1"/>
        </dgm:presLayoutVars>
      </dgm:prSet>
      <dgm:spPr/>
    </dgm:pt>
    <dgm:pt modelId="{20C55199-2EFC-BD49-BD66-678A13C72241}" type="pres">
      <dgm:prSet presAssocID="{15888E78-97F8-C24C-B803-18D21A168BC6}" presName="Name13" presStyleLbl="parChTrans1D2" presStyleIdx="3" presStyleCnt="4"/>
      <dgm:spPr/>
    </dgm:pt>
    <dgm:pt modelId="{A61EE737-1306-0A4D-8915-CAA598984A3F}" type="pres">
      <dgm:prSet presAssocID="{6EB2A584-11A8-C044-9C86-8C4606C1C0E3}" presName="childText" presStyleLbl="bgAcc1" presStyleIdx="3" presStyleCnt="4" custScaleX="116557" custScaleY="25679" custLinFactNeighborX="1642" custLinFactNeighborY="33">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18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000" b="1" dirty="0"/>
            <a:t>ALGORITHMS / FRAMEWORK USED</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6BE0A663-F1F0-F143-A510-92FFAC4DF6F5}">
      <dgm:prSet custT="1"/>
      <dgm:spPr/>
      <dgm:t>
        <a:bodyPr/>
        <a:lstStyle/>
        <a:p>
          <a:r>
            <a:rPr lang="en-US" sz="1000" b="1" dirty="0"/>
            <a:t>USE CASE DIAGRAM</a:t>
          </a:r>
        </a:p>
      </dgm:t>
    </dgm:pt>
    <dgm:pt modelId="{34BB3D5C-0C0D-BF40-B9AB-9FD747606589}" cxnId="{E508AFF5-1BB1-FA48-8B70-3E44FA4044D3}" type="parTrans">
      <dgm:prSet/>
      <dgm:spPr/>
      <dgm:t>
        <a:bodyPr/>
        <a:lstStyle/>
        <a:p>
          <a:endParaRPr lang="en-US"/>
        </a:p>
      </dgm:t>
    </dgm:pt>
    <dgm:pt modelId="{B18EC689-E4B3-1A4B-AAB2-D2C5DACBF777}" cxnId="{E508AFF5-1BB1-FA48-8B70-3E44FA4044D3}" type="sibTrans">
      <dgm:prSet/>
      <dgm:spPr/>
      <dgm:t>
        <a:bodyPr/>
        <a:lstStyle/>
        <a:p>
          <a:endParaRPr lang="en-US"/>
        </a:p>
      </dgm:t>
    </dgm:pt>
    <dgm:pt modelId="{D293A9B4-48F1-1241-AA5D-7380F2A1453A}">
      <dgm:prSet custT="1"/>
      <dgm:spPr/>
      <dgm:t>
        <a:bodyPr/>
        <a:lstStyle/>
        <a:p>
          <a:r>
            <a:rPr lang="en-US" sz="1000" b="1" dirty="0"/>
            <a:t>ACTIVITY DIAGRAM</a:t>
          </a:r>
        </a:p>
      </dgm:t>
    </dgm:pt>
    <dgm:pt modelId="{A944ACCF-5851-DD4B-9006-2E5A8E85B2E9}" cxnId="{329FB177-EB7C-8943-9113-194589B027F4}" type="parTrans">
      <dgm:prSet/>
      <dgm:spPr/>
      <dgm:t>
        <a:bodyPr/>
        <a:lstStyle/>
        <a:p>
          <a:endParaRPr lang="en-US"/>
        </a:p>
      </dgm:t>
    </dgm:pt>
    <dgm:pt modelId="{6757D6AF-8A76-A649-B82D-23527E4243CF}" cxnId="{329FB177-EB7C-8943-9113-194589B027F4}" type="sibTrans">
      <dgm:prSet/>
      <dgm:spPr/>
      <dgm:t>
        <a:bodyPr/>
        <a:lstStyle/>
        <a:p>
          <a:endParaRPr lang="en-US"/>
        </a:p>
      </dgm:t>
    </dgm:pt>
    <dgm:pt modelId="{A09B68C4-C218-E049-8AB2-2CDE28125ED4}">
      <dgm:prSet custT="1"/>
      <dgm:spPr/>
      <dgm:t>
        <a:bodyPr/>
        <a:lstStyle/>
        <a:p>
          <a:r>
            <a:rPr lang="en-US" sz="1000" b="1" dirty="0"/>
            <a:t>SEQUENCE DIAGRAM</a:t>
          </a:r>
        </a:p>
      </dgm:t>
    </dgm:pt>
    <dgm:pt modelId="{7DF24175-2A4A-9F4D-8ABE-A0B512C285BE}" cxnId="{5F86FA0A-6D39-1941-B15B-A8208011F73E}" type="parTrans">
      <dgm:prSet/>
      <dgm:spPr/>
      <dgm:t>
        <a:bodyPr/>
        <a:lstStyle/>
        <a:p>
          <a:endParaRPr lang="en-US"/>
        </a:p>
      </dgm:t>
    </dgm:pt>
    <dgm:pt modelId="{ECB13115-83EC-724E-89D0-0F35152A284C}" cxnId="{5F86FA0A-6D39-1941-B15B-A8208011F73E}" type="sibTrans">
      <dgm:prSet/>
      <dgm:spPr/>
      <dgm:t>
        <a:bodyPr/>
        <a:lstStyle/>
        <a:p>
          <a:endParaRPr lang="en-US"/>
        </a:p>
      </dgm:t>
    </dgm:pt>
    <dgm:pt modelId="{0D065789-B03C-AA40-957C-30D479A316A7}">
      <dgm:prSet custT="1"/>
      <dgm:spPr/>
      <dgm:t>
        <a:bodyPr/>
        <a:lstStyle/>
        <a:p>
          <a:r>
            <a:rPr lang="en-US" sz="1000" b="1" dirty="0"/>
            <a:t>ERD (DATABASE DESIGN)</a:t>
          </a:r>
        </a:p>
      </dgm:t>
    </dgm:pt>
    <dgm:pt modelId="{C74E7929-80E9-3D42-8592-A5DE793BB549}" cxnId="{31F68BE9-6516-5F4F-BCE6-CF692DD582C4}" type="parTrans">
      <dgm:prSet/>
      <dgm:spPr/>
      <dgm:t>
        <a:bodyPr/>
        <a:lstStyle/>
        <a:p>
          <a:endParaRPr lang="en-US"/>
        </a:p>
      </dgm:t>
    </dgm:pt>
    <dgm:pt modelId="{A5EA4C80-4AE3-8B4C-914A-5D7C635D8BD4}" cxnId="{31F68BE9-6516-5F4F-BCE6-CF692DD582C4}" type="sibTrans">
      <dgm:prSet/>
      <dgm:spPr/>
      <dgm:t>
        <a:bodyPr/>
        <a:lstStyle/>
        <a:p>
          <a:endParaRPr lang="en-US"/>
        </a:p>
      </dgm:t>
    </dgm:pt>
    <dgm:pt modelId="{6CBA46DC-F2F4-2C40-8BBF-888628B1ACA1}">
      <dgm:prSet custT="1"/>
      <dgm:spPr/>
      <dgm:t>
        <a:bodyPr/>
        <a:lstStyle/>
        <a:p>
          <a:r>
            <a:rPr lang="en-US" sz="1000" b="1" dirty="0"/>
            <a:t>USER INTERFACE DESIGN (PROTOTYPE)</a:t>
          </a:r>
        </a:p>
      </dgm:t>
    </dgm:pt>
    <dgm:pt modelId="{9BE77259-E55B-4341-83DA-16EC4DC5DBEB}" cxnId="{A4F75C98-915F-2746-AC5D-2D34D30F2265}" type="parTrans">
      <dgm:prSet/>
      <dgm:spPr/>
      <dgm:t>
        <a:bodyPr/>
        <a:lstStyle/>
        <a:p>
          <a:endParaRPr lang="en-US"/>
        </a:p>
      </dgm:t>
    </dgm:pt>
    <dgm:pt modelId="{634F41CD-6E64-BE4B-80DA-528CDEF29DB0}" cxnId="{A4F75C98-915F-2746-AC5D-2D34D30F2265}" type="sibTrans">
      <dgm:prSet/>
      <dgm:spPr/>
      <dgm:t>
        <a:bodyPr/>
        <a:lstStyle/>
        <a:p>
          <a:endParaRPr lang="en-US"/>
        </a:p>
      </dgm:t>
    </dgm:pt>
    <dgm:pt modelId="{33208721-FA9C-1242-8FE6-C0BC7B3D9116}">
      <dgm:prSet custT="1"/>
      <dgm:spPr/>
      <dgm:t>
        <a:bodyPr/>
        <a:lstStyle/>
        <a:p>
          <a:r>
            <a:rPr lang="en-US" sz="800" b="1" dirty="0"/>
            <a:t>SOFTWARE PLATFORMS,DEVELOPMENT, ENVIRONMENTS AND TOOLS</a:t>
          </a:r>
        </a:p>
      </dgm:t>
    </dgm:pt>
    <dgm:pt modelId="{A102E40D-C329-BC4E-A04B-45787AC7028F}" cxnId="{254485FC-884F-F84D-8A11-CAEC696399EE}" type="parTrans">
      <dgm:prSet/>
      <dgm:spPr/>
      <dgm:t>
        <a:bodyPr/>
        <a:lstStyle/>
        <a:p>
          <a:endParaRPr lang="en-US"/>
        </a:p>
      </dgm:t>
    </dgm:pt>
    <dgm:pt modelId="{74D725C6-428C-9841-BE01-A596EB5B06EE}" cxnId="{254485FC-884F-F84D-8A11-CAEC696399EE}" type="sibTrans">
      <dgm:prSet/>
      <dgm:spPr/>
      <dgm:t>
        <a:bodyPr/>
        <a:lstStyle/>
        <a:p>
          <a:endParaRPr lang="en-US"/>
        </a:p>
      </dgm:t>
    </dgm:pt>
    <dgm:pt modelId="{51D37AE8-7661-8E4E-AD3F-DC6EA14EC23D}">
      <dgm:prSet custT="1"/>
      <dgm:spPr/>
      <dgm:t>
        <a:bodyPr/>
        <a:lstStyle/>
        <a:p>
          <a:r>
            <a:rPr lang="en-US" sz="1000" b="1" dirty="0"/>
            <a:t>HARDWARE REQUIREMENTS</a:t>
          </a:r>
        </a:p>
      </dgm:t>
    </dgm:pt>
    <dgm:pt modelId="{90BDFBE8-C725-1249-B1F7-4199A0FBE397}" cxnId="{0BE5ED71-3162-224B-A4B4-D837262A0B31}" type="parTrans">
      <dgm:prSet/>
      <dgm:spPr/>
      <dgm:t>
        <a:bodyPr/>
        <a:lstStyle/>
        <a:p>
          <a:endParaRPr lang="en-US"/>
        </a:p>
      </dgm:t>
    </dgm:pt>
    <dgm:pt modelId="{FC541693-FBF0-D24F-89F1-38A29D6FBDBD}" cxnId="{0BE5ED71-3162-224B-A4B4-D837262A0B31}" type="sibTrans">
      <dgm:prSet/>
      <dgm:spPr/>
      <dgm:t>
        <a:bodyPr/>
        <a:lstStyle/>
        <a:p>
          <a:endParaRPr lang="en-US"/>
        </a:p>
      </dgm:t>
    </dgm:pt>
    <dgm:pt modelId="{C3D37D12-3FC8-734E-A750-F2C771434BB2}">
      <dgm:prSet custT="1"/>
      <dgm:spPr/>
      <dgm:t>
        <a:bodyPr/>
        <a:lstStyle/>
        <a:p>
          <a:r>
            <a:rPr lang="en-US" sz="1000" b="1" dirty="0"/>
            <a:t>RESEARCH ETHICAL STANDARDS</a:t>
          </a:r>
        </a:p>
      </dgm:t>
    </dgm:pt>
    <dgm:pt modelId="{EDDF9DBA-04A4-1F43-9AC0-D5EE81346ABB}" cxnId="{D7DE977D-3D49-A545-9081-73F44176E16F}" type="parTrans">
      <dgm:prSet/>
      <dgm:spPr/>
      <dgm:t>
        <a:bodyPr/>
        <a:lstStyle/>
        <a:p>
          <a:endParaRPr lang="en-US"/>
        </a:p>
      </dgm:t>
    </dgm:pt>
    <dgm:pt modelId="{6B0F83C9-9258-DE4E-8E95-83F9EA467435}" cxnId="{D7DE977D-3D49-A545-9081-73F44176E16F}" type="sibTrans">
      <dgm:prSet/>
      <dgm:spPr/>
      <dgm:t>
        <a:bodyPr/>
        <a:lstStyle/>
        <a:p>
          <a:endParaRPr lang="en-US"/>
        </a:p>
      </dgm:t>
    </dgm:pt>
    <dgm:pt modelId="{F37EDC9E-EBA7-9A49-B525-09C5764B5E35}">
      <dgm:prSet custT="1"/>
      <dgm:spPr/>
      <dgm:t>
        <a:bodyPr/>
        <a:lstStyle/>
        <a:p>
          <a:r>
            <a:rPr lang="en-US" sz="1000" b="1" dirty="0"/>
            <a:t>SYSTEM EVALUATION</a:t>
          </a:r>
        </a:p>
      </dgm:t>
    </dgm:pt>
    <dgm:pt modelId="{ACC6D73D-2E9C-0644-89F1-532DD651B1F6}" cxnId="{696F495D-7A8A-CE49-BE50-F6D9B583DD02}" type="parTrans">
      <dgm:prSet/>
      <dgm:spPr/>
      <dgm:t>
        <a:bodyPr/>
        <a:lstStyle/>
        <a:p>
          <a:endParaRPr lang="en-US"/>
        </a:p>
      </dgm:t>
    </dgm:pt>
    <dgm:pt modelId="{BA308CA8-5B55-FD46-B64F-33D2AA2B2CA4}" cxnId="{696F495D-7A8A-CE49-BE50-F6D9B583DD02}"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76898"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0885">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18691" custScaleY="118324">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5419">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18691">
        <dgm:presLayoutVars>
          <dgm:bulletEnabled val="1"/>
        </dgm:presLayoutVars>
      </dgm:prSet>
      <dgm:spPr/>
    </dgm:pt>
    <dgm:pt modelId="{40ED545D-287D-C141-885D-E246B5E4F0AC}" type="pres">
      <dgm:prSet presAssocID="{A87F89C8-A3E5-1A4A-92A6-3A8FA7C9F651}" presName="Name13" presStyleLbl="parChTrans1D2" presStyleIdx="4" presStyleCnt="14"/>
      <dgm:spPr/>
    </dgm:pt>
    <dgm:pt modelId="{361E30B0-32E3-6C49-9085-B0FC7F923612}" type="pres">
      <dgm:prSet presAssocID="{DBC05985-9E94-9C40-A21C-B48D8BC28D81}" presName="childText" presStyleLbl="bgAcc1" presStyleIdx="4" presStyleCnt="14" custScaleX="314129" custScaleY="120971">
        <dgm:presLayoutVars>
          <dgm:bulletEnabled val="1"/>
        </dgm:presLayoutVars>
      </dgm:prSet>
      <dgm:spPr/>
    </dgm:pt>
    <dgm:pt modelId="{5174867E-07FB-B44F-9EF3-292D44ED001E}" type="pres">
      <dgm:prSet presAssocID="{34BB3D5C-0C0D-BF40-B9AB-9FD747606589}" presName="Name13" presStyleLbl="parChTrans1D2" presStyleIdx="5" presStyleCnt="14"/>
      <dgm:spPr/>
    </dgm:pt>
    <dgm:pt modelId="{D2FC30B4-AFC2-C04E-93E3-D666C0B4E35F}" type="pres">
      <dgm:prSet presAssocID="{6BE0A663-F1F0-F143-A510-92FFAC4DF6F5}" presName="childText" presStyleLbl="bgAcc1" presStyleIdx="5" presStyleCnt="14" custScaleX="314310">
        <dgm:presLayoutVars>
          <dgm:bulletEnabled val="1"/>
        </dgm:presLayoutVars>
      </dgm:prSet>
      <dgm:spPr/>
    </dgm:pt>
    <dgm:pt modelId="{FD841654-F598-1448-BE04-F0E4AEAA7A69}" type="pres">
      <dgm:prSet presAssocID="{A944ACCF-5851-DD4B-9006-2E5A8E85B2E9}" presName="Name13" presStyleLbl="parChTrans1D2" presStyleIdx="6" presStyleCnt="14"/>
      <dgm:spPr/>
    </dgm:pt>
    <dgm:pt modelId="{01B7CBD1-B3CD-5D44-B7BA-9AEAF4DF7876}" type="pres">
      <dgm:prSet presAssocID="{D293A9B4-48F1-1241-AA5D-7380F2A1453A}" presName="childText" presStyleLbl="bgAcc1" presStyleIdx="6" presStyleCnt="14" custScaleX="316984">
        <dgm:presLayoutVars>
          <dgm:bulletEnabled val="1"/>
        </dgm:presLayoutVars>
      </dgm:prSet>
      <dgm:spPr/>
    </dgm:pt>
    <dgm:pt modelId="{3AE168E3-0069-564E-93B7-DF8EF96A0895}" type="pres">
      <dgm:prSet presAssocID="{7DF24175-2A4A-9F4D-8ABE-A0B512C285BE}" presName="Name13" presStyleLbl="parChTrans1D2" presStyleIdx="7" presStyleCnt="14"/>
      <dgm:spPr/>
    </dgm:pt>
    <dgm:pt modelId="{B6AF8991-A357-FA4B-9477-7AE3296764C9}" type="pres">
      <dgm:prSet presAssocID="{A09B68C4-C218-E049-8AB2-2CDE28125ED4}" presName="childText" presStyleLbl="bgAcc1" presStyleIdx="7" presStyleCnt="14" custScaleX="319431">
        <dgm:presLayoutVars>
          <dgm:bulletEnabled val="1"/>
        </dgm:presLayoutVars>
      </dgm:prSet>
      <dgm:spPr/>
    </dgm:pt>
    <dgm:pt modelId="{2FAB241E-90F1-2542-8CEF-E1428CE89041}" type="pres">
      <dgm:prSet presAssocID="{C74E7929-80E9-3D42-8592-A5DE793BB549}" presName="Name13" presStyleLbl="parChTrans1D2" presStyleIdx="8" presStyleCnt="14"/>
      <dgm:spPr/>
    </dgm:pt>
    <dgm:pt modelId="{C1A86674-937F-A641-80D4-76D5E5FC7F57}" type="pres">
      <dgm:prSet presAssocID="{0D065789-B03C-AA40-957C-30D479A316A7}" presName="childText" presStyleLbl="bgAcc1" presStyleIdx="8" presStyleCnt="14" custScaleX="318691">
        <dgm:presLayoutVars>
          <dgm:bulletEnabled val="1"/>
        </dgm:presLayoutVars>
      </dgm:prSet>
      <dgm:spPr/>
    </dgm:pt>
    <dgm:pt modelId="{D453A600-54F2-584F-99B9-74A62517A194}" type="pres">
      <dgm:prSet presAssocID="{9BE77259-E55B-4341-83DA-16EC4DC5DBEB}" presName="Name13" presStyleLbl="parChTrans1D2" presStyleIdx="9" presStyleCnt="14"/>
      <dgm:spPr/>
    </dgm:pt>
    <dgm:pt modelId="{165E59EA-C231-4745-BA7B-5A38E332CED7}" type="pres">
      <dgm:prSet presAssocID="{6CBA46DC-F2F4-2C40-8BBF-888628B1ACA1}" presName="childText" presStyleLbl="bgAcc1" presStyleIdx="9" presStyleCnt="14" custScaleX="315370">
        <dgm:presLayoutVars>
          <dgm:bulletEnabled val="1"/>
        </dgm:presLayoutVars>
      </dgm:prSet>
      <dgm:spPr/>
    </dgm:pt>
    <dgm:pt modelId="{68589D86-9292-CC46-BC6E-302E68705EA9}" type="pres">
      <dgm:prSet presAssocID="{A102E40D-C329-BC4E-A04B-45787AC7028F}" presName="Name13" presStyleLbl="parChTrans1D2" presStyleIdx="10" presStyleCnt="14"/>
      <dgm:spPr/>
    </dgm:pt>
    <dgm:pt modelId="{E5BA5FDD-A534-9547-86E5-F813C7E2AA35}" type="pres">
      <dgm:prSet presAssocID="{33208721-FA9C-1242-8FE6-C0BC7B3D9116}" presName="childText" presStyleLbl="bgAcc1" presStyleIdx="10" presStyleCnt="14" custScaleX="320628">
        <dgm:presLayoutVars>
          <dgm:bulletEnabled val="1"/>
        </dgm:presLayoutVars>
      </dgm:prSet>
      <dgm:spPr/>
    </dgm:pt>
    <dgm:pt modelId="{6799E8B2-FED0-DE4A-8716-4C6AE4EB4301}" type="pres">
      <dgm:prSet presAssocID="{90BDFBE8-C725-1249-B1F7-4199A0FBE397}" presName="Name13" presStyleLbl="parChTrans1D2" presStyleIdx="11" presStyleCnt="14"/>
      <dgm:spPr/>
    </dgm:pt>
    <dgm:pt modelId="{CAA75B01-B237-CC48-BB74-7AA8B25ADFA8}" type="pres">
      <dgm:prSet presAssocID="{51D37AE8-7661-8E4E-AD3F-DC6EA14EC23D}" presName="childText" presStyleLbl="bgAcc1" presStyleIdx="11" presStyleCnt="14" custScaleX="319179">
        <dgm:presLayoutVars>
          <dgm:bulletEnabled val="1"/>
        </dgm:presLayoutVars>
      </dgm:prSet>
      <dgm:spPr/>
    </dgm:pt>
    <dgm:pt modelId="{518BC188-AEC5-DE4E-847F-948A22D428FC}" type="pres">
      <dgm:prSet presAssocID="{ACC6D73D-2E9C-0644-89F1-532DD651B1F6}" presName="Name13" presStyleLbl="parChTrans1D2" presStyleIdx="12" presStyleCnt="14"/>
      <dgm:spPr/>
    </dgm:pt>
    <dgm:pt modelId="{6D4E02B1-CAC8-C94C-954B-1BD53F2CFE95}" type="pres">
      <dgm:prSet presAssocID="{F37EDC9E-EBA7-9A49-B525-09C5764B5E35}" presName="childText" presStyleLbl="bgAcc1" presStyleIdx="12" presStyleCnt="14" custScaleX="316579">
        <dgm:presLayoutVars>
          <dgm:bulletEnabled val="1"/>
        </dgm:presLayoutVars>
      </dgm:prSet>
      <dgm:spPr/>
    </dgm:pt>
    <dgm:pt modelId="{382F04B7-6103-6F40-BE6D-C82D0710212C}" type="pres">
      <dgm:prSet presAssocID="{EDDF9DBA-04A4-1F43-9AC0-D5EE81346ABB}" presName="Name13" presStyleLbl="parChTrans1D2" presStyleIdx="13" presStyleCnt="14"/>
      <dgm:spPr/>
    </dgm:pt>
    <dgm:pt modelId="{5AB957A8-2CC3-8C48-AA0F-3ABED7643076}" type="pres">
      <dgm:prSet presAssocID="{C3D37D12-3FC8-734E-A750-F2C771434BB2}" presName="childText" presStyleLbl="bgAcc1" presStyleIdx="13" presStyleCnt="14" custScaleX="314158">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BC450605-A583-8F45-AC4C-D401F6316135}" type="presOf" srcId="{6BE0A663-F1F0-F143-A510-92FFAC4DF6F5}" destId="{D2FC30B4-AFC2-C04E-93E3-D666C0B4E35F}" srcOrd="0" destOrd="0" presId="urn:microsoft.com/office/officeart/2005/8/layout/hierarchy3"/>
    <dgm:cxn modelId="{5F86FA0A-6D39-1941-B15B-A8208011F73E}" srcId="{89000C22-FEA5-384E-9C5D-5DBFD16F50E3}" destId="{A09B68C4-C218-E049-8AB2-2CDE28125ED4}" srcOrd="7" destOrd="0" parTransId="{7DF24175-2A4A-9F4D-8ABE-A0B512C285BE}" sibTransId="{ECB13115-83EC-724E-89D0-0F35152A284C}"/>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01501623-E174-C642-8C2A-1F55A7D17726}" type="presOf" srcId="{A09B68C4-C218-E049-8AB2-2CDE28125ED4}" destId="{B6AF8991-A357-FA4B-9477-7AE3296764C9}" srcOrd="0" destOrd="0" presId="urn:microsoft.com/office/officeart/2005/8/layout/hierarchy3"/>
    <dgm:cxn modelId="{C76E3523-BC56-5C4C-B696-B0DC143BE250}" type="presOf" srcId="{C3D37D12-3FC8-734E-A750-F2C771434BB2}" destId="{5AB957A8-2CC3-8C48-AA0F-3ABED7643076}"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696F495D-7A8A-CE49-BE50-F6D9B583DD02}" srcId="{89000C22-FEA5-384E-9C5D-5DBFD16F50E3}" destId="{F37EDC9E-EBA7-9A49-B525-09C5764B5E35}" srcOrd="12" destOrd="0" parTransId="{ACC6D73D-2E9C-0644-89F1-532DD651B1F6}" sibTransId="{BA308CA8-5B55-FD46-B64F-33D2AA2B2CA4}"/>
    <dgm:cxn modelId="{29504E5F-4729-6146-BC02-E156D81F2AB3}" type="presOf" srcId="{EDDF9DBA-04A4-1F43-9AC0-D5EE81346ABB}" destId="{382F04B7-6103-6F40-BE6D-C82D0710212C}" srcOrd="0" destOrd="0" presId="urn:microsoft.com/office/officeart/2005/8/layout/hierarchy3"/>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4F463C65-6AB1-DB42-95FF-B3A1FA490C84}" srcId="{89000C22-FEA5-384E-9C5D-5DBFD16F50E3}" destId="{DBC05985-9E94-9C40-A21C-B48D8BC28D81}" srcOrd="4" destOrd="0" parTransId="{A87F89C8-A3E5-1A4A-92A6-3A8FA7C9F651}" sibTransId="{293A3EF5-C3F5-7744-81BD-021B767F045C}"/>
    <dgm:cxn modelId="{834CED65-46F6-BD41-A6AD-2215C92F2260}" type="presOf" srcId="{C74E7929-80E9-3D42-8592-A5DE793BB549}" destId="{2FAB241E-90F1-2542-8CEF-E1428CE89041}" srcOrd="0" destOrd="0" presId="urn:microsoft.com/office/officeart/2005/8/layout/hierarchy3"/>
    <dgm:cxn modelId="{0BE5ED71-3162-224B-A4B4-D837262A0B31}" srcId="{89000C22-FEA5-384E-9C5D-5DBFD16F50E3}" destId="{51D37AE8-7661-8E4E-AD3F-DC6EA14EC23D}" srcOrd="11" destOrd="0" parTransId="{90BDFBE8-C725-1249-B1F7-4199A0FBE397}" sibTransId="{FC541693-FBF0-D24F-89F1-38A29D6FBDBD}"/>
    <dgm:cxn modelId="{7EC1ED74-36BC-A94D-9A6F-8176DFE68037}" type="presOf" srcId="{9BE77259-E55B-4341-83DA-16EC4DC5DBEB}" destId="{D453A600-54F2-584F-99B9-74A62517A194}" srcOrd="0" destOrd="0" presId="urn:microsoft.com/office/officeart/2005/8/layout/hierarchy3"/>
    <dgm:cxn modelId="{329FB177-EB7C-8943-9113-194589B027F4}" srcId="{89000C22-FEA5-384E-9C5D-5DBFD16F50E3}" destId="{D293A9B4-48F1-1241-AA5D-7380F2A1453A}" srcOrd="6" destOrd="0" parTransId="{A944ACCF-5851-DD4B-9006-2E5A8E85B2E9}" sibTransId="{6757D6AF-8A76-A649-B82D-23527E4243CF}"/>
    <dgm:cxn modelId="{6271C47A-40EF-454A-9E1F-DA5E6190CE30}" srcId="{89000C22-FEA5-384E-9C5D-5DBFD16F50E3}" destId="{CC69FECA-93AA-6845-87DF-680A103E257B}" srcOrd="1" destOrd="0" parTransId="{2C2B7EAF-F0D0-B84A-A51F-0B0AE9E6FAC3}" sibTransId="{3AB3436D-6D59-FA43-9CCF-D67495F3AD93}"/>
    <dgm:cxn modelId="{D7DE977D-3D49-A545-9081-73F44176E16F}" srcId="{89000C22-FEA5-384E-9C5D-5DBFD16F50E3}" destId="{C3D37D12-3FC8-734E-A750-F2C771434BB2}" srcOrd="13" destOrd="0" parTransId="{EDDF9DBA-04A4-1F43-9AC0-D5EE81346ABB}" sibTransId="{6B0F83C9-9258-DE4E-8E95-83F9EA467435}"/>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248B4C94-A64E-C047-B8BB-502CD5D2CF63}" type="presOf" srcId="{90BDFBE8-C725-1249-B1F7-4199A0FBE397}" destId="{6799E8B2-FED0-DE4A-8716-4C6AE4EB4301}"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92300298-562D-7243-ACA7-A277A28C585B}" type="presOf" srcId="{34BB3D5C-0C0D-BF40-B9AB-9FD747606589}" destId="{5174867E-07FB-B44F-9EF3-292D44ED001E}" srcOrd="0" destOrd="0" presId="urn:microsoft.com/office/officeart/2005/8/layout/hierarchy3"/>
    <dgm:cxn modelId="{A4F75C98-915F-2746-AC5D-2D34D30F2265}" srcId="{89000C22-FEA5-384E-9C5D-5DBFD16F50E3}" destId="{6CBA46DC-F2F4-2C40-8BBF-888628B1ACA1}" srcOrd="9" destOrd="0" parTransId="{9BE77259-E55B-4341-83DA-16EC4DC5DBEB}" sibTransId="{634F41CD-6E64-BE4B-80DA-528CDEF29DB0}"/>
    <dgm:cxn modelId="{8F0CF99D-6A67-DE45-8D08-E7FF59F3924B}" type="presOf" srcId="{89000C22-FEA5-384E-9C5D-5DBFD16F50E3}" destId="{E6FD9725-1669-084A-89D0-8C0E6B1C7553}" srcOrd="0" destOrd="0" presId="urn:microsoft.com/office/officeart/2005/8/layout/hierarchy3"/>
    <dgm:cxn modelId="{CD3FBDA3-25AA-1E44-993F-A4B962F62247}" type="presOf" srcId="{D293A9B4-48F1-1241-AA5D-7380F2A1453A}" destId="{01B7CBD1-B3CD-5D44-B7BA-9AEAF4DF7876}" srcOrd="0" destOrd="0" presId="urn:microsoft.com/office/officeart/2005/8/layout/hierarchy3"/>
    <dgm:cxn modelId="{319427A6-3C0C-5243-89BA-182E77111954}" type="presOf" srcId="{6CBA46DC-F2F4-2C40-8BBF-888628B1ACA1}" destId="{165E59EA-C231-4745-BA7B-5A38E332CED7}"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8A4E5CB2-2AB4-C84B-A78E-F1568C6AA746}" type="presOf" srcId="{A944ACCF-5851-DD4B-9006-2E5A8E85B2E9}" destId="{FD841654-F598-1448-BE04-F0E4AEAA7A69}" srcOrd="0" destOrd="0" presId="urn:microsoft.com/office/officeart/2005/8/layout/hierarchy3"/>
    <dgm:cxn modelId="{E4BFA4B4-3412-014B-AD8D-86B34170162D}" type="presOf" srcId="{51D37AE8-7661-8E4E-AD3F-DC6EA14EC23D}" destId="{CAA75B01-B237-CC48-BB74-7AA8B25ADFA8}" srcOrd="0" destOrd="0" presId="urn:microsoft.com/office/officeart/2005/8/layout/hierarchy3"/>
    <dgm:cxn modelId="{CBB816C1-EFEE-EC4B-A578-E9D1B3F0A4ED}" type="presOf" srcId="{33208721-FA9C-1242-8FE6-C0BC7B3D9116}" destId="{E5BA5FDD-A534-9547-86E5-F813C7E2AA35}" srcOrd="0" destOrd="0" presId="urn:microsoft.com/office/officeart/2005/8/layout/hierarchy3"/>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39292EC6-E7EB-844F-81B7-FF40A866B56A}" type="presOf" srcId="{F37EDC9E-EBA7-9A49-B525-09C5764B5E35}" destId="{6D4E02B1-CAC8-C94C-954B-1BD53F2CFE95}" srcOrd="0" destOrd="0" presId="urn:microsoft.com/office/officeart/2005/8/layout/hierarchy3"/>
    <dgm:cxn modelId="{07EB29C8-E06C-C248-A05E-50605ECF366F}" type="presOf" srcId="{ACC6D73D-2E9C-0644-89F1-532DD651B1F6}" destId="{518BC188-AEC5-DE4E-847F-948A22D428FC}" srcOrd="0" destOrd="0" presId="urn:microsoft.com/office/officeart/2005/8/layout/hierarchy3"/>
    <dgm:cxn modelId="{EAAE0FCE-277F-8C46-B019-0930CEF11DE0}" type="presOf" srcId="{A102E40D-C329-BC4E-A04B-45787AC7028F}" destId="{68589D86-9292-CC46-BC6E-302E68705EA9}" srcOrd="0" destOrd="0" presId="urn:microsoft.com/office/officeart/2005/8/layout/hierarchy3"/>
    <dgm:cxn modelId="{924662D0-F195-1841-8B37-5BF4C3D45B0A}" type="presOf" srcId="{7DF24175-2A4A-9F4D-8ABE-A0B512C285BE}" destId="{3AE168E3-0069-564E-93B7-DF8EF96A0895}"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3FB92FD3-99D7-E94B-80A1-B9B5071A31CE}" type="presOf" srcId="{0D065789-B03C-AA40-957C-30D479A316A7}" destId="{C1A86674-937F-A641-80D4-76D5E5FC7F57}"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31F68BE9-6516-5F4F-BCE6-CF692DD582C4}" srcId="{89000C22-FEA5-384E-9C5D-5DBFD16F50E3}" destId="{0D065789-B03C-AA40-957C-30D479A316A7}" srcOrd="8" destOrd="0" parTransId="{C74E7929-80E9-3D42-8592-A5DE793BB549}" sibTransId="{A5EA4C80-4AE3-8B4C-914A-5D7C635D8BD4}"/>
    <dgm:cxn modelId="{E508AFF5-1BB1-FA48-8B70-3E44FA4044D3}" srcId="{89000C22-FEA5-384E-9C5D-5DBFD16F50E3}" destId="{6BE0A663-F1F0-F143-A510-92FFAC4DF6F5}" srcOrd="5" destOrd="0" parTransId="{34BB3D5C-0C0D-BF40-B9AB-9FD747606589}" sibTransId="{B18EC689-E4B3-1A4B-AAB2-D2C5DACBF777}"/>
    <dgm:cxn modelId="{254485FC-884F-F84D-8A11-CAEC696399EE}" srcId="{89000C22-FEA5-384E-9C5D-5DBFD16F50E3}" destId="{33208721-FA9C-1242-8FE6-C0BC7B3D9116}" srcOrd="10" destOrd="0" parTransId="{A102E40D-C329-BC4E-A04B-45787AC7028F}" sibTransId="{74D725C6-428C-9841-BE01-A596EB5B06EE}"/>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13FD89E-D137-4F41-81BB-8FF264C2E053}" type="presParOf" srcId="{626C2B61-5D1A-A247-B3C0-7F0637E532F7}" destId="{40ED545D-287D-C141-885D-E246B5E4F0AC}" srcOrd="8" destOrd="0" presId="urn:microsoft.com/office/officeart/2005/8/layout/hierarchy3"/>
    <dgm:cxn modelId="{2E669BCF-F06C-F742-90CB-AF3F2F895485}" type="presParOf" srcId="{626C2B61-5D1A-A247-B3C0-7F0637E532F7}" destId="{361E30B0-32E3-6C49-9085-B0FC7F923612}" srcOrd="9" destOrd="0" presId="urn:microsoft.com/office/officeart/2005/8/layout/hierarchy3"/>
    <dgm:cxn modelId="{054BFD5D-BA9A-BD4A-A958-24D38B935019}" type="presParOf" srcId="{626C2B61-5D1A-A247-B3C0-7F0637E532F7}" destId="{5174867E-07FB-B44F-9EF3-292D44ED001E}" srcOrd="10" destOrd="0" presId="urn:microsoft.com/office/officeart/2005/8/layout/hierarchy3"/>
    <dgm:cxn modelId="{5106B3D1-83AC-0340-91B8-5DF8E312F71E}" type="presParOf" srcId="{626C2B61-5D1A-A247-B3C0-7F0637E532F7}" destId="{D2FC30B4-AFC2-C04E-93E3-D666C0B4E35F}" srcOrd="11" destOrd="0" presId="urn:microsoft.com/office/officeart/2005/8/layout/hierarchy3"/>
    <dgm:cxn modelId="{FF294343-6866-4345-91A1-E90ECC98BC35}" type="presParOf" srcId="{626C2B61-5D1A-A247-B3C0-7F0637E532F7}" destId="{FD841654-F598-1448-BE04-F0E4AEAA7A69}" srcOrd="12" destOrd="0" presId="urn:microsoft.com/office/officeart/2005/8/layout/hierarchy3"/>
    <dgm:cxn modelId="{35BB04AB-598C-2844-93C6-ADEA87DB721D}" type="presParOf" srcId="{626C2B61-5D1A-A247-B3C0-7F0637E532F7}" destId="{01B7CBD1-B3CD-5D44-B7BA-9AEAF4DF7876}" srcOrd="13" destOrd="0" presId="urn:microsoft.com/office/officeart/2005/8/layout/hierarchy3"/>
    <dgm:cxn modelId="{D2257DE3-A5AD-EF46-AB4B-D5C2C6EFAD43}" type="presParOf" srcId="{626C2B61-5D1A-A247-B3C0-7F0637E532F7}" destId="{3AE168E3-0069-564E-93B7-DF8EF96A0895}" srcOrd="14" destOrd="0" presId="urn:microsoft.com/office/officeart/2005/8/layout/hierarchy3"/>
    <dgm:cxn modelId="{FB2DECDC-0E8E-2C4F-9065-428944A48E6B}" type="presParOf" srcId="{626C2B61-5D1A-A247-B3C0-7F0637E532F7}" destId="{B6AF8991-A357-FA4B-9477-7AE3296764C9}" srcOrd="15" destOrd="0" presId="urn:microsoft.com/office/officeart/2005/8/layout/hierarchy3"/>
    <dgm:cxn modelId="{9790711F-B54D-1346-BE29-6727B2D31FA5}" type="presParOf" srcId="{626C2B61-5D1A-A247-B3C0-7F0637E532F7}" destId="{2FAB241E-90F1-2542-8CEF-E1428CE89041}" srcOrd="16" destOrd="0" presId="urn:microsoft.com/office/officeart/2005/8/layout/hierarchy3"/>
    <dgm:cxn modelId="{1B96F379-5EA8-2C4D-AD10-12B061B98C2D}" type="presParOf" srcId="{626C2B61-5D1A-A247-B3C0-7F0637E532F7}" destId="{C1A86674-937F-A641-80D4-76D5E5FC7F57}" srcOrd="17" destOrd="0" presId="urn:microsoft.com/office/officeart/2005/8/layout/hierarchy3"/>
    <dgm:cxn modelId="{3AA7689E-4CF6-6E40-8837-E0B61B8AA73A}" type="presParOf" srcId="{626C2B61-5D1A-A247-B3C0-7F0637E532F7}" destId="{D453A600-54F2-584F-99B9-74A62517A194}" srcOrd="18" destOrd="0" presId="urn:microsoft.com/office/officeart/2005/8/layout/hierarchy3"/>
    <dgm:cxn modelId="{8CFA6426-8D39-6F4D-A095-567C746F64F3}" type="presParOf" srcId="{626C2B61-5D1A-A247-B3C0-7F0637E532F7}" destId="{165E59EA-C231-4745-BA7B-5A38E332CED7}" srcOrd="19" destOrd="0" presId="urn:microsoft.com/office/officeart/2005/8/layout/hierarchy3"/>
    <dgm:cxn modelId="{0024887E-BC40-BB4A-A540-667CB1076CEB}" type="presParOf" srcId="{626C2B61-5D1A-A247-B3C0-7F0637E532F7}" destId="{68589D86-9292-CC46-BC6E-302E68705EA9}" srcOrd="20" destOrd="0" presId="urn:microsoft.com/office/officeart/2005/8/layout/hierarchy3"/>
    <dgm:cxn modelId="{6C333A72-268E-8645-9AA4-5C500D37B505}" type="presParOf" srcId="{626C2B61-5D1A-A247-B3C0-7F0637E532F7}" destId="{E5BA5FDD-A534-9547-86E5-F813C7E2AA35}" srcOrd="21" destOrd="0" presId="urn:microsoft.com/office/officeart/2005/8/layout/hierarchy3"/>
    <dgm:cxn modelId="{876F5FDD-0865-7A40-AFF0-07EDB77B2696}" type="presParOf" srcId="{626C2B61-5D1A-A247-B3C0-7F0637E532F7}" destId="{6799E8B2-FED0-DE4A-8716-4C6AE4EB4301}" srcOrd="22" destOrd="0" presId="urn:microsoft.com/office/officeart/2005/8/layout/hierarchy3"/>
    <dgm:cxn modelId="{F49874BB-B42A-2B43-B680-DA39C65B7AAB}" type="presParOf" srcId="{626C2B61-5D1A-A247-B3C0-7F0637E532F7}" destId="{CAA75B01-B237-CC48-BB74-7AA8B25ADFA8}" srcOrd="23" destOrd="0" presId="urn:microsoft.com/office/officeart/2005/8/layout/hierarchy3"/>
    <dgm:cxn modelId="{5F387C8A-128D-984E-AEA7-CF4AB0D3AF3F}" type="presParOf" srcId="{626C2B61-5D1A-A247-B3C0-7F0637E532F7}" destId="{518BC188-AEC5-DE4E-847F-948A22D428FC}" srcOrd="24" destOrd="0" presId="urn:microsoft.com/office/officeart/2005/8/layout/hierarchy3"/>
    <dgm:cxn modelId="{1A9F3581-C78A-C145-832F-D68B65CCC7A4}" type="presParOf" srcId="{626C2B61-5D1A-A247-B3C0-7F0637E532F7}" destId="{6D4E02B1-CAC8-C94C-954B-1BD53F2CFE95}" srcOrd="25" destOrd="0" presId="urn:microsoft.com/office/officeart/2005/8/layout/hierarchy3"/>
    <dgm:cxn modelId="{E361F096-D53B-B747-A0FD-47D6419DDE16}" type="presParOf" srcId="{626C2B61-5D1A-A247-B3C0-7F0637E532F7}" destId="{382F04B7-6103-6F40-BE6D-C82D0710212C}" srcOrd="26" destOrd="0" presId="urn:microsoft.com/office/officeart/2005/8/layout/hierarchy3"/>
    <dgm:cxn modelId="{56B3BC16-C054-3546-9F7D-C0FD631F85C7}" type="presParOf" srcId="{626C2B61-5D1A-A247-B3C0-7F0637E532F7}" destId="{5AB957A8-2CC3-8C48-AA0F-3ABED7643076}"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b="1"/>
        </a:p>
      </dgm:t>
    </dgm:pt>
    <dgm:pt modelId="{72679D0B-00C4-C04C-9E2E-BD79127DC264}" cxnId="{BE5E6517-1CED-F744-BD74-265C8770F636}" type="sibTrans">
      <dgm:prSet/>
      <dgm:spPr/>
      <dgm:t>
        <a:bodyPr/>
        <a:lstStyle/>
        <a:p>
          <a:endParaRPr lang="en-US" b="1"/>
        </a:p>
      </dgm:t>
    </dgm:pt>
    <dgm:pt modelId="{DBC05985-9E94-9C40-A21C-B48D8BC28D81}">
      <dgm:prSet custT="1"/>
      <dgm:spPr/>
      <dgm:t>
        <a:bodyPr/>
        <a:lstStyle/>
        <a:p>
          <a:r>
            <a:rPr lang="en-PH" sz="1800" b="1" dirty="0">
              <a:solidFill>
                <a:srgbClr val="C00000"/>
              </a:solidFill>
            </a:rPr>
            <a:t>RESEARCH DESIGN</a:t>
          </a:r>
        </a:p>
      </dgm:t>
    </dgm:pt>
    <dgm:pt modelId="{293A3EF5-C3F5-7744-81BD-021B767F045C}" cxnId="{4F463C65-6AB1-DB42-95FF-B3A1FA490C84}" type="sibTrans">
      <dgm:prSet/>
      <dgm:spPr/>
      <dgm:t>
        <a:bodyPr/>
        <a:lstStyle/>
        <a:p>
          <a:endParaRPr lang="en-US" b="1"/>
        </a:p>
      </dgm:t>
    </dgm:pt>
    <dgm:pt modelId="{A87F89C8-A3E5-1A4A-92A6-3A8FA7C9F651}" cxnId="{4F463C65-6AB1-DB42-95FF-B3A1FA490C84}" type="parTrans">
      <dgm:prSet/>
      <dgm:spPr/>
      <dgm:t>
        <a:bodyPr/>
        <a:lstStyle/>
        <a:p>
          <a:endParaRPr lang="en-US" b="1"/>
        </a:p>
      </dgm:t>
    </dgm:pt>
    <dgm:pt modelId="{75616830-9754-7848-88C8-2F6D02D8CD3A}">
      <dgm:prSet custT="1"/>
      <dgm:spPr/>
      <dgm:t>
        <a:bodyPr/>
        <a:lstStyle/>
        <a:p>
          <a:r>
            <a:rPr lang="en-US" sz="1000" b="1" dirty="0"/>
            <a:t>ERD (DATABASE DESIGN)</a:t>
          </a:r>
        </a:p>
      </dgm:t>
    </dgm:pt>
    <dgm:pt modelId="{CA5B58E0-047A-484D-9A66-4A36EAC0BB1B}" cxnId="{CEABD00F-1A26-3F4D-B841-EADF388AD200}" type="parTrans">
      <dgm:prSet/>
      <dgm:spPr/>
      <dgm:t>
        <a:bodyPr/>
        <a:lstStyle/>
        <a:p>
          <a:endParaRPr lang="en-US" b="1"/>
        </a:p>
      </dgm:t>
    </dgm:pt>
    <dgm:pt modelId="{6318BEFA-1134-0347-B21A-F15F6465E82F}" cxnId="{CEABD00F-1A26-3F4D-B841-EADF388AD200}" type="sibTrans">
      <dgm:prSet/>
      <dgm:spPr/>
      <dgm:t>
        <a:bodyPr/>
        <a:lstStyle/>
        <a:p>
          <a:endParaRPr lang="en-US" b="1"/>
        </a:p>
      </dgm:t>
    </dgm:pt>
    <dgm:pt modelId="{09E4F72F-D6DC-174C-8B49-95E3584C1E93}">
      <dgm:prSet custT="1"/>
      <dgm:spPr/>
      <dgm:t>
        <a:bodyPr/>
        <a:lstStyle/>
        <a:p>
          <a:r>
            <a:rPr lang="en-US" sz="1000" b="1" dirty="0"/>
            <a:t>USER INTERFACE DESIGN (PROTOTYPE)</a:t>
          </a:r>
        </a:p>
      </dgm:t>
    </dgm:pt>
    <dgm:pt modelId="{12F4C62E-44F3-8149-AD84-6B6F5F1A343F}" cxnId="{A753EB0D-B3D8-AA40-9FC3-E66C0C2F531A}" type="parTrans">
      <dgm:prSet/>
      <dgm:spPr/>
      <dgm:t>
        <a:bodyPr/>
        <a:lstStyle/>
        <a:p>
          <a:endParaRPr lang="en-US" b="1"/>
        </a:p>
      </dgm:t>
    </dgm:pt>
    <dgm:pt modelId="{B8F4D172-9EE4-7347-B3E6-E15BD1579BF8}" cxnId="{A753EB0D-B3D8-AA40-9FC3-E66C0C2F531A}" type="sibTrans">
      <dgm:prSet/>
      <dgm:spPr/>
      <dgm:t>
        <a:bodyPr/>
        <a:lstStyle/>
        <a:p>
          <a:endParaRPr lang="en-US" b="1"/>
        </a:p>
      </dgm:t>
    </dgm:pt>
    <dgm:pt modelId="{7FF3A996-42A2-7C4A-A64A-2784E300881A}">
      <dgm:prSet custT="1"/>
      <dgm:spPr/>
      <dgm:t>
        <a:bodyPr/>
        <a:lstStyle/>
        <a:p>
          <a:r>
            <a:rPr lang="en-US" sz="900" b="1" dirty="0"/>
            <a:t>SOFTWARE PLATFORMS, DEVELOPMENT, ENVIRONMENTS &amp; TOOLS</a:t>
          </a:r>
        </a:p>
      </dgm:t>
    </dgm:pt>
    <dgm:pt modelId="{BC83B4CF-AF7A-BC43-AE4B-BFAC82EC7772}" cxnId="{B978A970-F6F3-BF4D-A81D-E8AC1E3E721D}" type="parTrans">
      <dgm:prSet/>
      <dgm:spPr/>
      <dgm:t>
        <a:bodyPr/>
        <a:lstStyle/>
        <a:p>
          <a:endParaRPr lang="en-US" b="1"/>
        </a:p>
      </dgm:t>
    </dgm:pt>
    <dgm:pt modelId="{51CAF709-D215-9145-AD68-97DF77586561}" cxnId="{B978A970-F6F3-BF4D-A81D-E8AC1E3E721D}" type="sibTrans">
      <dgm:prSet/>
      <dgm:spPr/>
      <dgm:t>
        <a:bodyPr/>
        <a:lstStyle/>
        <a:p>
          <a:endParaRPr lang="en-US" b="1"/>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b="1"/>
        </a:p>
      </dgm:t>
    </dgm:pt>
    <dgm:pt modelId="{DEEAE400-120E-F345-BF71-0CF6C20553A8}" cxnId="{0CDFC917-4DD7-AF43-926A-2CE6BD29B8DD}" type="sibTrans">
      <dgm:prSet/>
      <dgm:spPr/>
      <dgm:t>
        <a:bodyPr/>
        <a:lstStyle/>
        <a:p>
          <a:endParaRPr lang="en-US" b="1"/>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b="1"/>
        </a:p>
      </dgm:t>
    </dgm:pt>
    <dgm:pt modelId="{B71C52B7-0F38-114F-8AC5-327FB6FE080D}" cxnId="{6B7E3DB2-C2FA-E045-9AFE-8105A6F423C0}" type="sibTrans">
      <dgm:prSet/>
      <dgm:spPr/>
      <dgm:t>
        <a:bodyPr/>
        <a:lstStyle/>
        <a:p>
          <a:endParaRPr lang="en-US" b="1"/>
        </a:p>
      </dgm:t>
    </dgm:pt>
    <dgm:pt modelId="{6871F8CE-2F92-044A-B73D-3DB77A3182E7}">
      <dgm:prSet custT="1"/>
      <dgm:spPr/>
      <dgm:t>
        <a:bodyPr/>
        <a:lstStyle/>
        <a:p>
          <a:r>
            <a:rPr lang="en-US" sz="1000" b="1" dirty="0"/>
            <a:t>SEQUENCE DIAGRAM</a:t>
          </a:r>
          <a:endParaRPr lang="en-PH" sz="1800" b="1" dirty="0">
            <a:solidFill>
              <a:srgbClr val="C00000"/>
            </a:solidFill>
          </a:endParaRPr>
        </a:p>
      </dgm:t>
    </dgm:pt>
    <dgm:pt modelId="{3D4F0E30-7DA4-1F45-930B-9E91C58B9D09}" cxnId="{DB39EB91-4663-854E-9434-74AB45A1314B}" type="parTrans">
      <dgm:prSet/>
      <dgm:spPr/>
      <dgm:t>
        <a:bodyPr/>
        <a:lstStyle/>
        <a:p>
          <a:endParaRPr lang="en-US" b="1"/>
        </a:p>
      </dgm:t>
    </dgm:pt>
    <dgm:pt modelId="{BDFD9CD4-835E-FA47-B8A0-5E55BD47AF49}" cxnId="{DB39EB91-4663-854E-9434-74AB45A1314B}" type="sibTrans">
      <dgm:prSet/>
      <dgm:spPr/>
      <dgm:t>
        <a:bodyPr/>
        <a:lstStyle/>
        <a:p>
          <a:endParaRPr lang="en-US" b="1"/>
        </a:p>
      </dgm:t>
    </dgm:pt>
    <dgm:pt modelId="{22390A49-2424-CB45-B66E-5A044C86AB39}">
      <dgm:prSet/>
      <dgm:spPr/>
      <dgm:t>
        <a:bodyPr/>
        <a:lstStyle/>
        <a:p>
          <a:r>
            <a:rPr lang="en-US" b="1" dirty="0"/>
            <a:t>SOFTWARE DEVELOPMENT LIFE CYCLE</a:t>
          </a:r>
        </a:p>
      </dgm:t>
    </dgm:pt>
    <dgm:pt modelId="{6098ED87-B079-CD4F-AC08-702F22E6F5B9}" cxnId="{26916235-AFF4-8244-AD5F-A496B745554E}" type="parTrans">
      <dgm:prSet/>
      <dgm:spPr/>
      <dgm:t>
        <a:bodyPr/>
        <a:lstStyle/>
        <a:p>
          <a:endParaRPr lang="en-US" b="1"/>
        </a:p>
      </dgm:t>
    </dgm:pt>
    <dgm:pt modelId="{51E1913C-6FD8-0344-AD5E-74847B8AE599}" cxnId="{26916235-AFF4-8244-AD5F-A496B745554E}" type="sibTrans">
      <dgm:prSet/>
      <dgm:spPr/>
      <dgm:t>
        <a:bodyPr/>
        <a:lstStyle/>
        <a:p>
          <a:endParaRPr lang="en-US" b="1"/>
        </a:p>
      </dgm:t>
    </dgm:pt>
    <dgm:pt modelId="{330B610E-924B-C84E-93F7-3F2E3192F2AC}">
      <dgm:prSet/>
      <dgm:spPr/>
      <dgm:t>
        <a:bodyPr/>
        <a:lstStyle/>
        <a:p>
          <a:r>
            <a:rPr lang="en-US" b="1" dirty="0"/>
            <a:t>SYSTEM ARCHITECTURE</a:t>
          </a:r>
        </a:p>
      </dgm:t>
    </dgm:pt>
    <dgm:pt modelId="{CBE02126-3E57-484E-893B-B5ABD0D6765A}" cxnId="{886EB393-A5DA-EA47-A1BA-552941A220F9}" type="parTrans">
      <dgm:prSet/>
      <dgm:spPr/>
      <dgm:t>
        <a:bodyPr/>
        <a:lstStyle/>
        <a:p>
          <a:endParaRPr lang="en-US" b="1"/>
        </a:p>
      </dgm:t>
    </dgm:pt>
    <dgm:pt modelId="{8D8D4C75-ED9D-CC43-8C4A-5EEBA57643BE}" cxnId="{886EB393-A5DA-EA47-A1BA-552941A220F9}" type="sibTrans">
      <dgm:prSet/>
      <dgm:spPr/>
      <dgm:t>
        <a:bodyPr/>
        <a:lstStyle/>
        <a:p>
          <a:endParaRPr lang="en-US" b="1"/>
        </a:p>
      </dgm:t>
    </dgm:pt>
    <dgm:pt modelId="{6017366C-AF1B-A342-9D62-F8691F69F3E8}">
      <dgm:prSet/>
      <dgm:spPr/>
      <dgm:t>
        <a:bodyPr/>
        <a:lstStyle/>
        <a:p>
          <a:r>
            <a:rPr lang="en-US" b="1" dirty="0"/>
            <a:t>CONCEPTUAL FRAMEWORK</a:t>
          </a:r>
        </a:p>
      </dgm:t>
    </dgm:pt>
    <dgm:pt modelId="{20EB6420-FB8B-824B-AB4D-9263E00CF238}" cxnId="{471BB7A2-AF30-834C-B2A8-906AE859F64B}" type="parTrans">
      <dgm:prSet/>
      <dgm:spPr/>
      <dgm:t>
        <a:bodyPr/>
        <a:lstStyle/>
        <a:p>
          <a:endParaRPr lang="en-US" b="1"/>
        </a:p>
      </dgm:t>
    </dgm:pt>
    <dgm:pt modelId="{4AE92707-0AB7-C040-A581-513FA2E92F89}" cxnId="{471BB7A2-AF30-834C-B2A8-906AE859F64B}" type="sibTrans">
      <dgm:prSet/>
      <dgm:spPr/>
      <dgm:t>
        <a:bodyPr/>
        <a:lstStyle/>
        <a:p>
          <a:endParaRPr lang="en-US" b="1"/>
        </a:p>
      </dgm:t>
    </dgm:pt>
    <dgm:pt modelId="{D3861B7A-DB3C-9541-A9B6-01C184C3223D}">
      <dgm:prSet/>
      <dgm:spPr/>
      <dgm:t>
        <a:bodyPr/>
        <a:lstStyle/>
        <a:p>
          <a:r>
            <a:rPr lang="en-US" b="1" dirty="0"/>
            <a:t>ALGORITHMS/FRAMEWORK USED</a:t>
          </a:r>
        </a:p>
      </dgm:t>
    </dgm:pt>
    <dgm:pt modelId="{668FED6C-6DA9-9744-BE2A-13B5E3B2BA46}" cxnId="{6D04F7EB-9A2C-CC4B-B458-BEB9142E454E}" type="parTrans">
      <dgm:prSet/>
      <dgm:spPr/>
      <dgm:t>
        <a:bodyPr/>
        <a:lstStyle/>
        <a:p>
          <a:endParaRPr lang="en-US" b="1"/>
        </a:p>
      </dgm:t>
    </dgm:pt>
    <dgm:pt modelId="{BFDF3E63-D9C7-2D4E-A507-674764960AEC}" cxnId="{6D04F7EB-9A2C-CC4B-B458-BEB9142E454E}" type="sibTrans">
      <dgm:prSet/>
      <dgm:spPr/>
      <dgm:t>
        <a:bodyPr/>
        <a:lstStyle/>
        <a:p>
          <a:endParaRPr lang="en-US" b="1"/>
        </a:p>
      </dgm:t>
    </dgm:pt>
    <dgm:pt modelId="{29A44AD4-2165-394C-A109-643B00CCD497}">
      <dgm:prSet/>
      <dgm:spPr/>
      <dgm:t>
        <a:bodyPr/>
        <a:lstStyle/>
        <a:p>
          <a:r>
            <a:rPr lang="en-US" b="1" dirty="0"/>
            <a:t>USE CASE DIAGRAM</a:t>
          </a:r>
        </a:p>
      </dgm:t>
    </dgm:pt>
    <dgm:pt modelId="{F93EAEEC-76FF-8E4D-9153-5144785CB729}" cxnId="{C9792F67-0B18-E444-A646-0F3E3F02F56F}" type="parTrans">
      <dgm:prSet/>
      <dgm:spPr/>
      <dgm:t>
        <a:bodyPr/>
        <a:lstStyle/>
        <a:p>
          <a:endParaRPr lang="en-US" b="1"/>
        </a:p>
      </dgm:t>
    </dgm:pt>
    <dgm:pt modelId="{3836B451-5918-7245-9275-6700BF1BC643}" cxnId="{C9792F67-0B18-E444-A646-0F3E3F02F56F}" type="sibTrans">
      <dgm:prSet/>
      <dgm:spPr/>
      <dgm:t>
        <a:bodyPr/>
        <a:lstStyle/>
        <a:p>
          <a:endParaRPr lang="en-US" b="1"/>
        </a:p>
      </dgm:t>
    </dgm:pt>
    <dgm:pt modelId="{910604E1-423B-214E-BA21-64468AD99EA9}">
      <dgm:prSet/>
      <dgm:spPr/>
      <dgm:t>
        <a:bodyPr/>
        <a:lstStyle/>
        <a:p>
          <a:r>
            <a:rPr lang="en-US" b="1" dirty="0"/>
            <a:t>ACTIVITY DIAGRAM</a:t>
          </a:r>
        </a:p>
      </dgm:t>
    </dgm:pt>
    <dgm:pt modelId="{08D904AE-B4F7-F246-BDDD-3FF18DDEB920}" cxnId="{0FBC6CBD-208C-3D4C-A898-A6BC4A65D747}" type="parTrans">
      <dgm:prSet/>
      <dgm:spPr/>
      <dgm:t>
        <a:bodyPr/>
        <a:lstStyle/>
        <a:p>
          <a:endParaRPr lang="en-US" b="1"/>
        </a:p>
      </dgm:t>
    </dgm:pt>
    <dgm:pt modelId="{18173306-5D1B-7D45-A52B-F38C12DDB51D}" cxnId="{0FBC6CBD-208C-3D4C-A898-A6BC4A65D747}" type="sibTrans">
      <dgm:prSet/>
      <dgm:spPr/>
      <dgm:t>
        <a:bodyPr/>
        <a:lstStyle/>
        <a:p>
          <a:endParaRPr lang="en-US" b="1"/>
        </a:p>
      </dgm:t>
    </dgm:pt>
    <dgm:pt modelId="{60415BF4-D5C2-4A41-8AF3-640A8BE6AFED}">
      <dgm:prSet custT="1"/>
      <dgm:spPr/>
      <dgm:t>
        <a:bodyPr/>
        <a:lstStyle/>
        <a:p>
          <a:r>
            <a:rPr lang="en-US" sz="1000" b="1" dirty="0"/>
            <a:t>SYSTEM EVALUATION</a:t>
          </a:r>
        </a:p>
      </dgm:t>
    </dgm:pt>
    <dgm:pt modelId="{9329132C-AC2E-5542-B09E-094C7975C178}" cxnId="{E59CF1BD-D683-C348-A67A-7F14281E65CA}" type="parTrans">
      <dgm:prSet/>
      <dgm:spPr/>
      <dgm:t>
        <a:bodyPr/>
        <a:lstStyle/>
        <a:p>
          <a:endParaRPr lang="en-US"/>
        </a:p>
      </dgm:t>
    </dgm:pt>
    <dgm:pt modelId="{6DDEDD1C-9F6B-B249-A701-EA40B5BE60B5}" cxnId="{E59CF1BD-D683-C348-A67A-7F14281E65CA}"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08956"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40ED545D-287D-C141-885D-E246B5E4F0AC}" type="pres">
      <dgm:prSet presAssocID="{A87F89C8-A3E5-1A4A-92A6-3A8FA7C9F651}" presName="Name13" presStyleLbl="parChTrans1D2" presStyleIdx="0" presStyleCnt="14"/>
      <dgm:spPr/>
    </dgm:pt>
    <dgm:pt modelId="{361E30B0-32E3-6C49-9085-B0FC7F923612}" type="pres">
      <dgm:prSet presAssocID="{DBC05985-9E94-9C40-A21C-B48D8BC28D81}" presName="childText" presStyleLbl="bgAcc1" presStyleIdx="0" presStyleCnt="14" custScaleX="506698" custScaleY="141066">
        <dgm:presLayoutVars>
          <dgm:bulletEnabled val="1"/>
        </dgm:presLayoutVars>
      </dgm:prSet>
      <dgm:spPr/>
    </dgm:pt>
    <dgm:pt modelId="{3E2DB3E0-3724-724C-8CE5-9E52EAC159D3}" type="pres">
      <dgm:prSet presAssocID="{6098ED87-B079-CD4F-AC08-702F22E6F5B9}" presName="Name13" presStyleLbl="parChTrans1D2" presStyleIdx="1" presStyleCnt="14"/>
      <dgm:spPr/>
    </dgm:pt>
    <dgm:pt modelId="{4111B5F9-07BA-9840-995A-AB2CCB28D958}" type="pres">
      <dgm:prSet presAssocID="{22390A49-2424-CB45-B66E-5A044C86AB39}" presName="childText" presStyleLbl="bgAcc1" presStyleIdx="1" presStyleCnt="14" custScaleX="303240">
        <dgm:presLayoutVars>
          <dgm:bulletEnabled val="1"/>
        </dgm:presLayoutVars>
      </dgm:prSet>
      <dgm:spPr/>
    </dgm:pt>
    <dgm:pt modelId="{78043D4D-F614-B44F-951B-F4A3F0A00620}" type="pres">
      <dgm:prSet presAssocID="{CBE02126-3E57-484E-893B-B5ABD0D6765A}" presName="Name13" presStyleLbl="parChTrans1D2" presStyleIdx="2" presStyleCnt="14"/>
      <dgm:spPr/>
    </dgm:pt>
    <dgm:pt modelId="{D4CE57B3-8538-1F4F-A551-FFB07B2AE257}" type="pres">
      <dgm:prSet presAssocID="{330B610E-924B-C84E-93F7-3F2E3192F2AC}" presName="childText" presStyleLbl="bgAcc1" presStyleIdx="2" presStyleCnt="14" custScaleX="303240">
        <dgm:presLayoutVars>
          <dgm:bulletEnabled val="1"/>
        </dgm:presLayoutVars>
      </dgm:prSet>
      <dgm:spPr/>
    </dgm:pt>
    <dgm:pt modelId="{2591C1C0-543B-F64D-B502-4279753BE5B1}" type="pres">
      <dgm:prSet presAssocID="{20EB6420-FB8B-824B-AB4D-9263E00CF238}" presName="Name13" presStyleLbl="parChTrans1D2" presStyleIdx="3" presStyleCnt="14"/>
      <dgm:spPr/>
    </dgm:pt>
    <dgm:pt modelId="{B2CC2C3A-2930-5542-88B8-A641A96F4B64}" type="pres">
      <dgm:prSet presAssocID="{6017366C-AF1B-A342-9D62-F8691F69F3E8}" presName="childText" presStyleLbl="bgAcc1" presStyleIdx="3" presStyleCnt="14" custScaleX="303240">
        <dgm:presLayoutVars>
          <dgm:bulletEnabled val="1"/>
        </dgm:presLayoutVars>
      </dgm:prSet>
      <dgm:spPr/>
    </dgm:pt>
    <dgm:pt modelId="{6ABC3210-CAB6-5445-8D2A-D527D0A94232}" type="pres">
      <dgm:prSet presAssocID="{668FED6C-6DA9-9744-BE2A-13B5E3B2BA46}" presName="Name13" presStyleLbl="parChTrans1D2" presStyleIdx="4" presStyleCnt="14"/>
      <dgm:spPr/>
    </dgm:pt>
    <dgm:pt modelId="{C39DD41E-E3CF-1D48-94FC-563E7774FB29}" type="pres">
      <dgm:prSet presAssocID="{D3861B7A-DB3C-9541-A9B6-01C184C3223D}" presName="childText" presStyleLbl="bgAcc1" presStyleIdx="4" presStyleCnt="14" custScaleX="303240">
        <dgm:presLayoutVars>
          <dgm:bulletEnabled val="1"/>
        </dgm:presLayoutVars>
      </dgm:prSet>
      <dgm:spPr/>
    </dgm:pt>
    <dgm:pt modelId="{3800A1E3-FB79-094E-A4A4-9EE7BF04C938}" type="pres">
      <dgm:prSet presAssocID="{F93EAEEC-76FF-8E4D-9153-5144785CB729}" presName="Name13" presStyleLbl="parChTrans1D2" presStyleIdx="5" presStyleCnt="14"/>
      <dgm:spPr/>
    </dgm:pt>
    <dgm:pt modelId="{10DE0E93-5630-7142-AA6C-B4D0CCD05CCA}" type="pres">
      <dgm:prSet presAssocID="{29A44AD4-2165-394C-A109-643B00CCD497}" presName="childText" presStyleLbl="bgAcc1" presStyleIdx="5" presStyleCnt="14" custScaleX="303240">
        <dgm:presLayoutVars>
          <dgm:bulletEnabled val="1"/>
        </dgm:presLayoutVars>
      </dgm:prSet>
      <dgm:spPr/>
    </dgm:pt>
    <dgm:pt modelId="{B212103B-4076-254B-8041-0901AADAB164}" type="pres">
      <dgm:prSet presAssocID="{08D904AE-B4F7-F246-BDDD-3FF18DDEB920}" presName="Name13" presStyleLbl="parChTrans1D2" presStyleIdx="6" presStyleCnt="14"/>
      <dgm:spPr/>
    </dgm:pt>
    <dgm:pt modelId="{E2A89B9A-FA58-954B-B28C-E19BA076C416}" type="pres">
      <dgm:prSet presAssocID="{910604E1-423B-214E-BA21-64468AD99EA9}" presName="childText" presStyleLbl="bgAcc1" presStyleIdx="6" presStyleCnt="14" custScaleX="303240">
        <dgm:presLayoutVars>
          <dgm:bulletEnabled val="1"/>
        </dgm:presLayoutVars>
      </dgm:prSet>
      <dgm:spPr/>
    </dgm:pt>
    <dgm:pt modelId="{41B9C96A-3500-E243-A25D-0E7578A35FBF}" type="pres">
      <dgm:prSet presAssocID="{3D4F0E30-7DA4-1F45-930B-9E91C58B9D09}" presName="Name13" presStyleLbl="parChTrans1D2" presStyleIdx="7" presStyleCnt="14"/>
      <dgm:spPr/>
    </dgm:pt>
    <dgm:pt modelId="{0F47F782-93AD-0A4E-8330-87A5D3FF0B0B}" type="pres">
      <dgm:prSet presAssocID="{6871F8CE-2F92-044A-B73D-3DB77A3182E7}" presName="childText" presStyleLbl="bgAcc1" presStyleIdx="7" presStyleCnt="14" custScaleX="303240">
        <dgm:presLayoutVars>
          <dgm:bulletEnabled val="1"/>
        </dgm:presLayoutVars>
      </dgm:prSet>
      <dgm:spPr/>
    </dgm:pt>
    <dgm:pt modelId="{31C223A4-2AA4-9540-BBFD-8028CC4047EC}" type="pres">
      <dgm:prSet presAssocID="{CA5B58E0-047A-484D-9A66-4A36EAC0BB1B}" presName="Name13" presStyleLbl="parChTrans1D2" presStyleIdx="8" presStyleCnt="14"/>
      <dgm:spPr/>
    </dgm:pt>
    <dgm:pt modelId="{77760F1F-C97C-8145-9E80-32158E95C9BC}" type="pres">
      <dgm:prSet presAssocID="{75616830-9754-7848-88C8-2F6D02D8CD3A}" presName="childText" presStyleLbl="bgAcc1" presStyleIdx="8" presStyleCnt="14" custScaleX="307565">
        <dgm:presLayoutVars>
          <dgm:bulletEnabled val="1"/>
        </dgm:presLayoutVars>
      </dgm:prSet>
      <dgm:spPr/>
    </dgm:pt>
    <dgm:pt modelId="{5BD2E31C-EF17-B74E-9AF1-6EA8AE72BB17}" type="pres">
      <dgm:prSet presAssocID="{12F4C62E-44F3-8149-AD84-6B6F5F1A343F}" presName="Name13" presStyleLbl="parChTrans1D2" presStyleIdx="9" presStyleCnt="14"/>
      <dgm:spPr/>
    </dgm:pt>
    <dgm:pt modelId="{40142824-BC79-9646-A094-EFF1AF3B4394}" type="pres">
      <dgm:prSet presAssocID="{09E4F72F-D6DC-174C-8B49-95E3584C1E93}" presName="childText" presStyleLbl="bgAcc1" presStyleIdx="9" presStyleCnt="14" custScaleX="307565">
        <dgm:presLayoutVars>
          <dgm:bulletEnabled val="1"/>
        </dgm:presLayoutVars>
      </dgm:prSet>
      <dgm:spPr/>
    </dgm:pt>
    <dgm:pt modelId="{36D45499-D2B4-1946-AE8C-6B98412B9EDF}" type="pres">
      <dgm:prSet presAssocID="{BC83B4CF-AF7A-BC43-AE4B-BFAC82EC7772}" presName="Name13" presStyleLbl="parChTrans1D2" presStyleIdx="10" presStyleCnt="14"/>
      <dgm:spPr/>
    </dgm:pt>
    <dgm:pt modelId="{E3D396F6-AB7D-4240-BEEE-5BAF826AF446}" type="pres">
      <dgm:prSet presAssocID="{7FF3A996-42A2-7C4A-A64A-2784E300881A}"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897A5168-E0F3-AE4C-ADA5-D4DE639E8544}" type="pres">
      <dgm:prSet presAssocID="{9329132C-AC2E-5542-B09E-094C7975C178}" presName="Name13" presStyleLbl="parChTrans1D2" presStyleIdx="12" presStyleCnt="14"/>
      <dgm:spPr/>
    </dgm:pt>
    <dgm:pt modelId="{10FEFDF1-FB16-F548-A0EF-CEC2DE299B16}" type="pres">
      <dgm:prSet presAssocID="{60415BF4-D5C2-4A41-8AF3-640A8BE6AFED}" presName="childText" presStyleLbl="bgAcc1" presStyleIdx="12" presStyleCnt="14" custScaleX="307721">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A6BA2901-ED13-5D4E-915C-5FD1462D35D2}" type="presOf" srcId="{08D904AE-B4F7-F246-BDDD-3FF18DDEB920}" destId="{B212103B-4076-254B-8041-0901AADAB164}" srcOrd="0" destOrd="0" presId="urn:microsoft.com/office/officeart/2005/8/layout/hierarchy3"/>
    <dgm:cxn modelId="{BB3FE102-CA6C-1141-8E5D-EC77E58DB5C6}" type="presOf" srcId="{E886C307-5AC0-E94F-AFBC-B1E26CEDE08C}" destId="{466AF84F-AE46-4E4D-995F-BBC90ED1C21D}" srcOrd="0" destOrd="0" presId="urn:microsoft.com/office/officeart/2005/8/layout/hierarchy3"/>
    <dgm:cxn modelId="{EA0C6907-4A07-B841-AC09-2EEE41F3E9C1}" type="presOf" srcId="{D3861B7A-DB3C-9541-A9B6-01C184C3223D}" destId="{C39DD41E-E3CF-1D48-94FC-563E7774FB29}" srcOrd="0" destOrd="0" presId="urn:microsoft.com/office/officeart/2005/8/layout/hierarchy3"/>
    <dgm:cxn modelId="{1887B30D-F96B-0740-B686-1554E83C6459}" type="presOf" srcId="{20EB6420-FB8B-824B-AB4D-9263E00CF238}" destId="{2591C1C0-543B-F64D-B502-4279753BE5B1}" srcOrd="0" destOrd="0" presId="urn:microsoft.com/office/officeart/2005/8/layout/hierarchy3"/>
    <dgm:cxn modelId="{A753EB0D-B3D8-AA40-9FC3-E66C0C2F531A}" srcId="{89000C22-FEA5-384E-9C5D-5DBFD16F50E3}" destId="{09E4F72F-D6DC-174C-8B49-95E3584C1E93}" srcOrd="9" destOrd="0" parTransId="{12F4C62E-44F3-8149-AD84-6B6F5F1A343F}" sibTransId="{B8F4D172-9EE4-7347-B3E6-E15BD1579BF8}"/>
    <dgm:cxn modelId="{CEABD00F-1A26-3F4D-B841-EADF388AD200}" srcId="{89000C22-FEA5-384E-9C5D-5DBFD16F50E3}" destId="{75616830-9754-7848-88C8-2F6D02D8CD3A}" srcOrd="8"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FE5F7623-28A7-284F-B4CC-BF6CE38E65B2}" type="presOf" srcId="{6098ED87-B079-CD4F-AC08-702F22E6F5B9}" destId="{3E2DB3E0-3724-724C-8CE5-9E52EAC159D3}" srcOrd="0" destOrd="0" presId="urn:microsoft.com/office/officeart/2005/8/layout/hierarchy3"/>
    <dgm:cxn modelId="{7464FE28-C7F6-3E44-B0C3-9698EFDE4A8E}" type="presOf" srcId="{CBE02126-3E57-484E-893B-B5ABD0D6765A}" destId="{78043D4D-F614-B44F-951B-F4A3F0A00620}" srcOrd="0" destOrd="0" presId="urn:microsoft.com/office/officeart/2005/8/layout/hierarchy3"/>
    <dgm:cxn modelId="{84ED5330-7670-E14C-8704-2CF52D8979B7}" type="presOf" srcId="{6871F8CE-2F92-044A-B73D-3DB77A3182E7}" destId="{0F47F782-93AD-0A4E-8330-87A5D3FF0B0B}" srcOrd="0" destOrd="0" presId="urn:microsoft.com/office/officeart/2005/8/layout/hierarchy3"/>
    <dgm:cxn modelId="{26916235-AFF4-8244-AD5F-A496B745554E}" srcId="{89000C22-FEA5-384E-9C5D-5DBFD16F50E3}" destId="{22390A49-2424-CB45-B66E-5A044C86AB39}" srcOrd="1" destOrd="0" parTransId="{6098ED87-B079-CD4F-AC08-702F22E6F5B9}" sibTransId="{51E1913C-6FD8-0344-AD5E-74847B8AE599}"/>
    <dgm:cxn modelId="{C23DA140-B875-E34A-819F-7C33599126A0}" type="presOf" srcId="{F93EAEEC-76FF-8E4D-9153-5144785CB729}" destId="{3800A1E3-FB79-094E-A4A4-9EE7BF04C938}" srcOrd="0" destOrd="0" presId="urn:microsoft.com/office/officeart/2005/8/layout/hierarchy3"/>
    <dgm:cxn modelId="{8C6D6244-5F6A-024C-B1CC-D5D447B08035}" type="presOf" srcId="{60415BF4-D5C2-4A41-8AF3-640A8BE6AFED}" destId="{10FEFDF1-FB16-F548-A0EF-CEC2DE299B16}" srcOrd="0" destOrd="0" presId="urn:microsoft.com/office/officeart/2005/8/layout/hierarchy3"/>
    <dgm:cxn modelId="{2EFAC349-7345-5243-92C1-3E0BE834C715}" type="presOf" srcId="{3D4F0E30-7DA4-1F45-930B-9E91C58B9D09}" destId="{41B9C96A-3500-E243-A25D-0E7578A35FBF}" srcOrd="0" destOrd="0" presId="urn:microsoft.com/office/officeart/2005/8/layout/hierarchy3"/>
    <dgm:cxn modelId="{D208224D-BAD1-B74E-9C5C-0EB0C6FA966F}" type="presOf" srcId="{934328D6-2A0F-C846-A8AA-DEB7DF562214}" destId="{0C9E170C-52D9-3745-8562-90986B2BE394}"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4F463C65-6AB1-DB42-95FF-B3A1FA490C84}" srcId="{89000C22-FEA5-384E-9C5D-5DBFD16F50E3}" destId="{DBC05985-9E94-9C40-A21C-B48D8BC28D81}" srcOrd="0" destOrd="0" parTransId="{A87F89C8-A3E5-1A4A-92A6-3A8FA7C9F651}" sibTransId="{293A3EF5-C3F5-7744-81BD-021B767F045C}"/>
    <dgm:cxn modelId="{C9792F67-0B18-E444-A646-0F3E3F02F56F}" srcId="{89000C22-FEA5-384E-9C5D-5DBFD16F50E3}" destId="{29A44AD4-2165-394C-A109-643B00CCD497}" srcOrd="5" destOrd="0" parTransId="{F93EAEEC-76FF-8E4D-9153-5144785CB729}" sibTransId="{3836B451-5918-7245-9275-6700BF1BC643}"/>
    <dgm:cxn modelId="{06235867-A435-1B48-AD64-BDE888D67BD8}" type="presOf" srcId="{12F4C62E-44F3-8149-AD84-6B6F5F1A343F}" destId="{5BD2E31C-EF17-B74E-9AF1-6EA8AE72BB17}" srcOrd="0" destOrd="0" presId="urn:microsoft.com/office/officeart/2005/8/layout/hierarchy3"/>
    <dgm:cxn modelId="{0DDC546B-32CA-BE4F-8810-6B61AD0BD480}" type="presOf" srcId="{330B610E-924B-C84E-93F7-3F2E3192F2AC}" destId="{D4CE57B3-8538-1F4F-A551-FFB07B2AE257}" srcOrd="0" destOrd="0" presId="urn:microsoft.com/office/officeart/2005/8/layout/hierarchy3"/>
    <dgm:cxn modelId="{9D76F96C-F0BA-3B48-832C-5758D127503C}" type="presOf" srcId="{7FF3A996-42A2-7C4A-A64A-2784E300881A}" destId="{E3D396F6-AB7D-4240-BEEE-5BAF826AF446}" srcOrd="0" destOrd="0" presId="urn:microsoft.com/office/officeart/2005/8/layout/hierarchy3"/>
    <dgm:cxn modelId="{B978A970-F6F3-BF4D-A81D-E8AC1E3E721D}" srcId="{89000C22-FEA5-384E-9C5D-5DBFD16F50E3}" destId="{7FF3A996-42A2-7C4A-A64A-2784E300881A}" srcOrd="10" destOrd="0" parTransId="{BC83B4CF-AF7A-BC43-AE4B-BFAC82EC7772}" sibTransId="{51CAF709-D215-9145-AD68-97DF77586561}"/>
    <dgm:cxn modelId="{9F60C778-16A2-084B-BA49-C4D9EC265B1B}" type="presOf" srcId="{75616830-9754-7848-88C8-2F6D02D8CD3A}" destId="{77760F1F-C97C-8145-9E80-32158E95C9BC}" srcOrd="0" destOrd="0" presId="urn:microsoft.com/office/officeart/2005/8/layout/hierarchy3"/>
    <dgm:cxn modelId="{8E04C77F-3392-F147-A538-759F1F012C47}" type="presOf" srcId="{29A44AD4-2165-394C-A109-643B00CCD497}" destId="{10DE0E93-5630-7142-AA6C-B4D0CCD05CCA}"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B354FA86-F230-0846-BEDB-6549BBCD0706}" type="presOf" srcId="{6017366C-AF1B-A342-9D62-F8691F69F3E8}" destId="{B2CC2C3A-2930-5542-88B8-A641A96F4B64}" srcOrd="0" destOrd="0" presId="urn:microsoft.com/office/officeart/2005/8/layout/hierarchy3"/>
    <dgm:cxn modelId="{559D4D8A-7A04-614A-BAA3-8B3383A4DB5E}" type="presOf" srcId="{22390A49-2424-CB45-B66E-5A044C86AB39}" destId="{4111B5F9-07BA-9840-995A-AB2CCB28D958}" srcOrd="0" destOrd="0" presId="urn:microsoft.com/office/officeart/2005/8/layout/hierarchy3"/>
    <dgm:cxn modelId="{A16F318F-068C-D74E-8E78-E6EDCD9CABF8}" type="presOf" srcId="{2E9D4F04-2A3C-6F43-9CC9-A5DD13B75D19}" destId="{98BFB16D-611A-E340-824C-7A8C7562F773}"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DB39EB91-4663-854E-9434-74AB45A1314B}" srcId="{89000C22-FEA5-384E-9C5D-5DBFD16F50E3}" destId="{6871F8CE-2F92-044A-B73D-3DB77A3182E7}" srcOrd="7" destOrd="0" parTransId="{3D4F0E30-7DA4-1F45-930B-9E91C58B9D09}" sibTransId="{BDFD9CD4-835E-FA47-B8A0-5E55BD47AF49}"/>
    <dgm:cxn modelId="{886EB393-A5DA-EA47-A1BA-552941A220F9}" srcId="{89000C22-FEA5-384E-9C5D-5DBFD16F50E3}" destId="{330B610E-924B-C84E-93F7-3F2E3192F2AC}" srcOrd="2" destOrd="0" parTransId="{CBE02126-3E57-484E-893B-B5ABD0D6765A}" sibTransId="{8D8D4C75-ED9D-CC43-8C4A-5EEBA57643BE}"/>
    <dgm:cxn modelId="{8F0CF99D-6A67-DE45-8D08-E7FF59F3924B}" type="presOf" srcId="{89000C22-FEA5-384E-9C5D-5DBFD16F50E3}" destId="{E6FD9725-1669-084A-89D0-8C0E6B1C7553}" srcOrd="0" destOrd="0" presId="urn:microsoft.com/office/officeart/2005/8/layout/hierarchy3"/>
    <dgm:cxn modelId="{A7AE84A1-5A8A-4C4A-AEAF-FCAD2AD0CA86}" type="presOf" srcId="{EAB65DF0-6B56-2042-BE71-08461ABD452F}" destId="{37BA8E79-58B3-8442-8A6C-D6C51892D14D}" srcOrd="0" destOrd="0" presId="urn:microsoft.com/office/officeart/2005/8/layout/hierarchy3"/>
    <dgm:cxn modelId="{471BB7A2-AF30-834C-B2A8-906AE859F64B}" srcId="{89000C22-FEA5-384E-9C5D-5DBFD16F50E3}" destId="{6017366C-AF1B-A342-9D62-F8691F69F3E8}" srcOrd="3" destOrd="0" parTransId="{20EB6420-FB8B-824B-AB4D-9263E00CF238}" sibTransId="{4AE92707-0AB7-C040-A581-513FA2E92F89}"/>
    <dgm:cxn modelId="{54C51AA8-2CAA-5C4A-8D63-E56C888FC53C}" type="presOf" srcId="{BC83B4CF-AF7A-BC43-AE4B-BFAC82EC7772}" destId="{36D45499-D2B4-1946-AE8C-6B98412B9EDF}"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7305EDBC-54BE-D34A-8812-E203747E5948}" type="presOf" srcId="{668FED6C-6DA9-9744-BE2A-13B5E3B2BA46}" destId="{6ABC3210-CAB6-5445-8D2A-D527D0A94232}" srcOrd="0" destOrd="0" presId="urn:microsoft.com/office/officeart/2005/8/layout/hierarchy3"/>
    <dgm:cxn modelId="{0FBC6CBD-208C-3D4C-A898-A6BC4A65D747}" srcId="{89000C22-FEA5-384E-9C5D-5DBFD16F50E3}" destId="{910604E1-423B-214E-BA21-64468AD99EA9}" srcOrd="6" destOrd="0" parTransId="{08D904AE-B4F7-F246-BDDD-3FF18DDEB920}" sibTransId="{18173306-5D1B-7D45-A52B-F38C12DDB51D}"/>
    <dgm:cxn modelId="{E59CF1BD-D683-C348-A67A-7F14281E65CA}" srcId="{89000C22-FEA5-384E-9C5D-5DBFD16F50E3}" destId="{60415BF4-D5C2-4A41-8AF3-640A8BE6AFED}" srcOrd="12" destOrd="0" parTransId="{9329132C-AC2E-5542-B09E-094C7975C178}" sibTransId="{6DDEDD1C-9F6B-B249-A701-EA40B5BE60B5}"/>
    <dgm:cxn modelId="{530524BE-8D11-4542-AEC2-A13D24A4D40F}" type="presOf" srcId="{910604E1-423B-214E-BA21-64468AD99EA9}" destId="{E2A89B9A-FA58-954B-B28C-E19BA076C416}"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6D04F7EB-9A2C-CC4B-B458-BEB9142E454E}" srcId="{89000C22-FEA5-384E-9C5D-5DBFD16F50E3}" destId="{D3861B7A-DB3C-9541-A9B6-01C184C3223D}" srcOrd="4" destOrd="0" parTransId="{668FED6C-6DA9-9744-BE2A-13B5E3B2BA46}" sibTransId="{BFDF3E63-D9C7-2D4E-A507-674764960AEC}"/>
    <dgm:cxn modelId="{303037EE-6A1E-094D-89C0-FFAADF74DE3C}" type="presOf" srcId="{9329132C-AC2E-5542-B09E-094C7975C178}" destId="{897A5168-E0F3-AE4C-ADA5-D4DE639E8544}"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C13FD89E-D137-4F41-81BB-8FF264C2E053}" type="presParOf" srcId="{626C2B61-5D1A-A247-B3C0-7F0637E532F7}" destId="{40ED545D-287D-C141-885D-E246B5E4F0AC}" srcOrd="0" destOrd="0" presId="urn:microsoft.com/office/officeart/2005/8/layout/hierarchy3"/>
    <dgm:cxn modelId="{2E669BCF-F06C-F742-90CB-AF3F2F895485}" type="presParOf" srcId="{626C2B61-5D1A-A247-B3C0-7F0637E532F7}" destId="{361E30B0-32E3-6C49-9085-B0FC7F923612}" srcOrd="1" destOrd="0" presId="urn:microsoft.com/office/officeart/2005/8/layout/hierarchy3"/>
    <dgm:cxn modelId="{FF8996BA-96E2-DC48-BE2E-231350B363B9}" type="presParOf" srcId="{626C2B61-5D1A-A247-B3C0-7F0637E532F7}" destId="{3E2DB3E0-3724-724C-8CE5-9E52EAC159D3}" srcOrd="2" destOrd="0" presId="urn:microsoft.com/office/officeart/2005/8/layout/hierarchy3"/>
    <dgm:cxn modelId="{8125C474-E249-174B-B7D0-9108EE638549}" type="presParOf" srcId="{626C2B61-5D1A-A247-B3C0-7F0637E532F7}" destId="{4111B5F9-07BA-9840-995A-AB2CCB28D958}" srcOrd="3" destOrd="0" presId="urn:microsoft.com/office/officeart/2005/8/layout/hierarchy3"/>
    <dgm:cxn modelId="{D6A0A2BF-B295-B240-BB5D-28F128D22D88}" type="presParOf" srcId="{626C2B61-5D1A-A247-B3C0-7F0637E532F7}" destId="{78043D4D-F614-B44F-951B-F4A3F0A00620}" srcOrd="4" destOrd="0" presId="urn:microsoft.com/office/officeart/2005/8/layout/hierarchy3"/>
    <dgm:cxn modelId="{83775315-BCF4-074A-A8DF-C21265FB62EB}" type="presParOf" srcId="{626C2B61-5D1A-A247-B3C0-7F0637E532F7}" destId="{D4CE57B3-8538-1F4F-A551-FFB07B2AE257}" srcOrd="5" destOrd="0" presId="urn:microsoft.com/office/officeart/2005/8/layout/hierarchy3"/>
    <dgm:cxn modelId="{5C1C31B1-3A63-1B45-947B-AFEB6A4FE9F0}" type="presParOf" srcId="{626C2B61-5D1A-A247-B3C0-7F0637E532F7}" destId="{2591C1C0-543B-F64D-B502-4279753BE5B1}" srcOrd="6" destOrd="0" presId="urn:microsoft.com/office/officeart/2005/8/layout/hierarchy3"/>
    <dgm:cxn modelId="{10BE33BB-5CB2-FC41-87B7-4A2844A63F75}" type="presParOf" srcId="{626C2B61-5D1A-A247-B3C0-7F0637E532F7}" destId="{B2CC2C3A-2930-5542-88B8-A641A96F4B64}" srcOrd="7" destOrd="0" presId="urn:microsoft.com/office/officeart/2005/8/layout/hierarchy3"/>
    <dgm:cxn modelId="{5108B5BF-DE81-ED4D-A497-988133EBA097}" type="presParOf" srcId="{626C2B61-5D1A-A247-B3C0-7F0637E532F7}" destId="{6ABC3210-CAB6-5445-8D2A-D527D0A94232}" srcOrd="8" destOrd="0" presId="urn:microsoft.com/office/officeart/2005/8/layout/hierarchy3"/>
    <dgm:cxn modelId="{A05AEC62-6068-544F-824C-F9CA5BD675B5}" type="presParOf" srcId="{626C2B61-5D1A-A247-B3C0-7F0637E532F7}" destId="{C39DD41E-E3CF-1D48-94FC-563E7774FB29}" srcOrd="9" destOrd="0" presId="urn:microsoft.com/office/officeart/2005/8/layout/hierarchy3"/>
    <dgm:cxn modelId="{D497D092-E3C8-C048-8356-60D4668E42FF}" type="presParOf" srcId="{626C2B61-5D1A-A247-B3C0-7F0637E532F7}" destId="{3800A1E3-FB79-094E-A4A4-9EE7BF04C938}" srcOrd="10" destOrd="0" presId="urn:microsoft.com/office/officeart/2005/8/layout/hierarchy3"/>
    <dgm:cxn modelId="{9A210F74-95FD-DB40-925A-62ADCAC5EE18}" type="presParOf" srcId="{626C2B61-5D1A-A247-B3C0-7F0637E532F7}" destId="{10DE0E93-5630-7142-AA6C-B4D0CCD05CCA}" srcOrd="11" destOrd="0" presId="urn:microsoft.com/office/officeart/2005/8/layout/hierarchy3"/>
    <dgm:cxn modelId="{97AB1673-6346-E845-AC42-0A5EC2A81B22}" type="presParOf" srcId="{626C2B61-5D1A-A247-B3C0-7F0637E532F7}" destId="{B212103B-4076-254B-8041-0901AADAB164}" srcOrd="12" destOrd="0" presId="urn:microsoft.com/office/officeart/2005/8/layout/hierarchy3"/>
    <dgm:cxn modelId="{8F1D6FE6-330C-5F46-9804-F4CDC7B586E1}" type="presParOf" srcId="{626C2B61-5D1A-A247-B3C0-7F0637E532F7}" destId="{E2A89B9A-FA58-954B-B28C-E19BA076C416}" srcOrd="13" destOrd="0" presId="urn:microsoft.com/office/officeart/2005/8/layout/hierarchy3"/>
    <dgm:cxn modelId="{13AE0EE9-1EB7-BB40-888F-BA5F4FB85393}" type="presParOf" srcId="{626C2B61-5D1A-A247-B3C0-7F0637E532F7}" destId="{41B9C96A-3500-E243-A25D-0E7578A35FBF}" srcOrd="14" destOrd="0" presId="urn:microsoft.com/office/officeart/2005/8/layout/hierarchy3"/>
    <dgm:cxn modelId="{8615EC03-1B22-2C4A-9012-912D4B2F7B7B}" type="presParOf" srcId="{626C2B61-5D1A-A247-B3C0-7F0637E532F7}" destId="{0F47F782-93AD-0A4E-8330-87A5D3FF0B0B}" srcOrd="15" destOrd="0" presId="urn:microsoft.com/office/officeart/2005/8/layout/hierarchy3"/>
    <dgm:cxn modelId="{DCEEE259-C2DF-6547-A661-F91F8B8B0C51}" type="presParOf" srcId="{626C2B61-5D1A-A247-B3C0-7F0637E532F7}" destId="{31C223A4-2AA4-9540-BBFD-8028CC4047EC}" srcOrd="16" destOrd="0" presId="urn:microsoft.com/office/officeart/2005/8/layout/hierarchy3"/>
    <dgm:cxn modelId="{57476D42-1E49-534C-B036-8742FE644CE9}" type="presParOf" srcId="{626C2B61-5D1A-A247-B3C0-7F0637E532F7}" destId="{77760F1F-C97C-8145-9E80-32158E95C9BC}" srcOrd="17" destOrd="0" presId="urn:microsoft.com/office/officeart/2005/8/layout/hierarchy3"/>
    <dgm:cxn modelId="{3EAAE10B-9CBA-F94A-9833-4527E4743748}" type="presParOf" srcId="{626C2B61-5D1A-A247-B3C0-7F0637E532F7}" destId="{5BD2E31C-EF17-B74E-9AF1-6EA8AE72BB17}" srcOrd="18" destOrd="0" presId="urn:microsoft.com/office/officeart/2005/8/layout/hierarchy3"/>
    <dgm:cxn modelId="{34C907AC-CD6C-A646-B206-53AB6BEC55D1}" type="presParOf" srcId="{626C2B61-5D1A-A247-B3C0-7F0637E532F7}" destId="{40142824-BC79-9646-A094-EFF1AF3B4394}" srcOrd="19" destOrd="0" presId="urn:microsoft.com/office/officeart/2005/8/layout/hierarchy3"/>
    <dgm:cxn modelId="{0F33C897-1845-C241-8B75-35C8A86AB38F}" type="presParOf" srcId="{626C2B61-5D1A-A247-B3C0-7F0637E532F7}" destId="{36D45499-D2B4-1946-AE8C-6B98412B9EDF}" srcOrd="20" destOrd="0" presId="urn:microsoft.com/office/officeart/2005/8/layout/hierarchy3"/>
    <dgm:cxn modelId="{F9148AC1-6071-3546-A72E-563A039C216D}" type="presParOf" srcId="{626C2B61-5D1A-A247-B3C0-7F0637E532F7}" destId="{E3D396F6-AB7D-4240-BEEE-5BAF826AF446}"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0DAC89B6-E2E2-F343-995D-B7121247C10F}" type="presParOf" srcId="{626C2B61-5D1A-A247-B3C0-7F0637E532F7}" destId="{897A5168-E0F3-AE4C-ADA5-D4DE639E8544}" srcOrd="24" destOrd="0" presId="urn:microsoft.com/office/officeart/2005/8/layout/hierarchy3"/>
    <dgm:cxn modelId="{2F149005-F03B-2C48-8D34-EEB7A5FB61B5}" type="presParOf" srcId="{626C2B61-5D1A-A247-B3C0-7F0637E532F7}" destId="{10FEFDF1-FB16-F548-A0EF-CEC2DE299B16}"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DBC05985-9E94-9C40-A21C-B48D8BC28D81}">
      <dgm:prSet custT="1"/>
      <dgm:spPr/>
      <dgm:t>
        <a:bodyPr/>
        <a:lstStyle/>
        <a:p>
          <a:r>
            <a:rPr lang="en-PH" sz="1400" b="1" dirty="0">
              <a:solidFill>
                <a:srgbClr val="C00000"/>
              </a:solidFill>
            </a:rPr>
            <a:t>SOFTWARE DEVELOPMENT LIFE CYCLE</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2B63B59A-831D-8243-A2D5-8890093C1102}">
      <dgm:prSet custT="1"/>
      <dgm:spPr/>
      <dgm:t>
        <a:bodyPr/>
        <a:lstStyle/>
        <a:p>
          <a:r>
            <a:rPr lang="en-US" sz="1000" b="1" dirty="0"/>
            <a:t>SEQUENCE DIAGRAM</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ERD (DATABASE DESIGN)</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1000" b="1" dirty="0"/>
            <a:t>USER INTERFACE DESIGN (PROTOTYPE)</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7FF3A996-42A2-7C4A-A64A-2784E300881A}">
      <dgm:prSet custT="1"/>
      <dgm:spPr/>
      <dgm:t>
        <a:bodyPr/>
        <a:lstStyle/>
        <a:p>
          <a:r>
            <a:rPr lang="en-US" sz="900" b="1" dirty="0"/>
            <a:t>SOFTWARE PLATFORMS, DEVELOPMENT, ENVIRONMENTS &amp; TOOLS</a:t>
          </a:r>
        </a:p>
      </dgm:t>
    </dgm:pt>
    <dgm:pt modelId="{BC83B4CF-AF7A-BC43-AE4B-BFAC82EC7772}" cxnId="{B978A970-F6F3-BF4D-A81D-E8AC1E3E721D}" type="parTrans">
      <dgm:prSet/>
      <dgm:spPr/>
      <dgm:t>
        <a:bodyPr/>
        <a:lstStyle/>
        <a:p>
          <a:endParaRPr lang="en-US"/>
        </a:p>
      </dgm:t>
    </dgm:pt>
    <dgm:pt modelId="{51CAF709-D215-9145-AD68-97DF77586561}" cxnId="{B978A970-F6F3-BF4D-A81D-E8AC1E3E721D}"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RESEARCH DESIGN</a:t>
          </a:r>
        </a:p>
      </dgm:t>
    </dgm:pt>
    <dgm:pt modelId="{9E1A579C-CECA-A645-BB3A-E83EAA82F70B}" cxnId="{452CB083-A26D-984C-B22D-B8EBDD309BBB}" type="sibTrans">
      <dgm:prSet/>
      <dgm:spPr/>
      <dgm:t>
        <a:bodyPr/>
        <a:lstStyle/>
        <a:p>
          <a:endParaRPr lang="en-US"/>
        </a:p>
      </dgm:t>
    </dgm:pt>
    <dgm:pt modelId="{8CBE0FFE-EFD1-A846-A673-32BA9B8D09D7}" cxnId="{452CB083-A26D-984C-B22D-B8EBDD309BBB}" type="parTrans">
      <dgm:prSet/>
      <dgm:spPr/>
      <dgm:t>
        <a:bodyPr/>
        <a:lstStyle/>
        <a:p>
          <a:endParaRPr lang="en-US"/>
        </a:p>
      </dgm:t>
    </dgm:pt>
    <dgm:pt modelId="{34AC15E6-A758-BF43-80BE-468B96252181}">
      <dgm:prSet custT="1"/>
      <dgm:spPr/>
      <dgm:t>
        <a:bodyPr/>
        <a:lstStyle/>
        <a:p>
          <a:r>
            <a:rPr lang="en-US" sz="1000" b="1" dirty="0"/>
            <a:t>SYSTEM ARCHITECTURE</a:t>
          </a:r>
        </a:p>
      </dgm:t>
    </dgm:pt>
    <dgm:pt modelId="{1F3BA300-9C90-F64B-A7DE-2C7CBB98391D}" cxnId="{FAA69DE2-EB63-FE48-8768-C6D78BBA71F0}" type="parTrans">
      <dgm:prSet/>
      <dgm:spPr/>
      <dgm:t>
        <a:bodyPr/>
        <a:lstStyle/>
        <a:p>
          <a:endParaRPr lang="en-US"/>
        </a:p>
      </dgm:t>
    </dgm:pt>
    <dgm:pt modelId="{E400CDF1-1BC6-3344-8A44-C43FA4902B06}" cxnId="{FAA69DE2-EB63-FE48-8768-C6D78BBA71F0}" type="sibTrans">
      <dgm:prSet/>
      <dgm:spPr/>
      <dgm:t>
        <a:bodyPr/>
        <a:lstStyle/>
        <a:p>
          <a:endParaRPr lang="en-US"/>
        </a:p>
      </dgm:t>
    </dgm:pt>
    <dgm:pt modelId="{5E9EF4AC-9AA1-C142-81B0-5A6023A83319}">
      <dgm:prSet custT="1"/>
      <dgm:spPr/>
      <dgm:t>
        <a:bodyPr/>
        <a:lstStyle/>
        <a:p>
          <a:r>
            <a:rPr lang="en-US" sz="1000" b="1" dirty="0"/>
            <a:t>CONCEPTUAL FRAMEWORK</a:t>
          </a:r>
        </a:p>
      </dgm:t>
    </dgm:pt>
    <dgm:pt modelId="{64DCAA11-AEF1-1F4E-96DC-874E791366F9}" cxnId="{706EB2FA-1BAA-FA43-99C6-903210A283F1}" type="parTrans">
      <dgm:prSet/>
      <dgm:spPr/>
      <dgm:t>
        <a:bodyPr/>
        <a:lstStyle/>
        <a:p>
          <a:endParaRPr lang="en-US"/>
        </a:p>
      </dgm:t>
    </dgm:pt>
    <dgm:pt modelId="{DB1627B1-04EA-404B-B92F-599A6678CCF2}" cxnId="{706EB2FA-1BAA-FA43-99C6-903210A283F1}" type="sibTrans">
      <dgm:prSet/>
      <dgm:spPr/>
      <dgm:t>
        <a:bodyPr/>
        <a:lstStyle/>
        <a:p>
          <a:endParaRPr lang="en-US"/>
        </a:p>
      </dgm:t>
    </dgm:pt>
    <dgm:pt modelId="{188A9787-1455-2146-BFBE-D4B2DD013832}">
      <dgm:prSet custT="1"/>
      <dgm:spPr/>
      <dgm:t>
        <a:bodyPr/>
        <a:lstStyle/>
        <a:p>
          <a:r>
            <a:rPr lang="en-US" sz="1000" b="1" dirty="0"/>
            <a:t>USE CASE DIAGRAM</a:t>
          </a:r>
        </a:p>
      </dgm:t>
    </dgm:pt>
    <dgm:pt modelId="{638149B5-6A87-7647-9E88-C2147ABA09FA}" cxnId="{29BC004D-DCBA-1549-B718-53770661D0E6}" type="parTrans">
      <dgm:prSet/>
      <dgm:spPr/>
      <dgm:t>
        <a:bodyPr/>
        <a:lstStyle/>
        <a:p>
          <a:endParaRPr lang="en-US"/>
        </a:p>
      </dgm:t>
    </dgm:pt>
    <dgm:pt modelId="{FB0F4170-A998-1448-A277-E259AFEBC468}" cxnId="{29BC004D-DCBA-1549-B718-53770661D0E6}" type="sibTrans">
      <dgm:prSet/>
      <dgm:spPr/>
      <dgm:t>
        <a:bodyPr/>
        <a:lstStyle/>
        <a:p>
          <a:endParaRPr lang="en-US"/>
        </a:p>
      </dgm:t>
    </dgm:pt>
    <dgm:pt modelId="{288D2318-9FBA-814F-95F3-4A9DCF629163}">
      <dgm:prSet custT="1"/>
      <dgm:spPr/>
      <dgm:t>
        <a:bodyPr/>
        <a:lstStyle/>
        <a:p>
          <a:r>
            <a:rPr lang="en-US" sz="1000" b="1" dirty="0"/>
            <a:t>ACTIVITY DIAGRAM</a:t>
          </a:r>
        </a:p>
      </dgm:t>
    </dgm:pt>
    <dgm:pt modelId="{82A81BED-2532-304D-8DEC-B17D4681237C}" cxnId="{8979AC9E-031F-7E44-9E5A-DAE533780D23}" type="parTrans">
      <dgm:prSet/>
      <dgm:spPr/>
      <dgm:t>
        <a:bodyPr/>
        <a:lstStyle/>
        <a:p>
          <a:endParaRPr lang="en-US"/>
        </a:p>
      </dgm:t>
    </dgm:pt>
    <dgm:pt modelId="{9430273D-105C-1344-A82B-AEF2DF55B2CA}" cxnId="{8979AC9E-031F-7E44-9E5A-DAE533780D23}" type="sibTrans">
      <dgm:prSet/>
      <dgm:spPr/>
      <dgm:t>
        <a:bodyPr/>
        <a:lstStyle/>
        <a:p>
          <a:endParaRPr lang="en-US"/>
        </a:p>
      </dgm:t>
    </dgm:pt>
    <dgm:pt modelId="{7F7EB4FF-CC8D-A346-BCEE-56D525D9D22A}">
      <dgm:prSet custT="1"/>
      <dgm:spPr/>
      <dgm:t>
        <a:bodyPr/>
        <a:lstStyle/>
        <a:p>
          <a:r>
            <a:rPr lang="en-US" sz="1000" b="1" dirty="0"/>
            <a:t>ALGORITHMS/</a:t>
          </a:r>
        </a:p>
        <a:p>
          <a:r>
            <a:rPr lang="en-US" sz="1000" b="1" dirty="0"/>
            <a:t>FRAMEWORK USED</a:t>
          </a:r>
        </a:p>
      </dgm:t>
    </dgm:pt>
    <dgm:pt modelId="{8DFAEC2A-435C-6A4E-8DEC-28FF182E8C0F}" cxnId="{9C943149-2DEE-4845-9EE4-D0351282DDFF}" type="parTrans">
      <dgm:prSet/>
      <dgm:spPr/>
      <dgm:t>
        <a:bodyPr/>
        <a:lstStyle/>
        <a:p>
          <a:endParaRPr lang="en-US"/>
        </a:p>
      </dgm:t>
    </dgm:pt>
    <dgm:pt modelId="{1076D64C-5C82-BB4E-A620-AA434D65EA1E}" cxnId="{9C943149-2DEE-4845-9EE4-D0351282DDFF}" type="sibTrans">
      <dgm:prSet/>
      <dgm:spPr/>
      <dgm:t>
        <a:bodyPr/>
        <a:lstStyle/>
        <a:p>
          <a:endParaRPr lang="en-US"/>
        </a:p>
      </dgm:t>
    </dgm:pt>
    <dgm:pt modelId="{E6D45256-E33B-6B46-959D-1595BC22C5CB}">
      <dgm:prSet custT="1"/>
      <dgm:spPr/>
      <dgm:t>
        <a:bodyPr/>
        <a:lstStyle/>
        <a:p>
          <a:r>
            <a:rPr lang="en-US" sz="1000" b="1" dirty="0"/>
            <a:t>SYSTEM EVALUATION</a:t>
          </a:r>
        </a:p>
      </dgm:t>
    </dgm:pt>
    <dgm:pt modelId="{06AA98F7-6648-5B40-8938-5E33AF93A537}" cxnId="{404B5DE0-F93C-F54E-8931-4EEAF06A0A76}" type="parTrans">
      <dgm:prSet/>
      <dgm:spPr/>
      <dgm:t>
        <a:bodyPr/>
        <a:lstStyle/>
        <a:p>
          <a:endParaRPr lang="en-US"/>
        </a:p>
      </dgm:t>
    </dgm:pt>
    <dgm:pt modelId="{55220533-8459-A644-93F1-F73ACF3E19A5}" cxnId="{404B5DE0-F93C-F54E-8931-4EEAF06A0A76}"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21155"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D10FB301-27F4-164E-A00D-1345554A7B00}" type="pres">
      <dgm:prSet presAssocID="{8CBE0FFE-EFD1-A846-A673-32BA9B8D09D7}" presName="Name13" presStyleLbl="parChTrans1D2" presStyleIdx="0" presStyleCnt="14"/>
      <dgm:spPr/>
    </dgm:pt>
    <dgm:pt modelId="{936E48F7-4236-FE40-9E07-91D8FBF1635C}" type="pres">
      <dgm:prSet presAssocID="{30ACC724-5675-EA46-BD14-130D30FF364F}" presName="childText" presStyleLbl="bgAcc1" presStyleIdx="0" presStyleCnt="14" custScaleX="307565">
        <dgm:presLayoutVars>
          <dgm:bulletEnabled val="1"/>
        </dgm:presLayoutVars>
      </dgm:prSet>
      <dgm:spPr/>
    </dgm:pt>
    <dgm:pt modelId="{40ED545D-287D-C141-885D-E246B5E4F0AC}" type="pres">
      <dgm:prSet presAssocID="{A87F89C8-A3E5-1A4A-92A6-3A8FA7C9F651}" presName="Name13" presStyleLbl="parChTrans1D2" presStyleIdx="1" presStyleCnt="14"/>
      <dgm:spPr/>
    </dgm:pt>
    <dgm:pt modelId="{361E30B0-32E3-6C49-9085-B0FC7F923612}" type="pres">
      <dgm:prSet presAssocID="{DBC05985-9E94-9C40-A21C-B48D8BC28D81}" presName="childText" presStyleLbl="bgAcc1" presStyleIdx="1" presStyleCnt="14" custScaleX="620604" custScaleY="141066">
        <dgm:presLayoutVars>
          <dgm:bulletEnabled val="1"/>
        </dgm:presLayoutVars>
      </dgm:prSet>
      <dgm:spPr/>
    </dgm:pt>
    <dgm:pt modelId="{04CC620A-EB2A-4B4D-9015-6D243C954B65}" type="pres">
      <dgm:prSet presAssocID="{1F3BA300-9C90-F64B-A7DE-2C7CBB98391D}" presName="Name13" presStyleLbl="parChTrans1D2" presStyleIdx="2" presStyleCnt="14"/>
      <dgm:spPr/>
    </dgm:pt>
    <dgm:pt modelId="{CA1D3E86-2382-E740-BBD0-6445A65A34FC}" type="pres">
      <dgm:prSet presAssocID="{34AC15E6-A758-BF43-80BE-468B96252181}" presName="childText" presStyleLbl="bgAcc1" presStyleIdx="2" presStyleCnt="14" custScaleX="305743">
        <dgm:presLayoutVars>
          <dgm:bulletEnabled val="1"/>
        </dgm:presLayoutVars>
      </dgm:prSet>
      <dgm:spPr/>
    </dgm:pt>
    <dgm:pt modelId="{E873D76C-09CF-424C-9E74-0D4C629DCF7F}" type="pres">
      <dgm:prSet presAssocID="{64DCAA11-AEF1-1F4E-96DC-874E791366F9}" presName="Name13" presStyleLbl="parChTrans1D2" presStyleIdx="3" presStyleCnt="14"/>
      <dgm:spPr/>
    </dgm:pt>
    <dgm:pt modelId="{6F6A0005-787B-1C45-A03F-70E37E49EC8C}" type="pres">
      <dgm:prSet presAssocID="{5E9EF4AC-9AA1-C142-81B0-5A6023A83319}" presName="childText" presStyleLbl="bgAcc1" presStyleIdx="3" presStyleCnt="14" custScaleX="305743">
        <dgm:presLayoutVars>
          <dgm:bulletEnabled val="1"/>
        </dgm:presLayoutVars>
      </dgm:prSet>
      <dgm:spPr/>
    </dgm:pt>
    <dgm:pt modelId="{21173907-7C2C-5E4E-ACC4-7B033936483D}" type="pres">
      <dgm:prSet presAssocID="{8DFAEC2A-435C-6A4E-8DEC-28FF182E8C0F}" presName="Name13" presStyleLbl="parChTrans1D2" presStyleIdx="4" presStyleCnt="14"/>
      <dgm:spPr/>
    </dgm:pt>
    <dgm:pt modelId="{F937B9BA-F935-2B4D-A1F0-292EB29C006E}" type="pres">
      <dgm:prSet presAssocID="{7F7EB4FF-CC8D-A346-BCEE-56D525D9D22A}" presName="childText" presStyleLbl="bgAcc1" presStyleIdx="4" presStyleCnt="14" custScaleX="307759">
        <dgm:presLayoutVars>
          <dgm:bulletEnabled val="1"/>
        </dgm:presLayoutVars>
      </dgm:prSet>
      <dgm:spPr/>
    </dgm:pt>
    <dgm:pt modelId="{2838E421-DC3C-DB4A-AAA9-C5929E2FFA0E}" type="pres">
      <dgm:prSet presAssocID="{638149B5-6A87-7647-9E88-C2147ABA09FA}" presName="Name13" presStyleLbl="parChTrans1D2" presStyleIdx="5" presStyleCnt="14"/>
      <dgm:spPr/>
    </dgm:pt>
    <dgm:pt modelId="{2EB9F51F-249C-1E40-B345-EB281620FE54}" type="pres">
      <dgm:prSet presAssocID="{188A9787-1455-2146-BFBE-D4B2DD013832}" presName="childText" presStyleLbl="bgAcc1" presStyleIdx="5" presStyleCnt="14" custScaleX="305743">
        <dgm:presLayoutVars>
          <dgm:bulletEnabled val="1"/>
        </dgm:presLayoutVars>
      </dgm:prSet>
      <dgm:spPr/>
    </dgm:pt>
    <dgm:pt modelId="{FE8608DA-4859-7E4A-9915-DA066A35B943}" type="pres">
      <dgm:prSet presAssocID="{82A81BED-2532-304D-8DEC-B17D4681237C}" presName="Name13" presStyleLbl="parChTrans1D2" presStyleIdx="6" presStyleCnt="14"/>
      <dgm:spPr/>
    </dgm:pt>
    <dgm:pt modelId="{E40DC363-CA37-C04B-98FF-1087B7C73918}" type="pres">
      <dgm:prSet presAssocID="{288D2318-9FBA-814F-95F3-4A9DCF629163}" presName="childText" presStyleLbl="bgAcc1" presStyleIdx="6" presStyleCnt="14" custScaleX="305743">
        <dgm:presLayoutVars>
          <dgm:bulletEnabled val="1"/>
        </dgm:presLayoutVars>
      </dgm:prSet>
      <dgm:spPr/>
    </dgm:pt>
    <dgm:pt modelId="{A216BE8C-F0E1-B449-89B2-B155F89FBF9D}" type="pres">
      <dgm:prSet presAssocID="{A64A8246-1EAF-1047-A607-F4FA28898692}" presName="Name13" presStyleLbl="parChTrans1D2" presStyleIdx="7" presStyleCnt="14"/>
      <dgm:spPr/>
    </dgm:pt>
    <dgm:pt modelId="{186A85C1-A331-174B-A478-88A611080762}" type="pres">
      <dgm:prSet presAssocID="{2B63B59A-831D-8243-A2D5-8890093C1102}" presName="childText" presStyleLbl="bgAcc1" presStyleIdx="7" presStyleCnt="14" custScaleX="307565">
        <dgm:presLayoutVars>
          <dgm:bulletEnabled val="1"/>
        </dgm:presLayoutVars>
      </dgm:prSet>
      <dgm:spPr/>
    </dgm:pt>
    <dgm:pt modelId="{31C223A4-2AA4-9540-BBFD-8028CC4047EC}" type="pres">
      <dgm:prSet presAssocID="{CA5B58E0-047A-484D-9A66-4A36EAC0BB1B}" presName="Name13" presStyleLbl="parChTrans1D2" presStyleIdx="8" presStyleCnt="14"/>
      <dgm:spPr/>
    </dgm:pt>
    <dgm:pt modelId="{77760F1F-C97C-8145-9E80-32158E95C9BC}" type="pres">
      <dgm:prSet presAssocID="{75616830-9754-7848-88C8-2F6D02D8CD3A}" presName="childText" presStyleLbl="bgAcc1" presStyleIdx="8" presStyleCnt="14" custScaleX="307565">
        <dgm:presLayoutVars>
          <dgm:bulletEnabled val="1"/>
        </dgm:presLayoutVars>
      </dgm:prSet>
      <dgm:spPr/>
    </dgm:pt>
    <dgm:pt modelId="{5BD2E31C-EF17-B74E-9AF1-6EA8AE72BB17}" type="pres">
      <dgm:prSet presAssocID="{12F4C62E-44F3-8149-AD84-6B6F5F1A343F}" presName="Name13" presStyleLbl="parChTrans1D2" presStyleIdx="9" presStyleCnt="14"/>
      <dgm:spPr/>
    </dgm:pt>
    <dgm:pt modelId="{40142824-BC79-9646-A094-EFF1AF3B4394}" type="pres">
      <dgm:prSet presAssocID="{09E4F72F-D6DC-174C-8B49-95E3584C1E93}" presName="childText" presStyleLbl="bgAcc1" presStyleIdx="9" presStyleCnt="14" custScaleX="307565">
        <dgm:presLayoutVars>
          <dgm:bulletEnabled val="1"/>
        </dgm:presLayoutVars>
      </dgm:prSet>
      <dgm:spPr/>
    </dgm:pt>
    <dgm:pt modelId="{36D45499-D2B4-1946-AE8C-6B98412B9EDF}" type="pres">
      <dgm:prSet presAssocID="{BC83B4CF-AF7A-BC43-AE4B-BFAC82EC7772}" presName="Name13" presStyleLbl="parChTrans1D2" presStyleIdx="10" presStyleCnt="14"/>
      <dgm:spPr/>
    </dgm:pt>
    <dgm:pt modelId="{E3D396F6-AB7D-4240-BEEE-5BAF826AF446}" type="pres">
      <dgm:prSet presAssocID="{7FF3A996-42A2-7C4A-A64A-2784E300881A}"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15922EA5-EB18-DA4B-A32F-42BD06F940E7}" type="pres">
      <dgm:prSet presAssocID="{06AA98F7-6648-5B40-8938-5E33AF93A537}" presName="Name13" presStyleLbl="parChTrans1D2" presStyleIdx="12" presStyleCnt="14"/>
      <dgm:spPr/>
    </dgm:pt>
    <dgm:pt modelId="{BC372FAA-11B5-5642-9E5B-C9DAC4753B57}" type="pres">
      <dgm:prSet presAssocID="{E6D45256-E33B-6B46-959D-1595BC22C5CB}" presName="childText" presStyleLbl="bgAcc1" presStyleIdx="12" presStyleCnt="14" custScaleX="305187">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3648AF07-A5D4-DC42-ABE8-02E7E37C4DD4}" type="presOf" srcId="{8DFAEC2A-435C-6A4E-8DEC-28FF182E8C0F}" destId="{21173907-7C2C-5E4E-ACC4-7B033936483D}" srcOrd="0" destOrd="0" presId="urn:microsoft.com/office/officeart/2005/8/layout/hierarchy3"/>
    <dgm:cxn modelId="{A753EB0D-B3D8-AA40-9FC3-E66C0C2F531A}" srcId="{89000C22-FEA5-384E-9C5D-5DBFD16F50E3}" destId="{09E4F72F-D6DC-174C-8B49-95E3584C1E93}" srcOrd="9" destOrd="0" parTransId="{12F4C62E-44F3-8149-AD84-6B6F5F1A343F}" sibTransId="{B8F4D172-9EE4-7347-B3E6-E15BD1579BF8}"/>
    <dgm:cxn modelId="{CEABD00F-1A26-3F4D-B841-EADF388AD200}" srcId="{89000C22-FEA5-384E-9C5D-5DBFD16F50E3}" destId="{75616830-9754-7848-88C8-2F6D02D8CD3A}" srcOrd="8"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6899181F-7C50-0B49-9014-37F433F4336B}" type="presOf" srcId="{638149B5-6A87-7647-9E88-C2147ABA09FA}" destId="{2838E421-DC3C-DB4A-AAA9-C5929E2FFA0E}" srcOrd="0" destOrd="0" presId="urn:microsoft.com/office/officeart/2005/8/layout/hierarchy3"/>
    <dgm:cxn modelId="{BB72BA22-17C1-7948-A586-8DB6A0068C49}" type="presOf" srcId="{188A9787-1455-2146-BFBE-D4B2DD013832}" destId="{2EB9F51F-249C-1E40-B345-EB281620FE54}" srcOrd="0" destOrd="0" presId="urn:microsoft.com/office/officeart/2005/8/layout/hierarchy3"/>
    <dgm:cxn modelId="{3EA96643-C934-7348-84EE-0DD6BD219068}" srcId="{89000C22-FEA5-384E-9C5D-5DBFD16F50E3}" destId="{2B63B59A-831D-8243-A2D5-8890093C1102}" srcOrd="7" destOrd="0" parTransId="{A64A8246-1EAF-1047-A607-F4FA28898692}" sibTransId="{1812D7BA-2071-9E4D-84F6-3C90CE334F03}"/>
    <dgm:cxn modelId="{6A2F0F45-8260-E04D-ACBA-EA7CE09F4A0B}" type="presOf" srcId="{82A81BED-2532-304D-8DEC-B17D4681237C}" destId="{FE8608DA-4859-7E4A-9915-DA066A35B943}" srcOrd="0" destOrd="0" presId="urn:microsoft.com/office/officeart/2005/8/layout/hierarchy3"/>
    <dgm:cxn modelId="{9C943149-2DEE-4845-9EE4-D0351282DDFF}" srcId="{89000C22-FEA5-384E-9C5D-5DBFD16F50E3}" destId="{7F7EB4FF-CC8D-A346-BCEE-56D525D9D22A}" srcOrd="4" destOrd="0" parTransId="{8DFAEC2A-435C-6A4E-8DEC-28FF182E8C0F}" sibTransId="{1076D64C-5C82-BB4E-A620-AA434D65EA1E}"/>
    <dgm:cxn modelId="{29BC004D-DCBA-1549-B718-53770661D0E6}" srcId="{89000C22-FEA5-384E-9C5D-5DBFD16F50E3}" destId="{188A9787-1455-2146-BFBE-D4B2DD013832}" srcOrd="5" destOrd="0" parTransId="{638149B5-6A87-7647-9E88-C2147ABA09FA}" sibTransId="{FB0F4170-A998-1448-A277-E259AFEBC468}"/>
    <dgm:cxn modelId="{D208224D-BAD1-B74E-9C5C-0EB0C6FA966F}" type="presOf" srcId="{934328D6-2A0F-C846-A8AA-DEB7DF562214}" destId="{0C9E170C-52D9-3745-8562-90986B2BE394}"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1"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F84BF067-BE03-AF4C-A9B7-154A2F73B0A4}" type="presOf" srcId="{1F3BA300-9C90-F64B-A7DE-2C7CBB98391D}" destId="{04CC620A-EB2A-4B4D-9015-6D243C954B65}" srcOrd="0" destOrd="0" presId="urn:microsoft.com/office/officeart/2005/8/layout/hierarchy3"/>
    <dgm:cxn modelId="{E0043E6B-FA38-4842-8ED2-E47773B08FF1}" type="presOf" srcId="{E6D45256-E33B-6B46-959D-1595BC22C5CB}" destId="{BC372FAA-11B5-5642-9E5B-C9DAC4753B57}" srcOrd="0" destOrd="0" presId="urn:microsoft.com/office/officeart/2005/8/layout/hierarchy3"/>
    <dgm:cxn modelId="{9D76F96C-F0BA-3B48-832C-5758D127503C}" type="presOf" srcId="{7FF3A996-42A2-7C4A-A64A-2784E300881A}" destId="{E3D396F6-AB7D-4240-BEEE-5BAF826AF446}" srcOrd="0" destOrd="0" presId="urn:microsoft.com/office/officeart/2005/8/layout/hierarchy3"/>
    <dgm:cxn modelId="{E88E3F6E-5378-2B47-A289-D4EB447F7CA6}" type="presOf" srcId="{7F7EB4FF-CC8D-A346-BCEE-56D525D9D22A}" destId="{F937B9BA-F935-2B4D-A1F0-292EB29C006E}" srcOrd="0" destOrd="0" presId="urn:microsoft.com/office/officeart/2005/8/layout/hierarchy3"/>
    <dgm:cxn modelId="{B978A970-F6F3-BF4D-A81D-E8AC1E3E721D}" srcId="{89000C22-FEA5-384E-9C5D-5DBFD16F50E3}" destId="{7FF3A996-42A2-7C4A-A64A-2784E300881A}" srcOrd="10" destOrd="0" parTransId="{BC83B4CF-AF7A-BC43-AE4B-BFAC82EC7772}" sibTransId="{51CAF709-D215-9145-AD68-97DF77586561}"/>
    <dgm:cxn modelId="{9F60C778-16A2-084B-BA49-C4D9EC265B1B}" type="presOf" srcId="{75616830-9754-7848-88C8-2F6D02D8CD3A}" destId="{77760F1F-C97C-8145-9E80-32158E95C9BC}"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0" destOrd="0" parTransId="{8CBE0FFE-EFD1-A846-A673-32BA9B8D09D7}" sibTransId="{9E1A579C-CECA-A645-BB3A-E83EAA82F70B}"/>
    <dgm:cxn modelId="{A16F318F-068C-D74E-8E78-E6EDCD9CABF8}" type="presOf" srcId="{2E9D4F04-2A3C-6F43-9CC9-A5DD13B75D19}" destId="{98BFB16D-611A-E340-824C-7A8C7562F773}" srcOrd="0" destOrd="0" presId="urn:microsoft.com/office/officeart/2005/8/layout/hierarchy3"/>
    <dgm:cxn modelId="{5EF9588F-C75D-F042-85E4-54069D0A41F9}" type="presOf" srcId="{64DCAA11-AEF1-1F4E-96DC-874E791366F9}" destId="{E873D76C-09CF-424C-9E74-0D4C629DCF7F}"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8979AC9E-031F-7E44-9E5A-DAE533780D23}" srcId="{89000C22-FEA5-384E-9C5D-5DBFD16F50E3}" destId="{288D2318-9FBA-814F-95F3-4A9DCF629163}" srcOrd="6" destOrd="0" parTransId="{82A81BED-2532-304D-8DEC-B17D4681237C}" sibTransId="{9430273D-105C-1344-A82B-AEF2DF55B2CA}"/>
    <dgm:cxn modelId="{A7AE84A1-5A8A-4C4A-AEAF-FCAD2AD0CA86}" type="presOf" srcId="{EAB65DF0-6B56-2042-BE71-08461ABD452F}" destId="{37BA8E79-58B3-8442-8A6C-D6C51892D14D}" srcOrd="0" destOrd="0" presId="urn:microsoft.com/office/officeart/2005/8/layout/hierarchy3"/>
    <dgm:cxn modelId="{54C51AA8-2CAA-5C4A-8D63-E56C888FC53C}" type="presOf" srcId="{BC83B4CF-AF7A-BC43-AE4B-BFAC82EC7772}" destId="{36D45499-D2B4-1946-AE8C-6B98412B9EDF}" srcOrd="0" destOrd="0" presId="urn:microsoft.com/office/officeart/2005/8/layout/hierarchy3"/>
    <dgm:cxn modelId="{8ACB5DB1-AFF6-844D-800D-0F35902A0D5D}" type="presOf" srcId="{34AC15E6-A758-BF43-80BE-468B96252181}" destId="{CA1D3E86-2382-E740-BBD0-6445A65A34FC}"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BB59F1C5-A16E-804D-BCF4-14E13347C6F4}" type="presOf" srcId="{8CBE0FFE-EFD1-A846-A673-32BA9B8D09D7}" destId="{D10FB301-27F4-164E-A00D-1345554A7B00}" srcOrd="0" destOrd="0" presId="urn:microsoft.com/office/officeart/2005/8/layout/hierarchy3"/>
    <dgm:cxn modelId="{DC6A50CC-B10E-C44B-8A54-A67F2DF8E087}" type="presOf" srcId="{288D2318-9FBA-814F-95F3-4A9DCF629163}" destId="{E40DC363-CA37-C04B-98FF-1087B7C73918}"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3E7A3ED1-92B0-0E4D-A35E-F78075E9B5DC}" type="presOf" srcId="{06AA98F7-6648-5B40-8938-5E33AF93A537}" destId="{15922EA5-EB18-DA4B-A32F-42BD06F940E7}"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404B5DE0-F93C-F54E-8931-4EEAF06A0A76}" srcId="{89000C22-FEA5-384E-9C5D-5DBFD16F50E3}" destId="{E6D45256-E33B-6B46-959D-1595BC22C5CB}" srcOrd="12" destOrd="0" parTransId="{06AA98F7-6648-5B40-8938-5E33AF93A537}" sibTransId="{55220533-8459-A644-93F1-F73ACF3E19A5}"/>
    <dgm:cxn modelId="{FAA69DE2-EB63-FE48-8768-C6D78BBA71F0}" srcId="{89000C22-FEA5-384E-9C5D-5DBFD16F50E3}" destId="{34AC15E6-A758-BF43-80BE-468B96252181}" srcOrd="2" destOrd="0" parTransId="{1F3BA300-9C90-F64B-A7DE-2C7CBB98391D}" sibTransId="{E400CDF1-1BC6-3344-8A44-C43FA4902B06}"/>
    <dgm:cxn modelId="{A16F3EEA-59DA-4042-A783-35A8E37A1CFA}" type="presOf" srcId="{5E9EF4AC-9AA1-C142-81B0-5A6023A83319}" destId="{6F6A0005-787B-1C45-A03F-70E37E49EC8C}" srcOrd="0" destOrd="0" presId="urn:microsoft.com/office/officeart/2005/8/layout/hierarchy3"/>
    <dgm:cxn modelId="{706EB2FA-1BAA-FA43-99C6-903210A283F1}" srcId="{89000C22-FEA5-384E-9C5D-5DBFD16F50E3}" destId="{5E9EF4AC-9AA1-C142-81B0-5A6023A83319}" srcOrd="3" destOrd="0" parTransId="{64DCAA11-AEF1-1F4E-96DC-874E791366F9}" sibTransId="{DB1627B1-04EA-404B-B92F-599A6678CCF2}"/>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64756059-C841-2741-AE6A-5F5D8AB034E2}" type="presParOf" srcId="{626C2B61-5D1A-A247-B3C0-7F0637E532F7}" destId="{D10FB301-27F4-164E-A00D-1345554A7B00}" srcOrd="0" destOrd="0" presId="urn:microsoft.com/office/officeart/2005/8/layout/hierarchy3"/>
    <dgm:cxn modelId="{2F88CFE3-CF3F-F04A-98B1-880B822B0CD3}" type="presParOf" srcId="{626C2B61-5D1A-A247-B3C0-7F0637E532F7}" destId="{936E48F7-4236-FE40-9E07-91D8FBF1635C}" srcOrd="1" destOrd="0" presId="urn:microsoft.com/office/officeart/2005/8/layout/hierarchy3"/>
    <dgm:cxn modelId="{C13FD89E-D137-4F41-81BB-8FF264C2E053}" type="presParOf" srcId="{626C2B61-5D1A-A247-B3C0-7F0637E532F7}" destId="{40ED545D-287D-C141-885D-E246B5E4F0AC}" srcOrd="2" destOrd="0" presId="urn:microsoft.com/office/officeart/2005/8/layout/hierarchy3"/>
    <dgm:cxn modelId="{2E669BCF-F06C-F742-90CB-AF3F2F895485}" type="presParOf" srcId="{626C2B61-5D1A-A247-B3C0-7F0637E532F7}" destId="{361E30B0-32E3-6C49-9085-B0FC7F923612}" srcOrd="3" destOrd="0" presId="urn:microsoft.com/office/officeart/2005/8/layout/hierarchy3"/>
    <dgm:cxn modelId="{711F8088-7B6B-AC4B-8CD9-C6FB202CA4B7}" type="presParOf" srcId="{626C2B61-5D1A-A247-B3C0-7F0637E532F7}" destId="{04CC620A-EB2A-4B4D-9015-6D243C954B65}" srcOrd="4" destOrd="0" presId="urn:microsoft.com/office/officeart/2005/8/layout/hierarchy3"/>
    <dgm:cxn modelId="{0854E965-7ADF-364C-8993-DD861836BE80}" type="presParOf" srcId="{626C2B61-5D1A-A247-B3C0-7F0637E532F7}" destId="{CA1D3E86-2382-E740-BBD0-6445A65A34FC}" srcOrd="5" destOrd="0" presId="urn:microsoft.com/office/officeart/2005/8/layout/hierarchy3"/>
    <dgm:cxn modelId="{0FC0EBBE-0CE5-8F47-B37A-66F28FFF6ACB}" type="presParOf" srcId="{626C2B61-5D1A-A247-B3C0-7F0637E532F7}" destId="{E873D76C-09CF-424C-9E74-0D4C629DCF7F}" srcOrd="6" destOrd="0" presId="urn:microsoft.com/office/officeart/2005/8/layout/hierarchy3"/>
    <dgm:cxn modelId="{AF61BFC1-831B-CD48-90AF-929FC679C113}" type="presParOf" srcId="{626C2B61-5D1A-A247-B3C0-7F0637E532F7}" destId="{6F6A0005-787B-1C45-A03F-70E37E49EC8C}" srcOrd="7" destOrd="0" presId="urn:microsoft.com/office/officeart/2005/8/layout/hierarchy3"/>
    <dgm:cxn modelId="{B18EBB50-A625-364D-8185-D84790EE572C}" type="presParOf" srcId="{626C2B61-5D1A-A247-B3C0-7F0637E532F7}" destId="{21173907-7C2C-5E4E-ACC4-7B033936483D}" srcOrd="8" destOrd="0" presId="urn:microsoft.com/office/officeart/2005/8/layout/hierarchy3"/>
    <dgm:cxn modelId="{A78EE148-E91A-E046-B174-257024AFB833}" type="presParOf" srcId="{626C2B61-5D1A-A247-B3C0-7F0637E532F7}" destId="{F937B9BA-F935-2B4D-A1F0-292EB29C006E}" srcOrd="9" destOrd="0" presId="urn:microsoft.com/office/officeart/2005/8/layout/hierarchy3"/>
    <dgm:cxn modelId="{9047FC52-B332-2A4A-9434-86404724A92D}" type="presParOf" srcId="{626C2B61-5D1A-A247-B3C0-7F0637E532F7}" destId="{2838E421-DC3C-DB4A-AAA9-C5929E2FFA0E}" srcOrd="10" destOrd="0" presId="urn:microsoft.com/office/officeart/2005/8/layout/hierarchy3"/>
    <dgm:cxn modelId="{42B7DD3D-A88F-424F-A37C-B12CCA625CA7}" type="presParOf" srcId="{626C2B61-5D1A-A247-B3C0-7F0637E532F7}" destId="{2EB9F51F-249C-1E40-B345-EB281620FE54}" srcOrd="11" destOrd="0" presId="urn:microsoft.com/office/officeart/2005/8/layout/hierarchy3"/>
    <dgm:cxn modelId="{DA40639B-AE8D-9E46-9E91-A7D7B43FC754}" type="presParOf" srcId="{626C2B61-5D1A-A247-B3C0-7F0637E532F7}" destId="{FE8608DA-4859-7E4A-9915-DA066A35B943}" srcOrd="12" destOrd="0" presId="urn:microsoft.com/office/officeart/2005/8/layout/hierarchy3"/>
    <dgm:cxn modelId="{80AD7C6C-EA69-2046-8D4D-942D63716D75}" type="presParOf" srcId="{626C2B61-5D1A-A247-B3C0-7F0637E532F7}" destId="{E40DC363-CA37-C04B-98FF-1087B7C73918}" srcOrd="13" destOrd="0" presId="urn:microsoft.com/office/officeart/2005/8/layout/hierarchy3"/>
    <dgm:cxn modelId="{B7DADE57-B579-0242-800E-8ABC06C024AF}" type="presParOf" srcId="{626C2B61-5D1A-A247-B3C0-7F0637E532F7}" destId="{A216BE8C-F0E1-B449-89B2-B155F89FBF9D}" srcOrd="14" destOrd="0" presId="urn:microsoft.com/office/officeart/2005/8/layout/hierarchy3"/>
    <dgm:cxn modelId="{3532B1D8-0F9C-5D49-A1DC-11DCB075BE0F}" type="presParOf" srcId="{626C2B61-5D1A-A247-B3C0-7F0637E532F7}" destId="{186A85C1-A331-174B-A478-88A611080762}" srcOrd="15" destOrd="0" presId="urn:microsoft.com/office/officeart/2005/8/layout/hierarchy3"/>
    <dgm:cxn modelId="{DCEEE259-C2DF-6547-A661-F91F8B8B0C51}" type="presParOf" srcId="{626C2B61-5D1A-A247-B3C0-7F0637E532F7}" destId="{31C223A4-2AA4-9540-BBFD-8028CC4047EC}" srcOrd="16" destOrd="0" presId="urn:microsoft.com/office/officeart/2005/8/layout/hierarchy3"/>
    <dgm:cxn modelId="{57476D42-1E49-534C-B036-8742FE644CE9}" type="presParOf" srcId="{626C2B61-5D1A-A247-B3C0-7F0637E532F7}" destId="{77760F1F-C97C-8145-9E80-32158E95C9BC}" srcOrd="17" destOrd="0" presId="urn:microsoft.com/office/officeart/2005/8/layout/hierarchy3"/>
    <dgm:cxn modelId="{3EAAE10B-9CBA-F94A-9833-4527E4743748}" type="presParOf" srcId="{626C2B61-5D1A-A247-B3C0-7F0637E532F7}" destId="{5BD2E31C-EF17-B74E-9AF1-6EA8AE72BB17}" srcOrd="18" destOrd="0" presId="urn:microsoft.com/office/officeart/2005/8/layout/hierarchy3"/>
    <dgm:cxn modelId="{34C907AC-CD6C-A646-B206-53AB6BEC55D1}" type="presParOf" srcId="{626C2B61-5D1A-A247-B3C0-7F0637E532F7}" destId="{40142824-BC79-9646-A094-EFF1AF3B4394}" srcOrd="19" destOrd="0" presId="urn:microsoft.com/office/officeart/2005/8/layout/hierarchy3"/>
    <dgm:cxn modelId="{0F33C897-1845-C241-8B75-35C8A86AB38F}" type="presParOf" srcId="{626C2B61-5D1A-A247-B3C0-7F0637E532F7}" destId="{36D45499-D2B4-1946-AE8C-6B98412B9EDF}" srcOrd="20" destOrd="0" presId="urn:microsoft.com/office/officeart/2005/8/layout/hierarchy3"/>
    <dgm:cxn modelId="{F9148AC1-6071-3546-A72E-563A039C216D}" type="presParOf" srcId="{626C2B61-5D1A-A247-B3C0-7F0637E532F7}" destId="{E3D396F6-AB7D-4240-BEEE-5BAF826AF446}"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9ED40933-2106-034C-9E72-F67B4A4C46AC}" type="presParOf" srcId="{626C2B61-5D1A-A247-B3C0-7F0637E532F7}" destId="{15922EA5-EB18-DA4B-A32F-42BD06F940E7}" srcOrd="24" destOrd="0" presId="urn:microsoft.com/office/officeart/2005/8/layout/hierarchy3"/>
    <dgm:cxn modelId="{5AB32D3E-D55C-134B-9B57-24D33E924E8C}" type="presParOf" srcId="{626C2B61-5D1A-A247-B3C0-7F0637E532F7}" destId="{BC372FAA-11B5-5642-9E5B-C9DAC4753B57}"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DBC05985-9E94-9C40-A21C-B48D8BC28D81}">
      <dgm:prSet custT="1"/>
      <dgm:spPr/>
      <dgm:t>
        <a:bodyPr/>
        <a:lstStyle/>
        <a:p>
          <a:r>
            <a:rPr lang="en-US" sz="1700" b="1" dirty="0">
              <a:solidFill>
                <a:srgbClr val="C00000"/>
              </a:solidFill>
            </a:rPr>
            <a:t>SYSTEM ARCHITECTURE</a:t>
          </a:r>
          <a:endParaRPr lang="en-PH" sz="17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2B63B59A-831D-8243-A2D5-8890093C1102}">
      <dgm:prSet custT="1"/>
      <dgm:spPr/>
      <dgm:t>
        <a:bodyPr/>
        <a:lstStyle/>
        <a:p>
          <a:r>
            <a:rPr lang="en-US" sz="1000" b="1" dirty="0"/>
            <a:t>SEQUENCE DIAGRAM</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ERD (DATABASE DESIGN)</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1000" b="1" dirty="0"/>
            <a:t>USER INTERFACE DESIGN (PROTOTYPE)</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7FF3A996-42A2-7C4A-A64A-2784E300881A}">
      <dgm:prSet custT="1"/>
      <dgm:spPr/>
      <dgm:t>
        <a:bodyPr/>
        <a:lstStyle/>
        <a:p>
          <a:r>
            <a:rPr lang="en-US" sz="900" b="1" dirty="0"/>
            <a:t>SOFTWARE PLATFORMS, DEVELOPMENT, ENVIRONMENTS &amp; TOOLS</a:t>
          </a:r>
        </a:p>
      </dgm:t>
    </dgm:pt>
    <dgm:pt modelId="{BC83B4CF-AF7A-BC43-AE4B-BFAC82EC7772}" cxnId="{B978A970-F6F3-BF4D-A81D-E8AC1E3E721D}" type="parTrans">
      <dgm:prSet/>
      <dgm:spPr/>
      <dgm:t>
        <a:bodyPr/>
        <a:lstStyle/>
        <a:p>
          <a:endParaRPr lang="en-US"/>
        </a:p>
      </dgm:t>
    </dgm:pt>
    <dgm:pt modelId="{51CAF709-D215-9145-AD68-97DF77586561}" cxnId="{B978A970-F6F3-BF4D-A81D-E8AC1E3E721D}"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RESEARCH DESIGN</a:t>
          </a:r>
        </a:p>
      </dgm:t>
    </dgm:pt>
    <dgm:pt modelId="{9E1A579C-CECA-A645-BB3A-E83EAA82F70B}" cxnId="{452CB083-A26D-984C-B22D-B8EBDD309BBB}" type="sibTrans">
      <dgm:prSet/>
      <dgm:spPr/>
      <dgm:t>
        <a:bodyPr/>
        <a:lstStyle/>
        <a:p>
          <a:endParaRPr lang="en-US"/>
        </a:p>
      </dgm:t>
    </dgm:pt>
    <dgm:pt modelId="{8CBE0FFE-EFD1-A846-A673-32BA9B8D09D7}" cxnId="{452CB083-A26D-984C-B22D-B8EBDD309BBB}" type="parTrans">
      <dgm:prSet/>
      <dgm:spPr/>
      <dgm:t>
        <a:bodyPr/>
        <a:lstStyle/>
        <a:p>
          <a:endParaRPr lang="en-US"/>
        </a:p>
      </dgm:t>
    </dgm:pt>
    <dgm:pt modelId="{5E9EF4AC-9AA1-C142-81B0-5A6023A83319}">
      <dgm:prSet custT="1"/>
      <dgm:spPr/>
      <dgm:t>
        <a:bodyPr/>
        <a:lstStyle/>
        <a:p>
          <a:r>
            <a:rPr lang="en-US" sz="1000" b="1" dirty="0"/>
            <a:t>CONCEPTUAL FRAMEWORK</a:t>
          </a:r>
        </a:p>
      </dgm:t>
    </dgm:pt>
    <dgm:pt modelId="{64DCAA11-AEF1-1F4E-96DC-874E791366F9}" cxnId="{706EB2FA-1BAA-FA43-99C6-903210A283F1}" type="parTrans">
      <dgm:prSet/>
      <dgm:spPr/>
      <dgm:t>
        <a:bodyPr/>
        <a:lstStyle/>
        <a:p>
          <a:endParaRPr lang="en-US"/>
        </a:p>
      </dgm:t>
    </dgm:pt>
    <dgm:pt modelId="{DB1627B1-04EA-404B-B92F-599A6678CCF2}" cxnId="{706EB2FA-1BAA-FA43-99C6-903210A283F1}" type="sibTrans">
      <dgm:prSet/>
      <dgm:spPr/>
      <dgm:t>
        <a:bodyPr/>
        <a:lstStyle/>
        <a:p>
          <a:endParaRPr lang="en-US"/>
        </a:p>
      </dgm:t>
    </dgm:pt>
    <dgm:pt modelId="{188A9787-1455-2146-BFBE-D4B2DD013832}">
      <dgm:prSet custT="1"/>
      <dgm:spPr/>
      <dgm:t>
        <a:bodyPr/>
        <a:lstStyle/>
        <a:p>
          <a:r>
            <a:rPr lang="en-US" sz="1000" b="1" dirty="0"/>
            <a:t>USE CASE DIAGRAM</a:t>
          </a:r>
        </a:p>
      </dgm:t>
    </dgm:pt>
    <dgm:pt modelId="{638149B5-6A87-7647-9E88-C2147ABA09FA}" cxnId="{29BC004D-DCBA-1549-B718-53770661D0E6}" type="parTrans">
      <dgm:prSet/>
      <dgm:spPr/>
      <dgm:t>
        <a:bodyPr/>
        <a:lstStyle/>
        <a:p>
          <a:endParaRPr lang="en-US"/>
        </a:p>
      </dgm:t>
    </dgm:pt>
    <dgm:pt modelId="{FB0F4170-A998-1448-A277-E259AFEBC468}" cxnId="{29BC004D-DCBA-1549-B718-53770661D0E6}" type="sibTrans">
      <dgm:prSet/>
      <dgm:spPr/>
      <dgm:t>
        <a:bodyPr/>
        <a:lstStyle/>
        <a:p>
          <a:endParaRPr lang="en-US"/>
        </a:p>
      </dgm:t>
    </dgm:pt>
    <dgm:pt modelId="{288D2318-9FBA-814F-95F3-4A9DCF629163}">
      <dgm:prSet custT="1"/>
      <dgm:spPr/>
      <dgm:t>
        <a:bodyPr/>
        <a:lstStyle/>
        <a:p>
          <a:r>
            <a:rPr lang="en-US" sz="1000" b="1" dirty="0"/>
            <a:t>ACTIVITY DIAGRAM</a:t>
          </a:r>
        </a:p>
      </dgm:t>
    </dgm:pt>
    <dgm:pt modelId="{82A81BED-2532-304D-8DEC-B17D4681237C}" cxnId="{8979AC9E-031F-7E44-9E5A-DAE533780D23}" type="parTrans">
      <dgm:prSet/>
      <dgm:spPr/>
      <dgm:t>
        <a:bodyPr/>
        <a:lstStyle/>
        <a:p>
          <a:endParaRPr lang="en-US"/>
        </a:p>
      </dgm:t>
    </dgm:pt>
    <dgm:pt modelId="{9430273D-105C-1344-A82B-AEF2DF55B2CA}" cxnId="{8979AC9E-031F-7E44-9E5A-DAE533780D23}" type="sibTrans">
      <dgm:prSet/>
      <dgm:spPr/>
      <dgm:t>
        <a:bodyPr/>
        <a:lstStyle/>
        <a:p>
          <a:endParaRPr lang="en-US"/>
        </a:p>
      </dgm:t>
    </dgm:pt>
    <dgm:pt modelId="{B7A26B9C-6956-AD42-9A78-E871746E901A}">
      <dgm:prSet custT="1"/>
      <dgm:spPr/>
      <dgm:t>
        <a:bodyPr/>
        <a:lstStyle/>
        <a:p>
          <a:r>
            <a:rPr lang="en-PH" sz="1000" b="1" dirty="0">
              <a:solidFill>
                <a:schemeClr val="tx1"/>
              </a:solidFill>
            </a:rPr>
            <a:t>SOFTWARE DEVELOPMENT LIFE CYCLE</a:t>
          </a:r>
          <a:endParaRPr lang="en-US" sz="1000" dirty="0">
            <a:solidFill>
              <a:schemeClr val="tx1"/>
            </a:solidFill>
          </a:endParaRPr>
        </a:p>
      </dgm:t>
    </dgm:pt>
    <dgm:pt modelId="{C870ED90-BC2D-4340-959B-3FD3DBEB55F4}" cxnId="{E2F57A88-D72E-0345-8316-94AA2ABE96C0}" type="parTrans">
      <dgm:prSet/>
      <dgm:spPr/>
      <dgm:t>
        <a:bodyPr/>
        <a:lstStyle/>
        <a:p>
          <a:endParaRPr lang="en-US"/>
        </a:p>
      </dgm:t>
    </dgm:pt>
    <dgm:pt modelId="{1C00406F-2A50-4842-B4A8-7EF7DDA2D4E9}" cxnId="{E2F57A88-D72E-0345-8316-94AA2ABE96C0}" type="sibTrans">
      <dgm:prSet/>
      <dgm:spPr/>
      <dgm:t>
        <a:bodyPr/>
        <a:lstStyle/>
        <a:p>
          <a:endParaRPr lang="en-US"/>
        </a:p>
      </dgm:t>
    </dgm:pt>
    <dgm:pt modelId="{AB846AC1-95C6-8D42-B473-D384AE45E532}">
      <dgm:prSet custT="1"/>
      <dgm:spPr/>
      <dgm:t>
        <a:bodyPr/>
        <a:lstStyle/>
        <a:p>
          <a:r>
            <a:rPr lang="en-US" sz="1000" b="1" dirty="0"/>
            <a:t>ALGORITHMS/</a:t>
          </a:r>
        </a:p>
        <a:p>
          <a:r>
            <a:rPr lang="en-US" sz="1000" b="1" dirty="0"/>
            <a:t>FRAMEWORK USED</a:t>
          </a:r>
        </a:p>
      </dgm:t>
    </dgm:pt>
    <dgm:pt modelId="{98A5F5A5-03ED-E34E-B0B1-1CB08676237A}" cxnId="{CDC0FF3E-F75F-A041-9D5C-F93FD3F58BD6}" type="parTrans">
      <dgm:prSet/>
      <dgm:spPr/>
      <dgm:t>
        <a:bodyPr/>
        <a:lstStyle/>
        <a:p>
          <a:endParaRPr lang="en-US"/>
        </a:p>
      </dgm:t>
    </dgm:pt>
    <dgm:pt modelId="{F31D86BD-9988-9648-869F-45BC7C1D05B1}" cxnId="{CDC0FF3E-F75F-A041-9D5C-F93FD3F58BD6}" type="sibTrans">
      <dgm:prSet/>
      <dgm:spPr/>
      <dgm:t>
        <a:bodyPr/>
        <a:lstStyle/>
        <a:p>
          <a:endParaRPr lang="en-US"/>
        </a:p>
      </dgm:t>
    </dgm:pt>
    <dgm:pt modelId="{BDB33F0E-701B-A641-8211-BF53B6A580F8}">
      <dgm:prSet custT="1"/>
      <dgm:spPr/>
      <dgm:t>
        <a:bodyPr/>
        <a:lstStyle/>
        <a:p>
          <a:r>
            <a:rPr lang="en-US" sz="1000" b="1" dirty="0"/>
            <a:t>SYSTEM EVALUATION</a:t>
          </a:r>
        </a:p>
      </dgm:t>
    </dgm:pt>
    <dgm:pt modelId="{2579CF11-C856-DC4C-A243-45F101ADFD2C}" cxnId="{D1103B2B-6F0A-EF42-8F25-99CBD35DAF67}" type="parTrans">
      <dgm:prSet/>
      <dgm:spPr/>
      <dgm:t>
        <a:bodyPr/>
        <a:lstStyle/>
        <a:p>
          <a:endParaRPr lang="en-US"/>
        </a:p>
      </dgm:t>
    </dgm:pt>
    <dgm:pt modelId="{E6244C6A-01A6-FD4A-BFA2-BD6460708448}" cxnId="{D1103B2B-6F0A-EF42-8F25-99CBD35DAF67}"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4433"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D10FB301-27F4-164E-A00D-1345554A7B00}" type="pres">
      <dgm:prSet presAssocID="{8CBE0FFE-EFD1-A846-A673-32BA9B8D09D7}" presName="Name13" presStyleLbl="parChTrans1D2" presStyleIdx="0" presStyleCnt="14"/>
      <dgm:spPr/>
    </dgm:pt>
    <dgm:pt modelId="{936E48F7-4236-FE40-9E07-91D8FBF1635C}" type="pres">
      <dgm:prSet presAssocID="{30ACC724-5675-EA46-BD14-130D30FF364F}" presName="childText" presStyleLbl="bgAcc1" presStyleIdx="0" presStyleCnt="14" custScaleX="307565">
        <dgm:presLayoutVars>
          <dgm:bulletEnabled val="1"/>
        </dgm:presLayoutVars>
      </dgm:prSet>
      <dgm:spPr/>
    </dgm:pt>
    <dgm:pt modelId="{C6AC6921-7A0A-9540-9E44-EF7CCAD89CEE}" type="pres">
      <dgm:prSet presAssocID="{C870ED90-BC2D-4340-959B-3FD3DBEB55F4}" presName="Name13" presStyleLbl="parChTrans1D2" presStyleIdx="1" presStyleCnt="14"/>
      <dgm:spPr/>
    </dgm:pt>
    <dgm:pt modelId="{E7BEC4F7-5471-544A-8605-21C787C39A7D}" type="pres">
      <dgm:prSet presAssocID="{B7A26B9C-6956-AD42-9A78-E871746E901A}" presName="childText" presStyleLbl="bgAcc1" presStyleIdx="1" presStyleCnt="14" custScaleX="308013" custScaleY="141066">
        <dgm:presLayoutVars>
          <dgm:bulletEnabled val="1"/>
        </dgm:presLayoutVars>
      </dgm:prSet>
      <dgm:spPr/>
    </dgm:pt>
    <dgm:pt modelId="{40ED545D-287D-C141-885D-E246B5E4F0AC}" type="pres">
      <dgm:prSet presAssocID="{A87F89C8-A3E5-1A4A-92A6-3A8FA7C9F651}" presName="Name13" presStyleLbl="parChTrans1D2" presStyleIdx="2" presStyleCnt="14"/>
      <dgm:spPr/>
    </dgm:pt>
    <dgm:pt modelId="{361E30B0-32E3-6C49-9085-B0FC7F923612}" type="pres">
      <dgm:prSet presAssocID="{DBC05985-9E94-9C40-A21C-B48D8BC28D81}" presName="childText" presStyleLbl="bgAcc1" presStyleIdx="2" presStyleCnt="14" custScaleX="506422" custScaleY="141066">
        <dgm:presLayoutVars>
          <dgm:bulletEnabled val="1"/>
        </dgm:presLayoutVars>
      </dgm:prSet>
      <dgm:spPr/>
    </dgm:pt>
    <dgm:pt modelId="{E873D76C-09CF-424C-9E74-0D4C629DCF7F}" type="pres">
      <dgm:prSet presAssocID="{64DCAA11-AEF1-1F4E-96DC-874E791366F9}" presName="Name13" presStyleLbl="parChTrans1D2" presStyleIdx="3" presStyleCnt="14"/>
      <dgm:spPr/>
    </dgm:pt>
    <dgm:pt modelId="{6F6A0005-787B-1C45-A03F-70E37E49EC8C}" type="pres">
      <dgm:prSet presAssocID="{5E9EF4AC-9AA1-C142-81B0-5A6023A83319}" presName="childText" presStyleLbl="bgAcc1" presStyleIdx="3" presStyleCnt="14" custScaleX="305743">
        <dgm:presLayoutVars>
          <dgm:bulletEnabled val="1"/>
        </dgm:presLayoutVars>
      </dgm:prSet>
      <dgm:spPr/>
    </dgm:pt>
    <dgm:pt modelId="{A194323D-DD89-0E4C-B485-DEC4CCF295A9}" type="pres">
      <dgm:prSet presAssocID="{98A5F5A5-03ED-E34E-B0B1-1CB08676237A}" presName="Name13" presStyleLbl="parChTrans1D2" presStyleIdx="4" presStyleCnt="14"/>
      <dgm:spPr/>
    </dgm:pt>
    <dgm:pt modelId="{B5B4CEE5-9D4A-F74D-A560-0CCB1CE04F48}" type="pres">
      <dgm:prSet presAssocID="{AB846AC1-95C6-8D42-B473-D384AE45E532}" presName="childText" presStyleLbl="bgAcc1" presStyleIdx="4" presStyleCnt="14" custScaleX="303023">
        <dgm:presLayoutVars>
          <dgm:bulletEnabled val="1"/>
        </dgm:presLayoutVars>
      </dgm:prSet>
      <dgm:spPr/>
    </dgm:pt>
    <dgm:pt modelId="{2838E421-DC3C-DB4A-AAA9-C5929E2FFA0E}" type="pres">
      <dgm:prSet presAssocID="{638149B5-6A87-7647-9E88-C2147ABA09FA}" presName="Name13" presStyleLbl="parChTrans1D2" presStyleIdx="5" presStyleCnt="14"/>
      <dgm:spPr/>
    </dgm:pt>
    <dgm:pt modelId="{2EB9F51F-249C-1E40-B345-EB281620FE54}" type="pres">
      <dgm:prSet presAssocID="{188A9787-1455-2146-BFBE-D4B2DD013832}" presName="childText" presStyleLbl="bgAcc1" presStyleIdx="5" presStyleCnt="14" custScaleX="305743">
        <dgm:presLayoutVars>
          <dgm:bulletEnabled val="1"/>
        </dgm:presLayoutVars>
      </dgm:prSet>
      <dgm:spPr/>
    </dgm:pt>
    <dgm:pt modelId="{FE8608DA-4859-7E4A-9915-DA066A35B943}" type="pres">
      <dgm:prSet presAssocID="{82A81BED-2532-304D-8DEC-B17D4681237C}" presName="Name13" presStyleLbl="parChTrans1D2" presStyleIdx="6" presStyleCnt="14"/>
      <dgm:spPr/>
    </dgm:pt>
    <dgm:pt modelId="{E40DC363-CA37-C04B-98FF-1087B7C73918}" type="pres">
      <dgm:prSet presAssocID="{288D2318-9FBA-814F-95F3-4A9DCF629163}" presName="childText" presStyleLbl="bgAcc1" presStyleIdx="6" presStyleCnt="14" custScaleX="305743">
        <dgm:presLayoutVars>
          <dgm:bulletEnabled val="1"/>
        </dgm:presLayoutVars>
      </dgm:prSet>
      <dgm:spPr/>
    </dgm:pt>
    <dgm:pt modelId="{A216BE8C-F0E1-B449-89B2-B155F89FBF9D}" type="pres">
      <dgm:prSet presAssocID="{A64A8246-1EAF-1047-A607-F4FA28898692}" presName="Name13" presStyleLbl="parChTrans1D2" presStyleIdx="7" presStyleCnt="14"/>
      <dgm:spPr/>
    </dgm:pt>
    <dgm:pt modelId="{186A85C1-A331-174B-A478-88A611080762}" type="pres">
      <dgm:prSet presAssocID="{2B63B59A-831D-8243-A2D5-8890093C1102}" presName="childText" presStyleLbl="bgAcc1" presStyleIdx="7" presStyleCnt="14" custScaleX="307565">
        <dgm:presLayoutVars>
          <dgm:bulletEnabled val="1"/>
        </dgm:presLayoutVars>
      </dgm:prSet>
      <dgm:spPr/>
    </dgm:pt>
    <dgm:pt modelId="{31C223A4-2AA4-9540-BBFD-8028CC4047EC}" type="pres">
      <dgm:prSet presAssocID="{CA5B58E0-047A-484D-9A66-4A36EAC0BB1B}" presName="Name13" presStyleLbl="parChTrans1D2" presStyleIdx="8" presStyleCnt="14"/>
      <dgm:spPr/>
    </dgm:pt>
    <dgm:pt modelId="{77760F1F-C97C-8145-9E80-32158E95C9BC}" type="pres">
      <dgm:prSet presAssocID="{75616830-9754-7848-88C8-2F6D02D8CD3A}" presName="childText" presStyleLbl="bgAcc1" presStyleIdx="8" presStyleCnt="14" custScaleX="307565">
        <dgm:presLayoutVars>
          <dgm:bulletEnabled val="1"/>
        </dgm:presLayoutVars>
      </dgm:prSet>
      <dgm:spPr/>
    </dgm:pt>
    <dgm:pt modelId="{5BD2E31C-EF17-B74E-9AF1-6EA8AE72BB17}" type="pres">
      <dgm:prSet presAssocID="{12F4C62E-44F3-8149-AD84-6B6F5F1A343F}" presName="Name13" presStyleLbl="parChTrans1D2" presStyleIdx="9" presStyleCnt="14"/>
      <dgm:spPr/>
    </dgm:pt>
    <dgm:pt modelId="{40142824-BC79-9646-A094-EFF1AF3B4394}" type="pres">
      <dgm:prSet presAssocID="{09E4F72F-D6DC-174C-8B49-95E3584C1E93}" presName="childText" presStyleLbl="bgAcc1" presStyleIdx="9" presStyleCnt="14" custScaleX="307565">
        <dgm:presLayoutVars>
          <dgm:bulletEnabled val="1"/>
        </dgm:presLayoutVars>
      </dgm:prSet>
      <dgm:spPr/>
    </dgm:pt>
    <dgm:pt modelId="{36D45499-D2B4-1946-AE8C-6B98412B9EDF}" type="pres">
      <dgm:prSet presAssocID="{BC83B4CF-AF7A-BC43-AE4B-BFAC82EC7772}" presName="Name13" presStyleLbl="parChTrans1D2" presStyleIdx="10" presStyleCnt="14"/>
      <dgm:spPr/>
    </dgm:pt>
    <dgm:pt modelId="{E3D396F6-AB7D-4240-BEEE-5BAF826AF446}" type="pres">
      <dgm:prSet presAssocID="{7FF3A996-42A2-7C4A-A64A-2784E300881A}"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512C5ACD-9AD2-6D40-BCE8-1F4730176F87}" type="pres">
      <dgm:prSet presAssocID="{2579CF11-C856-DC4C-A243-45F101ADFD2C}" presName="Name13" presStyleLbl="parChTrans1D2" presStyleIdx="12" presStyleCnt="14"/>
      <dgm:spPr/>
    </dgm:pt>
    <dgm:pt modelId="{053FA272-89C6-AA49-BB4C-932A0964EB0E}" type="pres">
      <dgm:prSet presAssocID="{BDB33F0E-701B-A641-8211-BF53B6A580F8}" presName="childText" presStyleLbl="bgAcc1" presStyleIdx="12" presStyleCnt="14" custScaleX="307250">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A753EB0D-B3D8-AA40-9FC3-E66C0C2F531A}" srcId="{89000C22-FEA5-384E-9C5D-5DBFD16F50E3}" destId="{09E4F72F-D6DC-174C-8B49-95E3584C1E93}" srcOrd="9" destOrd="0" parTransId="{12F4C62E-44F3-8149-AD84-6B6F5F1A343F}" sibTransId="{B8F4D172-9EE4-7347-B3E6-E15BD1579BF8}"/>
    <dgm:cxn modelId="{CEABD00F-1A26-3F4D-B841-EADF388AD200}" srcId="{89000C22-FEA5-384E-9C5D-5DBFD16F50E3}" destId="{75616830-9754-7848-88C8-2F6D02D8CD3A}" srcOrd="8"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6899181F-7C50-0B49-9014-37F433F4336B}" type="presOf" srcId="{638149B5-6A87-7647-9E88-C2147ABA09FA}" destId="{2838E421-DC3C-DB4A-AAA9-C5929E2FFA0E}" srcOrd="0" destOrd="0" presId="urn:microsoft.com/office/officeart/2005/8/layout/hierarchy3"/>
    <dgm:cxn modelId="{68ACAA22-6D7D-8F4F-8F67-6B5C76C58B58}" type="presOf" srcId="{98A5F5A5-03ED-E34E-B0B1-1CB08676237A}" destId="{A194323D-DD89-0E4C-B485-DEC4CCF295A9}" srcOrd="0" destOrd="0" presId="urn:microsoft.com/office/officeart/2005/8/layout/hierarchy3"/>
    <dgm:cxn modelId="{BB72BA22-17C1-7948-A586-8DB6A0068C49}" type="presOf" srcId="{188A9787-1455-2146-BFBE-D4B2DD013832}" destId="{2EB9F51F-249C-1E40-B345-EB281620FE54}" srcOrd="0" destOrd="0" presId="urn:microsoft.com/office/officeart/2005/8/layout/hierarchy3"/>
    <dgm:cxn modelId="{D1103B2B-6F0A-EF42-8F25-99CBD35DAF67}" srcId="{89000C22-FEA5-384E-9C5D-5DBFD16F50E3}" destId="{BDB33F0E-701B-A641-8211-BF53B6A580F8}" srcOrd="12" destOrd="0" parTransId="{2579CF11-C856-DC4C-A243-45F101ADFD2C}" sibTransId="{E6244C6A-01A6-FD4A-BFA2-BD6460708448}"/>
    <dgm:cxn modelId="{BD371C39-E07D-4349-94F4-0183AE136A6F}" type="presOf" srcId="{C870ED90-BC2D-4340-959B-3FD3DBEB55F4}" destId="{C6AC6921-7A0A-9540-9E44-EF7CCAD89CEE}" srcOrd="0" destOrd="0" presId="urn:microsoft.com/office/officeart/2005/8/layout/hierarchy3"/>
    <dgm:cxn modelId="{CDC0FF3E-F75F-A041-9D5C-F93FD3F58BD6}" srcId="{89000C22-FEA5-384E-9C5D-5DBFD16F50E3}" destId="{AB846AC1-95C6-8D42-B473-D384AE45E532}" srcOrd="4" destOrd="0" parTransId="{98A5F5A5-03ED-E34E-B0B1-1CB08676237A}" sibTransId="{F31D86BD-9988-9648-869F-45BC7C1D05B1}"/>
    <dgm:cxn modelId="{3EA96643-C934-7348-84EE-0DD6BD219068}" srcId="{89000C22-FEA5-384E-9C5D-5DBFD16F50E3}" destId="{2B63B59A-831D-8243-A2D5-8890093C1102}" srcOrd="7" destOrd="0" parTransId="{A64A8246-1EAF-1047-A607-F4FA28898692}" sibTransId="{1812D7BA-2071-9E4D-84F6-3C90CE334F03}"/>
    <dgm:cxn modelId="{6A2F0F45-8260-E04D-ACBA-EA7CE09F4A0B}" type="presOf" srcId="{82A81BED-2532-304D-8DEC-B17D4681237C}" destId="{FE8608DA-4859-7E4A-9915-DA066A35B943}" srcOrd="0" destOrd="0" presId="urn:microsoft.com/office/officeart/2005/8/layout/hierarchy3"/>
    <dgm:cxn modelId="{7C7B364A-6802-534C-B6EB-87202A20B48A}" type="presOf" srcId="{2579CF11-C856-DC4C-A243-45F101ADFD2C}" destId="{512C5ACD-9AD2-6D40-BCE8-1F4730176F87}" srcOrd="0" destOrd="0" presId="urn:microsoft.com/office/officeart/2005/8/layout/hierarchy3"/>
    <dgm:cxn modelId="{29BC004D-DCBA-1549-B718-53770661D0E6}" srcId="{89000C22-FEA5-384E-9C5D-5DBFD16F50E3}" destId="{188A9787-1455-2146-BFBE-D4B2DD013832}" srcOrd="5" destOrd="0" parTransId="{638149B5-6A87-7647-9E88-C2147ABA09FA}" sibTransId="{FB0F4170-A998-1448-A277-E259AFEBC468}"/>
    <dgm:cxn modelId="{D208224D-BAD1-B74E-9C5C-0EB0C6FA966F}" type="presOf" srcId="{934328D6-2A0F-C846-A8AA-DEB7DF562214}" destId="{0C9E170C-52D9-3745-8562-90986B2BE394}"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2"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9D76F96C-F0BA-3B48-832C-5758D127503C}" type="presOf" srcId="{7FF3A996-42A2-7C4A-A64A-2784E300881A}" destId="{E3D396F6-AB7D-4240-BEEE-5BAF826AF446}" srcOrd="0" destOrd="0" presId="urn:microsoft.com/office/officeart/2005/8/layout/hierarchy3"/>
    <dgm:cxn modelId="{B978A970-F6F3-BF4D-A81D-E8AC1E3E721D}" srcId="{89000C22-FEA5-384E-9C5D-5DBFD16F50E3}" destId="{7FF3A996-42A2-7C4A-A64A-2784E300881A}" srcOrd="10" destOrd="0" parTransId="{BC83B4CF-AF7A-BC43-AE4B-BFAC82EC7772}" sibTransId="{51CAF709-D215-9145-AD68-97DF77586561}"/>
    <dgm:cxn modelId="{9F60C778-16A2-084B-BA49-C4D9EC265B1B}" type="presOf" srcId="{75616830-9754-7848-88C8-2F6D02D8CD3A}" destId="{77760F1F-C97C-8145-9E80-32158E95C9BC}" srcOrd="0" destOrd="0" presId="urn:microsoft.com/office/officeart/2005/8/layout/hierarchy3"/>
    <dgm:cxn modelId="{B1254F79-C77B-AD42-9F77-D4C37289E530}" type="presOf" srcId="{AB846AC1-95C6-8D42-B473-D384AE45E532}" destId="{B5B4CEE5-9D4A-F74D-A560-0CCB1CE04F48}"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0" destOrd="0" parTransId="{8CBE0FFE-EFD1-A846-A673-32BA9B8D09D7}" sibTransId="{9E1A579C-CECA-A645-BB3A-E83EAA82F70B}"/>
    <dgm:cxn modelId="{E2F57A88-D72E-0345-8316-94AA2ABE96C0}" srcId="{89000C22-FEA5-384E-9C5D-5DBFD16F50E3}" destId="{B7A26B9C-6956-AD42-9A78-E871746E901A}" srcOrd="1" destOrd="0" parTransId="{C870ED90-BC2D-4340-959B-3FD3DBEB55F4}" sibTransId="{1C00406F-2A50-4842-B4A8-7EF7DDA2D4E9}"/>
    <dgm:cxn modelId="{511A318C-9D2D-3C43-8C73-90CF4C0CFEA3}" type="presOf" srcId="{BDB33F0E-701B-A641-8211-BF53B6A580F8}" destId="{053FA272-89C6-AA49-BB4C-932A0964EB0E}" srcOrd="0" destOrd="0" presId="urn:microsoft.com/office/officeart/2005/8/layout/hierarchy3"/>
    <dgm:cxn modelId="{A16F318F-068C-D74E-8E78-E6EDCD9CABF8}" type="presOf" srcId="{2E9D4F04-2A3C-6F43-9CC9-A5DD13B75D19}" destId="{98BFB16D-611A-E340-824C-7A8C7562F773}" srcOrd="0" destOrd="0" presId="urn:microsoft.com/office/officeart/2005/8/layout/hierarchy3"/>
    <dgm:cxn modelId="{5EF9588F-C75D-F042-85E4-54069D0A41F9}" type="presOf" srcId="{64DCAA11-AEF1-1F4E-96DC-874E791366F9}" destId="{E873D76C-09CF-424C-9E74-0D4C629DCF7F}"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8979AC9E-031F-7E44-9E5A-DAE533780D23}" srcId="{89000C22-FEA5-384E-9C5D-5DBFD16F50E3}" destId="{288D2318-9FBA-814F-95F3-4A9DCF629163}" srcOrd="6" destOrd="0" parTransId="{82A81BED-2532-304D-8DEC-B17D4681237C}" sibTransId="{9430273D-105C-1344-A82B-AEF2DF55B2CA}"/>
    <dgm:cxn modelId="{A7AE84A1-5A8A-4C4A-AEAF-FCAD2AD0CA86}" type="presOf" srcId="{EAB65DF0-6B56-2042-BE71-08461ABD452F}" destId="{37BA8E79-58B3-8442-8A6C-D6C51892D14D}" srcOrd="0" destOrd="0" presId="urn:microsoft.com/office/officeart/2005/8/layout/hierarchy3"/>
    <dgm:cxn modelId="{54C51AA8-2CAA-5C4A-8D63-E56C888FC53C}" type="presOf" srcId="{BC83B4CF-AF7A-BC43-AE4B-BFAC82EC7772}" destId="{36D45499-D2B4-1946-AE8C-6B98412B9EDF}"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BB59F1C5-A16E-804D-BCF4-14E13347C6F4}" type="presOf" srcId="{8CBE0FFE-EFD1-A846-A673-32BA9B8D09D7}" destId="{D10FB301-27F4-164E-A00D-1345554A7B00}" srcOrd="0" destOrd="0" presId="urn:microsoft.com/office/officeart/2005/8/layout/hierarchy3"/>
    <dgm:cxn modelId="{DC6A50CC-B10E-C44B-8A54-A67F2DF8E087}" type="presOf" srcId="{288D2318-9FBA-814F-95F3-4A9DCF629163}" destId="{E40DC363-CA37-C04B-98FF-1087B7C73918}"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A16F3EEA-59DA-4042-A783-35A8E37A1CFA}" type="presOf" srcId="{5E9EF4AC-9AA1-C142-81B0-5A6023A83319}" destId="{6F6A0005-787B-1C45-A03F-70E37E49EC8C}" srcOrd="0" destOrd="0" presId="urn:microsoft.com/office/officeart/2005/8/layout/hierarchy3"/>
    <dgm:cxn modelId="{27D28AF4-5EDC-5D4D-947A-DE0CF5952B5D}" type="presOf" srcId="{B7A26B9C-6956-AD42-9A78-E871746E901A}" destId="{E7BEC4F7-5471-544A-8605-21C787C39A7D}" srcOrd="0" destOrd="0" presId="urn:microsoft.com/office/officeart/2005/8/layout/hierarchy3"/>
    <dgm:cxn modelId="{706EB2FA-1BAA-FA43-99C6-903210A283F1}" srcId="{89000C22-FEA5-384E-9C5D-5DBFD16F50E3}" destId="{5E9EF4AC-9AA1-C142-81B0-5A6023A83319}" srcOrd="3" destOrd="0" parTransId="{64DCAA11-AEF1-1F4E-96DC-874E791366F9}" sibTransId="{DB1627B1-04EA-404B-B92F-599A6678CCF2}"/>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64756059-C841-2741-AE6A-5F5D8AB034E2}" type="presParOf" srcId="{626C2B61-5D1A-A247-B3C0-7F0637E532F7}" destId="{D10FB301-27F4-164E-A00D-1345554A7B00}" srcOrd="0" destOrd="0" presId="urn:microsoft.com/office/officeart/2005/8/layout/hierarchy3"/>
    <dgm:cxn modelId="{2F88CFE3-CF3F-F04A-98B1-880B822B0CD3}" type="presParOf" srcId="{626C2B61-5D1A-A247-B3C0-7F0637E532F7}" destId="{936E48F7-4236-FE40-9E07-91D8FBF1635C}" srcOrd="1" destOrd="0" presId="urn:microsoft.com/office/officeart/2005/8/layout/hierarchy3"/>
    <dgm:cxn modelId="{79AE31F0-9259-FD42-9C40-926AF89C09B2}" type="presParOf" srcId="{626C2B61-5D1A-A247-B3C0-7F0637E532F7}" destId="{C6AC6921-7A0A-9540-9E44-EF7CCAD89CEE}" srcOrd="2" destOrd="0" presId="urn:microsoft.com/office/officeart/2005/8/layout/hierarchy3"/>
    <dgm:cxn modelId="{AE22B5C7-27AF-FA48-BAC6-683B04AF39E4}" type="presParOf" srcId="{626C2B61-5D1A-A247-B3C0-7F0637E532F7}" destId="{E7BEC4F7-5471-544A-8605-21C787C39A7D}" srcOrd="3" destOrd="0" presId="urn:microsoft.com/office/officeart/2005/8/layout/hierarchy3"/>
    <dgm:cxn modelId="{C13FD89E-D137-4F41-81BB-8FF264C2E053}" type="presParOf" srcId="{626C2B61-5D1A-A247-B3C0-7F0637E532F7}" destId="{40ED545D-287D-C141-885D-E246B5E4F0AC}" srcOrd="4" destOrd="0" presId="urn:microsoft.com/office/officeart/2005/8/layout/hierarchy3"/>
    <dgm:cxn modelId="{2E669BCF-F06C-F742-90CB-AF3F2F895485}" type="presParOf" srcId="{626C2B61-5D1A-A247-B3C0-7F0637E532F7}" destId="{361E30B0-32E3-6C49-9085-B0FC7F923612}" srcOrd="5" destOrd="0" presId="urn:microsoft.com/office/officeart/2005/8/layout/hierarchy3"/>
    <dgm:cxn modelId="{0FC0EBBE-0CE5-8F47-B37A-66F28FFF6ACB}" type="presParOf" srcId="{626C2B61-5D1A-A247-B3C0-7F0637E532F7}" destId="{E873D76C-09CF-424C-9E74-0D4C629DCF7F}" srcOrd="6" destOrd="0" presId="urn:microsoft.com/office/officeart/2005/8/layout/hierarchy3"/>
    <dgm:cxn modelId="{AF61BFC1-831B-CD48-90AF-929FC679C113}" type="presParOf" srcId="{626C2B61-5D1A-A247-B3C0-7F0637E532F7}" destId="{6F6A0005-787B-1C45-A03F-70E37E49EC8C}" srcOrd="7" destOrd="0" presId="urn:microsoft.com/office/officeart/2005/8/layout/hierarchy3"/>
    <dgm:cxn modelId="{86ED9D92-4D0B-AB47-83D5-B1A48A7DE958}" type="presParOf" srcId="{626C2B61-5D1A-A247-B3C0-7F0637E532F7}" destId="{A194323D-DD89-0E4C-B485-DEC4CCF295A9}" srcOrd="8" destOrd="0" presId="urn:microsoft.com/office/officeart/2005/8/layout/hierarchy3"/>
    <dgm:cxn modelId="{C2FAF84C-8636-8F46-A451-090ADDDD1076}" type="presParOf" srcId="{626C2B61-5D1A-A247-B3C0-7F0637E532F7}" destId="{B5B4CEE5-9D4A-F74D-A560-0CCB1CE04F48}" srcOrd="9" destOrd="0" presId="urn:microsoft.com/office/officeart/2005/8/layout/hierarchy3"/>
    <dgm:cxn modelId="{9047FC52-B332-2A4A-9434-86404724A92D}" type="presParOf" srcId="{626C2B61-5D1A-A247-B3C0-7F0637E532F7}" destId="{2838E421-DC3C-DB4A-AAA9-C5929E2FFA0E}" srcOrd="10" destOrd="0" presId="urn:microsoft.com/office/officeart/2005/8/layout/hierarchy3"/>
    <dgm:cxn modelId="{42B7DD3D-A88F-424F-A37C-B12CCA625CA7}" type="presParOf" srcId="{626C2B61-5D1A-A247-B3C0-7F0637E532F7}" destId="{2EB9F51F-249C-1E40-B345-EB281620FE54}" srcOrd="11" destOrd="0" presId="urn:microsoft.com/office/officeart/2005/8/layout/hierarchy3"/>
    <dgm:cxn modelId="{DA40639B-AE8D-9E46-9E91-A7D7B43FC754}" type="presParOf" srcId="{626C2B61-5D1A-A247-B3C0-7F0637E532F7}" destId="{FE8608DA-4859-7E4A-9915-DA066A35B943}" srcOrd="12" destOrd="0" presId="urn:microsoft.com/office/officeart/2005/8/layout/hierarchy3"/>
    <dgm:cxn modelId="{80AD7C6C-EA69-2046-8D4D-942D63716D75}" type="presParOf" srcId="{626C2B61-5D1A-A247-B3C0-7F0637E532F7}" destId="{E40DC363-CA37-C04B-98FF-1087B7C73918}" srcOrd="13" destOrd="0" presId="urn:microsoft.com/office/officeart/2005/8/layout/hierarchy3"/>
    <dgm:cxn modelId="{B7DADE57-B579-0242-800E-8ABC06C024AF}" type="presParOf" srcId="{626C2B61-5D1A-A247-B3C0-7F0637E532F7}" destId="{A216BE8C-F0E1-B449-89B2-B155F89FBF9D}" srcOrd="14" destOrd="0" presId="urn:microsoft.com/office/officeart/2005/8/layout/hierarchy3"/>
    <dgm:cxn modelId="{3532B1D8-0F9C-5D49-A1DC-11DCB075BE0F}" type="presParOf" srcId="{626C2B61-5D1A-A247-B3C0-7F0637E532F7}" destId="{186A85C1-A331-174B-A478-88A611080762}" srcOrd="15" destOrd="0" presId="urn:microsoft.com/office/officeart/2005/8/layout/hierarchy3"/>
    <dgm:cxn modelId="{DCEEE259-C2DF-6547-A661-F91F8B8B0C51}" type="presParOf" srcId="{626C2B61-5D1A-A247-B3C0-7F0637E532F7}" destId="{31C223A4-2AA4-9540-BBFD-8028CC4047EC}" srcOrd="16" destOrd="0" presId="urn:microsoft.com/office/officeart/2005/8/layout/hierarchy3"/>
    <dgm:cxn modelId="{57476D42-1E49-534C-B036-8742FE644CE9}" type="presParOf" srcId="{626C2B61-5D1A-A247-B3C0-7F0637E532F7}" destId="{77760F1F-C97C-8145-9E80-32158E95C9BC}" srcOrd="17" destOrd="0" presId="urn:microsoft.com/office/officeart/2005/8/layout/hierarchy3"/>
    <dgm:cxn modelId="{3EAAE10B-9CBA-F94A-9833-4527E4743748}" type="presParOf" srcId="{626C2B61-5D1A-A247-B3C0-7F0637E532F7}" destId="{5BD2E31C-EF17-B74E-9AF1-6EA8AE72BB17}" srcOrd="18" destOrd="0" presId="urn:microsoft.com/office/officeart/2005/8/layout/hierarchy3"/>
    <dgm:cxn modelId="{34C907AC-CD6C-A646-B206-53AB6BEC55D1}" type="presParOf" srcId="{626C2B61-5D1A-A247-B3C0-7F0637E532F7}" destId="{40142824-BC79-9646-A094-EFF1AF3B4394}" srcOrd="19" destOrd="0" presId="urn:microsoft.com/office/officeart/2005/8/layout/hierarchy3"/>
    <dgm:cxn modelId="{0F33C897-1845-C241-8B75-35C8A86AB38F}" type="presParOf" srcId="{626C2B61-5D1A-A247-B3C0-7F0637E532F7}" destId="{36D45499-D2B4-1946-AE8C-6B98412B9EDF}" srcOrd="20" destOrd="0" presId="urn:microsoft.com/office/officeart/2005/8/layout/hierarchy3"/>
    <dgm:cxn modelId="{F9148AC1-6071-3546-A72E-563A039C216D}" type="presParOf" srcId="{626C2B61-5D1A-A247-B3C0-7F0637E532F7}" destId="{E3D396F6-AB7D-4240-BEEE-5BAF826AF446}"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B4F8C699-5987-9C48-88B8-1B593CD3FA50}" type="presParOf" srcId="{626C2B61-5D1A-A247-B3C0-7F0637E532F7}" destId="{512C5ACD-9AD2-6D40-BCE8-1F4730176F87}" srcOrd="24" destOrd="0" presId="urn:microsoft.com/office/officeart/2005/8/layout/hierarchy3"/>
    <dgm:cxn modelId="{F2559D44-3089-604C-80C1-F820F039670B}" type="presParOf" srcId="{626C2B61-5D1A-A247-B3C0-7F0637E532F7}" destId="{053FA272-89C6-AA49-BB4C-932A0964EB0E}"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DBC05985-9E94-9C40-A21C-B48D8BC28D81}">
      <dgm:prSet custT="1"/>
      <dgm:spPr/>
      <dgm:t>
        <a:bodyPr/>
        <a:lstStyle/>
        <a:p>
          <a:r>
            <a:rPr lang="en-US" sz="1700" b="1" dirty="0">
              <a:solidFill>
                <a:srgbClr val="C00000"/>
              </a:solidFill>
            </a:rPr>
            <a:t>CONCEPTUAL FRAMEWORK</a:t>
          </a:r>
          <a:endParaRPr lang="en-PH" sz="17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2B63B59A-831D-8243-A2D5-8890093C1102}">
      <dgm:prSet custT="1"/>
      <dgm:spPr/>
      <dgm:t>
        <a:bodyPr/>
        <a:lstStyle/>
        <a:p>
          <a:r>
            <a:rPr lang="en-US" sz="1000" b="1" dirty="0"/>
            <a:t>ERD(DATABASE DESIGN)</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USER INTERFACE DESIGN(PROTOTYPE)</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800" b="1" dirty="0"/>
            <a:t>SOFTWARE PLATFORMS, DEVELOPMENT, ENVIRONMENTS &amp; TOOLS</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RESEARCH DESIGN</a:t>
          </a:r>
        </a:p>
      </dgm:t>
    </dgm:pt>
    <dgm:pt modelId="{9E1A579C-CECA-A645-BB3A-E83EAA82F70B}" cxnId="{452CB083-A26D-984C-B22D-B8EBDD309BBB}" type="sibTrans">
      <dgm:prSet/>
      <dgm:spPr/>
      <dgm:t>
        <a:bodyPr/>
        <a:lstStyle/>
        <a:p>
          <a:endParaRPr lang="en-US"/>
        </a:p>
      </dgm:t>
    </dgm:pt>
    <dgm:pt modelId="{8CBE0FFE-EFD1-A846-A673-32BA9B8D09D7}" cxnId="{452CB083-A26D-984C-B22D-B8EBDD309BBB}" type="parTrans">
      <dgm:prSet/>
      <dgm:spPr/>
      <dgm:t>
        <a:bodyPr/>
        <a:lstStyle/>
        <a:p>
          <a:endParaRPr lang="en-US"/>
        </a:p>
      </dgm:t>
    </dgm:pt>
    <dgm:pt modelId="{5E9EF4AC-9AA1-C142-81B0-5A6023A83319}">
      <dgm:prSet custT="1"/>
      <dgm:spPr/>
      <dgm:t>
        <a:bodyPr/>
        <a:lstStyle/>
        <a:p>
          <a:r>
            <a:rPr lang="en-US" sz="1000" b="1" dirty="0"/>
            <a:t>ALGORITHMS/</a:t>
          </a:r>
        </a:p>
        <a:p>
          <a:r>
            <a:rPr lang="en-US" sz="1000" b="1" dirty="0"/>
            <a:t>FRAMEWORK USED</a:t>
          </a:r>
        </a:p>
      </dgm:t>
    </dgm:pt>
    <dgm:pt modelId="{64DCAA11-AEF1-1F4E-96DC-874E791366F9}" cxnId="{706EB2FA-1BAA-FA43-99C6-903210A283F1}" type="parTrans">
      <dgm:prSet/>
      <dgm:spPr/>
      <dgm:t>
        <a:bodyPr/>
        <a:lstStyle/>
        <a:p>
          <a:endParaRPr lang="en-US"/>
        </a:p>
      </dgm:t>
    </dgm:pt>
    <dgm:pt modelId="{DB1627B1-04EA-404B-B92F-599A6678CCF2}" cxnId="{706EB2FA-1BAA-FA43-99C6-903210A283F1}" type="sibTrans">
      <dgm:prSet/>
      <dgm:spPr/>
      <dgm:t>
        <a:bodyPr/>
        <a:lstStyle/>
        <a:p>
          <a:endParaRPr lang="en-US"/>
        </a:p>
      </dgm:t>
    </dgm:pt>
    <dgm:pt modelId="{188A9787-1455-2146-BFBE-D4B2DD013832}">
      <dgm:prSet custT="1"/>
      <dgm:spPr/>
      <dgm:t>
        <a:bodyPr/>
        <a:lstStyle/>
        <a:p>
          <a:r>
            <a:rPr lang="en-US" sz="1000" b="1" dirty="0"/>
            <a:t>ACTIVITY DIAGRAM</a:t>
          </a:r>
        </a:p>
      </dgm:t>
    </dgm:pt>
    <dgm:pt modelId="{638149B5-6A87-7647-9E88-C2147ABA09FA}" cxnId="{29BC004D-DCBA-1549-B718-53770661D0E6}" type="parTrans">
      <dgm:prSet/>
      <dgm:spPr/>
      <dgm:t>
        <a:bodyPr/>
        <a:lstStyle/>
        <a:p>
          <a:endParaRPr lang="en-US"/>
        </a:p>
      </dgm:t>
    </dgm:pt>
    <dgm:pt modelId="{FB0F4170-A998-1448-A277-E259AFEBC468}" cxnId="{29BC004D-DCBA-1549-B718-53770661D0E6}" type="sibTrans">
      <dgm:prSet/>
      <dgm:spPr/>
      <dgm:t>
        <a:bodyPr/>
        <a:lstStyle/>
        <a:p>
          <a:endParaRPr lang="en-US"/>
        </a:p>
      </dgm:t>
    </dgm:pt>
    <dgm:pt modelId="{288D2318-9FBA-814F-95F3-4A9DCF629163}">
      <dgm:prSet custT="1"/>
      <dgm:spPr/>
      <dgm:t>
        <a:bodyPr/>
        <a:lstStyle/>
        <a:p>
          <a:r>
            <a:rPr lang="en-US" sz="1000" b="1" dirty="0"/>
            <a:t>SEQUENCE DIAGRAM</a:t>
          </a:r>
        </a:p>
      </dgm:t>
    </dgm:pt>
    <dgm:pt modelId="{82A81BED-2532-304D-8DEC-B17D4681237C}" cxnId="{8979AC9E-031F-7E44-9E5A-DAE533780D23}" type="parTrans">
      <dgm:prSet/>
      <dgm:spPr/>
      <dgm:t>
        <a:bodyPr/>
        <a:lstStyle/>
        <a:p>
          <a:endParaRPr lang="en-US"/>
        </a:p>
      </dgm:t>
    </dgm:pt>
    <dgm:pt modelId="{9430273D-105C-1344-A82B-AEF2DF55B2CA}" cxnId="{8979AC9E-031F-7E44-9E5A-DAE533780D23}" type="sibTrans">
      <dgm:prSet/>
      <dgm:spPr/>
      <dgm:t>
        <a:bodyPr/>
        <a:lstStyle/>
        <a:p>
          <a:endParaRPr lang="en-US"/>
        </a:p>
      </dgm:t>
    </dgm:pt>
    <dgm:pt modelId="{B7A26B9C-6956-AD42-9A78-E871746E901A}">
      <dgm:prSet custT="1"/>
      <dgm:spPr/>
      <dgm:t>
        <a:bodyPr/>
        <a:lstStyle/>
        <a:p>
          <a:r>
            <a:rPr lang="en-PH" sz="1000" b="1" dirty="0">
              <a:solidFill>
                <a:schemeClr val="tx1"/>
              </a:solidFill>
            </a:rPr>
            <a:t>SOFTWARE DEVELOPMENT LIFE CYCLE</a:t>
          </a:r>
          <a:endParaRPr lang="en-US" sz="1000" dirty="0">
            <a:solidFill>
              <a:schemeClr val="tx1"/>
            </a:solidFill>
          </a:endParaRPr>
        </a:p>
      </dgm:t>
    </dgm:pt>
    <dgm:pt modelId="{C870ED90-BC2D-4340-959B-3FD3DBEB55F4}" cxnId="{E2F57A88-D72E-0345-8316-94AA2ABE96C0}" type="parTrans">
      <dgm:prSet/>
      <dgm:spPr/>
      <dgm:t>
        <a:bodyPr/>
        <a:lstStyle/>
        <a:p>
          <a:endParaRPr lang="en-US"/>
        </a:p>
      </dgm:t>
    </dgm:pt>
    <dgm:pt modelId="{1C00406F-2A50-4842-B4A8-7EF7DDA2D4E9}" cxnId="{E2F57A88-D72E-0345-8316-94AA2ABE96C0}" type="sibTrans">
      <dgm:prSet/>
      <dgm:spPr/>
      <dgm:t>
        <a:bodyPr/>
        <a:lstStyle/>
        <a:p>
          <a:endParaRPr lang="en-US"/>
        </a:p>
      </dgm:t>
    </dgm:pt>
    <dgm:pt modelId="{AB846AC1-95C6-8D42-B473-D384AE45E532}">
      <dgm:prSet custT="1"/>
      <dgm:spPr/>
      <dgm:t>
        <a:bodyPr/>
        <a:lstStyle/>
        <a:p>
          <a:r>
            <a:rPr lang="en-US" sz="1000" b="1" dirty="0"/>
            <a:t>USE CASE DIAGRAM</a:t>
          </a:r>
        </a:p>
      </dgm:t>
    </dgm:pt>
    <dgm:pt modelId="{98A5F5A5-03ED-E34E-B0B1-1CB08676237A}" cxnId="{CDC0FF3E-F75F-A041-9D5C-F93FD3F58BD6}" type="parTrans">
      <dgm:prSet/>
      <dgm:spPr/>
      <dgm:t>
        <a:bodyPr/>
        <a:lstStyle/>
        <a:p>
          <a:endParaRPr lang="en-US"/>
        </a:p>
      </dgm:t>
    </dgm:pt>
    <dgm:pt modelId="{F31D86BD-9988-9648-869F-45BC7C1D05B1}" cxnId="{CDC0FF3E-F75F-A041-9D5C-F93FD3F58BD6}" type="sibTrans">
      <dgm:prSet/>
      <dgm:spPr/>
      <dgm:t>
        <a:bodyPr/>
        <a:lstStyle/>
        <a:p>
          <a:endParaRPr lang="en-US"/>
        </a:p>
      </dgm:t>
    </dgm:pt>
    <dgm:pt modelId="{BDB33F0E-701B-A641-8211-BF53B6A580F8}">
      <dgm:prSet custT="1"/>
      <dgm:spPr/>
      <dgm:t>
        <a:bodyPr/>
        <a:lstStyle/>
        <a:p>
          <a:r>
            <a:rPr lang="en-US" sz="1000" b="1" dirty="0"/>
            <a:t>SYSTEM EVALUATION</a:t>
          </a:r>
        </a:p>
      </dgm:t>
    </dgm:pt>
    <dgm:pt modelId="{2579CF11-C856-DC4C-A243-45F101ADFD2C}" cxnId="{D1103B2B-6F0A-EF42-8F25-99CBD35DAF67}" type="parTrans">
      <dgm:prSet/>
      <dgm:spPr/>
      <dgm:t>
        <a:bodyPr/>
        <a:lstStyle/>
        <a:p>
          <a:endParaRPr lang="en-US"/>
        </a:p>
      </dgm:t>
    </dgm:pt>
    <dgm:pt modelId="{E6244C6A-01A6-FD4A-BFA2-BD6460708448}" cxnId="{D1103B2B-6F0A-EF42-8F25-99CBD35DAF67}" type="sibTrans">
      <dgm:prSet/>
      <dgm:spPr/>
      <dgm:t>
        <a:bodyPr/>
        <a:lstStyle/>
        <a:p>
          <a:endParaRPr lang="en-US"/>
        </a:p>
      </dgm:t>
    </dgm:pt>
    <dgm:pt modelId="{7BC0A0E8-000D-5F4A-B9D9-E9A383B8F017}">
      <dgm:prSet custT="1"/>
      <dgm:spPr/>
      <dgm:t>
        <a:bodyPr/>
        <a:lstStyle/>
        <a:p>
          <a:r>
            <a:rPr lang="en-US" sz="1000" b="1" dirty="0"/>
            <a:t>SYSTEM ARCHITECTURE</a:t>
          </a:r>
        </a:p>
      </dgm:t>
    </dgm:pt>
    <dgm:pt modelId="{2905D5D8-756A-C645-861C-58E574C81D2A}" cxnId="{7A02CCFD-BE32-204C-9CE4-12E68DAA28CB}" type="parTrans">
      <dgm:prSet/>
      <dgm:spPr/>
      <dgm:t>
        <a:bodyPr/>
        <a:lstStyle/>
        <a:p>
          <a:endParaRPr lang="en-US"/>
        </a:p>
      </dgm:t>
    </dgm:pt>
    <dgm:pt modelId="{280B1DE4-9A89-AC48-8DC9-61477B8D0B14}" cxnId="{7A02CCFD-BE32-204C-9CE4-12E68DAA28CB}"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4433"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D10FB301-27F4-164E-A00D-1345554A7B00}" type="pres">
      <dgm:prSet presAssocID="{8CBE0FFE-EFD1-A846-A673-32BA9B8D09D7}" presName="Name13" presStyleLbl="parChTrans1D2" presStyleIdx="0" presStyleCnt="14"/>
      <dgm:spPr/>
    </dgm:pt>
    <dgm:pt modelId="{936E48F7-4236-FE40-9E07-91D8FBF1635C}" type="pres">
      <dgm:prSet presAssocID="{30ACC724-5675-EA46-BD14-130D30FF364F}" presName="childText" presStyleLbl="bgAcc1" presStyleIdx="0" presStyleCnt="14" custScaleX="307565">
        <dgm:presLayoutVars>
          <dgm:bulletEnabled val="1"/>
        </dgm:presLayoutVars>
      </dgm:prSet>
      <dgm:spPr/>
    </dgm:pt>
    <dgm:pt modelId="{C6AC6921-7A0A-9540-9E44-EF7CCAD89CEE}" type="pres">
      <dgm:prSet presAssocID="{C870ED90-BC2D-4340-959B-3FD3DBEB55F4}" presName="Name13" presStyleLbl="parChTrans1D2" presStyleIdx="1" presStyleCnt="14"/>
      <dgm:spPr/>
    </dgm:pt>
    <dgm:pt modelId="{E7BEC4F7-5471-544A-8605-21C787C39A7D}" type="pres">
      <dgm:prSet presAssocID="{B7A26B9C-6956-AD42-9A78-E871746E901A}" presName="childText" presStyleLbl="bgAcc1" presStyleIdx="1" presStyleCnt="14" custScaleX="308013" custScaleY="141066">
        <dgm:presLayoutVars>
          <dgm:bulletEnabled val="1"/>
        </dgm:presLayoutVars>
      </dgm:prSet>
      <dgm:spPr/>
    </dgm:pt>
    <dgm:pt modelId="{FCBD1F40-D127-4E4E-AD62-FD97BBCEA71A}" type="pres">
      <dgm:prSet presAssocID="{2905D5D8-756A-C645-861C-58E574C81D2A}" presName="Name13" presStyleLbl="parChTrans1D2" presStyleIdx="2" presStyleCnt="14"/>
      <dgm:spPr/>
    </dgm:pt>
    <dgm:pt modelId="{18AA7A2C-A52D-D54D-BBAD-07076C905FEF}" type="pres">
      <dgm:prSet presAssocID="{7BC0A0E8-000D-5F4A-B9D9-E9A383B8F017}" presName="childText" presStyleLbl="bgAcc1" presStyleIdx="2" presStyleCnt="14" custScaleX="302317">
        <dgm:presLayoutVars>
          <dgm:bulletEnabled val="1"/>
        </dgm:presLayoutVars>
      </dgm:prSet>
      <dgm:spPr/>
    </dgm:pt>
    <dgm:pt modelId="{40ED545D-287D-C141-885D-E246B5E4F0AC}" type="pres">
      <dgm:prSet presAssocID="{A87F89C8-A3E5-1A4A-92A6-3A8FA7C9F651}" presName="Name13" presStyleLbl="parChTrans1D2" presStyleIdx="3" presStyleCnt="14"/>
      <dgm:spPr/>
    </dgm:pt>
    <dgm:pt modelId="{361E30B0-32E3-6C49-9085-B0FC7F923612}" type="pres">
      <dgm:prSet presAssocID="{DBC05985-9E94-9C40-A21C-B48D8BC28D81}" presName="childText" presStyleLbl="bgAcc1" presStyleIdx="3" presStyleCnt="14" custScaleX="561667" custScaleY="141066">
        <dgm:presLayoutVars>
          <dgm:bulletEnabled val="1"/>
        </dgm:presLayoutVars>
      </dgm:prSet>
      <dgm:spPr/>
    </dgm:pt>
    <dgm:pt modelId="{E873D76C-09CF-424C-9E74-0D4C629DCF7F}" type="pres">
      <dgm:prSet presAssocID="{64DCAA11-AEF1-1F4E-96DC-874E791366F9}" presName="Name13" presStyleLbl="parChTrans1D2" presStyleIdx="4" presStyleCnt="14"/>
      <dgm:spPr/>
    </dgm:pt>
    <dgm:pt modelId="{6F6A0005-787B-1C45-A03F-70E37E49EC8C}" type="pres">
      <dgm:prSet presAssocID="{5E9EF4AC-9AA1-C142-81B0-5A6023A83319}" presName="childText" presStyleLbl="bgAcc1" presStyleIdx="4" presStyleCnt="14" custScaleX="305743">
        <dgm:presLayoutVars>
          <dgm:bulletEnabled val="1"/>
        </dgm:presLayoutVars>
      </dgm:prSet>
      <dgm:spPr/>
    </dgm:pt>
    <dgm:pt modelId="{A194323D-DD89-0E4C-B485-DEC4CCF295A9}" type="pres">
      <dgm:prSet presAssocID="{98A5F5A5-03ED-E34E-B0B1-1CB08676237A}" presName="Name13" presStyleLbl="parChTrans1D2" presStyleIdx="5" presStyleCnt="14"/>
      <dgm:spPr/>
    </dgm:pt>
    <dgm:pt modelId="{B5B4CEE5-9D4A-F74D-A560-0CCB1CE04F48}" type="pres">
      <dgm:prSet presAssocID="{AB846AC1-95C6-8D42-B473-D384AE45E532}" presName="childText" presStyleLbl="bgAcc1" presStyleIdx="5" presStyleCnt="14" custScaleX="303023">
        <dgm:presLayoutVars>
          <dgm:bulletEnabled val="1"/>
        </dgm:presLayoutVars>
      </dgm:prSet>
      <dgm:spPr/>
    </dgm:pt>
    <dgm:pt modelId="{2838E421-DC3C-DB4A-AAA9-C5929E2FFA0E}" type="pres">
      <dgm:prSet presAssocID="{638149B5-6A87-7647-9E88-C2147ABA09FA}" presName="Name13" presStyleLbl="parChTrans1D2" presStyleIdx="6" presStyleCnt="14"/>
      <dgm:spPr/>
    </dgm:pt>
    <dgm:pt modelId="{2EB9F51F-249C-1E40-B345-EB281620FE54}" type="pres">
      <dgm:prSet presAssocID="{188A9787-1455-2146-BFBE-D4B2DD013832}" presName="childText" presStyleLbl="bgAcc1" presStyleIdx="6" presStyleCnt="14" custScaleX="305743">
        <dgm:presLayoutVars>
          <dgm:bulletEnabled val="1"/>
        </dgm:presLayoutVars>
      </dgm:prSet>
      <dgm:spPr/>
    </dgm:pt>
    <dgm:pt modelId="{FE8608DA-4859-7E4A-9915-DA066A35B943}" type="pres">
      <dgm:prSet presAssocID="{82A81BED-2532-304D-8DEC-B17D4681237C}" presName="Name13" presStyleLbl="parChTrans1D2" presStyleIdx="7" presStyleCnt="14"/>
      <dgm:spPr/>
    </dgm:pt>
    <dgm:pt modelId="{E40DC363-CA37-C04B-98FF-1087B7C73918}" type="pres">
      <dgm:prSet presAssocID="{288D2318-9FBA-814F-95F3-4A9DCF629163}" presName="childText" presStyleLbl="bgAcc1" presStyleIdx="7" presStyleCnt="14" custScaleX="305743">
        <dgm:presLayoutVars>
          <dgm:bulletEnabled val="1"/>
        </dgm:presLayoutVars>
      </dgm:prSet>
      <dgm:spPr/>
    </dgm:pt>
    <dgm:pt modelId="{A216BE8C-F0E1-B449-89B2-B155F89FBF9D}" type="pres">
      <dgm:prSet presAssocID="{A64A8246-1EAF-1047-A607-F4FA28898692}" presName="Name13" presStyleLbl="parChTrans1D2" presStyleIdx="8" presStyleCnt="14"/>
      <dgm:spPr/>
    </dgm:pt>
    <dgm:pt modelId="{186A85C1-A331-174B-A478-88A611080762}" type="pres">
      <dgm:prSet presAssocID="{2B63B59A-831D-8243-A2D5-8890093C1102}" presName="childText" presStyleLbl="bgAcc1" presStyleIdx="8" presStyleCnt="14" custScaleX="307565">
        <dgm:presLayoutVars>
          <dgm:bulletEnabled val="1"/>
        </dgm:presLayoutVars>
      </dgm:prSet>
      <dgm:spPr/>
    </dgm:pt>
    <dgm:pt modelId="{31C223A4-2AA4-9540-BBFD-8028CC4047EC}" type="pres">
      <dgm:prSet presAssocID="{CA5B58E0-047A-484D-9A66-4A36EAC0BB1B}" presName="Name13" presStyleLbl="parChTrans1D2" presStyleIdx="9" presStyleCnt="14"/>
      <dgm:spPr/>
    </dgm:pt>
    <dgm:pt modelId="{77760F1F-C97C-8145-9E80-32158E95C9BC}" type="pres">
      <dgm:prSet presAssocID="{75616830-9754-7848-88C8-2F6D02D8CD3A}" presName="childText" presStyleLbl="bgAcc1" presStyleIdx="9" presStyleCnt="14" custScaleX="307565">
        <dgm:presLayoutVars>
          <dgm:bulletEnabled val="1"/>
        </dgm:presLayoutVars>
      </dgm:prSet>
      <dgm:spPr/>
    </dgm:pt>
    <dgm:pt modelId="{5BD2E31C-EF17-B74E-9AF1-6EA8AE72BB17}" type="pres">
      <dgm:prSet presAssocID="{12F4C62E-44F3-8149-AD84-6B6F5F1A343F}" presName="Name13" presStyleLbl="parChTrans1D2" presStyleIdx="10" presStyleCnt="14"/>
      <dgm:spPr/>
    </dgm:pt>
    <dgm:pt modelId="{40142824-BC79-9646-A094-EFF1AF3B4394}" type="pres">
      <dgm:prSet presAssocID="{09E4F72F-D6DC-174C-8B49-95E3584C1E93}"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512C5ACD-9AD2-6D40-BCE8-1F4730176F87}" type="pres">
      <dgm:prSet presAssocID="{2579CF11-C856-DC4C-A243-45F101ADFD2C}" presName="Name13" presStyleLbl="parChTrans1D2" presStyleIdx="12" presStyleCnt="14"/>
      <dgm:spPr/>
    </dgm:pt>
    <dgm:pt modelId="{053FA272-89C6-AA49-BB4C-932A0964EB0E}" type="pres">
      <dgm:prSet presAssocID="{BDB33F0E-701B-A641-8211-BF53B6A580F8}" presName="childText" presStyleLbl="bgAcc1" presStyleIdx="12" presStyleCnt="14" custScaleX="307250">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A753EB0D-B3D8-AA40-9FC3-E66C0C2F531A}" srcId="{89000C22-FEA5-384E-9C5D-5DBFD16F50E3}" destId="{09E4F72F-D6DC-174C-8B49-95E3584C1E93}" srcOrd="10" destOrd="0" parTransId="{12F4C62E-44F3-8149-AD84-6B6F5F1A343F}" sibTransId="{B8F4D172-9EE4-7347-B3E6-E15BD1579BF8}"/>
    <dgm:cxn modelId="{CEABD00F-1A26-3F4D-B841-EADF388AD200}" srcId="{89000C22-FEA5-384E-9C5D-5DBFD16F50E3}" destId="{75616830-9754-7848-88C8-2F6D02D8CD3A}" srcOrd="9"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6899181F-7C50-0B49-9014-37F433F4336B}" type="presOf" srcId="{638149B5-6A87-7647-9E88-C2147ABA09FA}" destId="{2838E421-DC3C-DB4A-AAA9-C5929E2FFA0E}" srcOrd="0" destOrd="0" presId="urn:microsoft.com/office/officeart/2005/8/layout/hierarchy3"/>
    <dgm:cxn modelId="{68ACAA22-6D7D-8F4F-8F67-6B5C76C58B58}" type="presOf" srcId="{98A5F5A5-03ED-E34E-B0B1-1CB08676237A}" destId="{A194323D-DD89-0E4C-B485-DEC4CCF295A9}" srcOrd="0" destOrd="0" presId="urn:microsoft.com/office/officeart/2005/8/layout/hierarchy3"/>
    <dgm:cxn modelId="{BB72BA22-17C1-7948-A586-8DB6A0068C49}" type="presOf" srcId="{188A9787-1455-2146-BFBE-D4B2DD013832}" destId="{2EB9F51F-249C-1E40-B345-EB281620FE54}" srcOrd="0" destOrd="0" presId="urn:microsoft.com/office/officeart/2005/8/layout/hierarchy3"/>
    <dgm:cxn modelId="{D1103B2B-6F0A-EF42-8F25-99CBD35DAF67}" srcId="{89000C22-FEA5-384E-9C5D-5DBFD16F50E3}" destId="{BDB33F0E-701B-A641-8211-BF53B6A580F8}" srcOrd="12" destOrd="0" parTransId="{2579CF11-C856-DC4C-A243-45F101ADFD2C}" sibTransId="{E6244C6A-01A6-FD4A-BFA2-BD6460708448}"/>
    <dgm:cxn modelId="{BD371C39-E07D-4349-94F4-0183AE136A6F}" type="presOf" srcId="{C870ED90-BC2D-4340-959B-3FD3DBEB55F4}" destId="{C6AC6921-7A0A-9540-9E44-EF7CCAD89CEE}" srcOrd="0" destOrd="0" presId="urn:microsoft.com/office/officeart/2005/8/layout/hierarchy3"/>
    <dgm:cxn modelId="{CDC0FF3E-F75F-A041-9D5C-F93FD3F58BD6}" srcId="{89000C22-FEA5-384E-9C5D-5DBFD16F50E3}" destId="{AB846AC1-95C6-8D42-B473-D384AE45E532}" srcOrd="5" destOrd="0" parTransId="{98A5F5A5-03ED-E34E-B0B1-1CB08676237A}" sibTransId="{F31D86BD-9988-9648-869F-45BC7C1D05B1}"/>
    <dgm:cxn modelId="{990C9D42-3200-E844-AE28-EB3EC13EAE67}" type="presOf" srcId="{2905D5D8-756A-C645-861C-58E574C81D2A}" destId="{FCBD1F40-D127-4E4E-AD62-FD97BBCEA71A}" srcOrd="0" destOrd="0" presId="urn:microsoft.com/office/officeart/2005/8/layout/hierarchy3"/>
    <dgm:cxn modelId="{3EA96643-C934-7348-84EE-0DD6BD219068}" srcId="{89000C22-FEA5-384E-9C5D-5DBFD16F50E3}" destId="{2B63B59A-831D-8243-A2D5-8890093C1102}" srcOrd="8" destOrd="0" parTransId="{A64A8246-1EAF-1047-A607-F4FA28898692}" sibTransId="{1812D7BA-2071-9E4D-84F6-3C90CE334F03}"/>
    <dgm:cxn modelId="{6A2F0F45-8260-E04D-ACBA-EA7CE09F4A0B}" type="presOf" srcId="{82A81BED-2532-304D-8DEC-B17D4681237C}" destId="{FE8608DA-4859-7E4A-9915-DA066A35B943}" srcOrd="0" destOrd="0" presId="urn:microsoft.com/office/officeart/2005/8/layout/hierarchy3"/>
    <dgm:cxn modelId="{7C7B364A-6802-534C-B6EB-87202A20B48A}" type="presOf" srcId="{2579CF11-C856-DC4C-A243-45F101ADFD2C}" destId="{512C5ACD-9AD2-6D40-BCE8-1F4730176F87}" srcOrd="0" destOrd="0" presId="urn:microsoft.com/office/officeart/2005/8/layout/hierarchy3"/>
    <dgm:cxn modelId="{29BC004D-DCBA-1549-B718-53770661D0E6}" srcId="{89000C22-FEA5-384E-9C5D-5DBFD16F50E3}" destId="{188A9787-1455-2146-BFBE-D4B2DD013832}" srcOrd="6" destOrd="0" parTransId="{638149B5-6A87-7647-9E88-C2147ABA09FA}" sibTransId="{FB0F4170-A998-1448-A277-E259AFEBC468}"/>
    <dgm:cxn modelId="{D208224D-BAD1-B74E-9C5C-0EB0C6FA966F}" type="presOf" srcId="{934328D6-2A0F-C846-A8AA-DEB7DF562214}" destId="{0C9E170C-52D9-3745-8562-90986B2BE394}" srcOrd="0" destOrd="0" presId="urn:microsoft.com/office/officeart/2005/8/layout/hierarchy3"/>
    <dgm:cxn modelId="{E66EA45A-ACF3-6A43-ACF8-A8DF7ADC0048}" type="presOf" srcId="{7BC0A0E8-000D-5F4A-B9D9-E9A383B8F017}" destId="{18AA7A2C-A52D-D54D-BBAD-07076C905FEF}"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3"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9F60C778-16A2-084B-BA49-C4D9EC265B1B}" type="presOf" srcId="{75616830-9754-7848-88C8-2F6D02D8CD3A}" destId="{77760F1F-C97C-8145-9E80-32158E95C9BC}" srcOrd="0" destOrd="0" presId="urn:microsoft.com/office/officeart/2005/8/layout/hierarchy3"/>
    <dgm:cxn modelId="{B1254F79-C77B-AD42-9F77-D4C37289E530}" type="presOf" srcId="{AB846AC1-95C6-8D42-B473-D384AE45E532}" destId="{B5B4CEE5-9D4A-F74D-A560-0CCB1CE04F48}"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0" destOrd="0" parTransId="{8CBE0FFE-EFD1-A846-A673-32BA9B8D09D7}" sibTransId="{9E1A579C-CECA-A645-BB3A-E83EAA82F70B}"/>
    <dgm:cxn modelId="{E2F57A88-D72E-0345-8316-94AA2ABE96C0}" srcId="{89000C22-FEA5-384E-9C5D-5DBFD16F50E3}" destId="{B7A26B9C-6956-AD42-9A78-E871746E901A}" srcOrd="1" destOrd="0" parTransId="{C870ED90-BC2D-4340-959B-3FD3DBEB55F4}" sibTransId="{1C00406F-2A50-4842-B4A8-7EF7DDA2D4E9}"/>
    <dgm:cxn modelId="{511A318C-9D2D-3C43-8C73-90CF4C0CFEA3}" type="presOf" srcId="{BDB33F0E-701B-A641-8211-BF53B6A580F8}" destId="{053FA272-89C6-AA49-BB4C-932A0964EB0E}" srcOrd="0" destOrd="0" presId="urn:microsoft.com/office/officeart/2005/8/layout/hierarchy3"/>
    <dgm:cxn modelId="{A16F318F-068C-D74E-8E78-E6EDCD9CABF8}" type="presOf" srcId="{2E9D4F04-2A3C-6F43-9CC9-A5DD13B75D19}" destId="{98BFB16D-611A-E340-824C-7A8C7562F773}" srcOrd="0" destOrd="0" presId="urn:microsoft.com/office/officeart/2005/8/layout/hierarchy3"/>
    <dgm:cxn modelId="{5EF9588F-C75D-F042-85E4-54069D0A41F9}" type="presOf" srcId="{64DCAA11-AEF1-1F4E-96DC-874E791366F9}" destId="{E873D76C-09CF-424C-9E74-0D4C629DCF7F}"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8979AC9E-031F-7E44-9E5A-DAE533780D23}" srcId="{89000C22-FEA5-384E-9C5D-5DBFD16F50E3}" destId="{288D2318-9FBA-814F-95F3-4A9DCF629163}" srcOrd="7" destOrd="0" parTransId="{82A81BED-2532-304D-8DEC-B17D4681237C}" sibTransId="{9430273D-105C-1344-A82B-AEF2DF55B2CA}"/>
    <dgm:cxn modelId="{A7AE84A1-5A8A-4C4A-AEAF-FCAD2AD0CA86}" type="presOf" srcId="{EAB65DF0-6B56-2042-BE71-08461ABD452F}" destId="{37BA8E79-58B3-8442-8A6C-D6C51892D14D}"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BB59F1C5-A16E-804D-BCF4-14E13347C6F4}" type="presOf" srcId="{8CBE0FFE-EFD1-A846-A673-32BA9B8D09D7}" destId="{D10FB301-27F4-164E-A00D-1345554A7B00}" srcOrd="0" destOrd="0" presId="urn:microsoft.com/office/officeart/2005/8/layout/hierarchy3"/>
    <dgm:cxn modelId="{DC6A50CC-B10E-C44B-8A54-A67F2DF8E087}" type="presOf" srcId="{288D2318-9FBA-814F-95F3-4A9DCF629163}" destId="{E40DC363-CA37-C04B-98FF-1087B7C73918}"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A16F3EEA-59DA-4042-A783-35A8E37A1CFA}" type="presOf" srcId="{5E9EF4AC-9AA1-C142-81B0-5A6023A83319}" destId="{6F6A0005-787B-1C45-A03F-70E37E49EC8C}" srcOrd="0" destOrd="0" presId="urn:microsoft.com/office/officeart/2005/8/layout/hierarchy3"/>
    <dgm:cxn modelId="{27D28AF4-5EDC-5D4D-947A-DE0CF5952B5D}" type="presOf" srcId="{B7A26B9C-6956-AD42-9A78-E871746E901A}" destId="{E7BEC4F7-5471-544A-8605-21C787C39A7D}" srcOrd="0" destOrd="0" presId="urn:microsoft.com/office/officeart/2005/8/layout/hierarchy3"/>
    <dgm:cxn modelId="{706EB2FA-1BAA-FA43-99C6-903210A283F1}" srcId="{89000C22-FEA5-384E-9C5D-5DBFD16F50E3}" destId="{5E9EF4AC-9AA1-C142-81B0-5A6023A83319}" srcOrd="4" destOrd="0" parTransId="{64DCAA11-AEF1-1F4E-96DC-874E791366F9}" sibTransId="{DB1627B1-04EA-404B-B92F-599A6678CCF2}"/>
    <dgm:cxn modelId="{7A02CCFD-BE32-204C-9CE4-12E68DAA28CB}" srcId="{89000C22-FEA5-384E-9C5D-5DBFD16F50E3}" destId="{7BC0A0E8-000D-5F4A-B9D9-E9A383B8F017}" srcOrd="2" destOrd="0" parTransId="{2905D5D8-756A-C645-861C-58E574C81D2A}" sibTransId="{280B1DE4-9A89-AC48-8DC9-61477B8D0B14}"/>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64756059-C841-2741-AE6A-5F5D8AB034E2}" type="presParOf" srcId="{626C2B61-5D1A-A247-B3C0-7F0637E532F7}" destId="{D10FB301-27F4-164E-A00D-1345554A7B00}" srcOrd="0" destOrd="0" presId="urn:microsoft.com/office/officeart/2005/8/layout/hierarchy3"/>
    <dgm:cxn modelId="{2F88CFE3-CF3F-F04A-98B1-880B822B0CD3}" type="presParOf" srcId="{626C2B61-5D1A-A247-B3C0-7F0637E532F7}" destId="{936E48F7-4236-FE40-9E07-91D8FBF1635C}" srcOrd="1" destOrd="0" presId="urn:microsoft.com/office/officeart/2005/8/layout/hierarchy3"/>
    <dgm:cxn modelId="{79AE31F0-9259-FD42-9C40-926AF89C09B2}" type="presParOf" srcId="{626C2B61-5D1A-A247-B3C0-7F0637E532F7}" destId="{C6AC6921-7A0A-9540-9E44-EF7CCAD89CEE}" srcOrd="2" destOrd="0" presId="urn:microsoft.com/office/officeart/2005/8/layout/hierarchy3"/>
    <dgm:cxn modelId="{AE22B5C7-27AF-FA48-BAC6-683B04AF39E4}" type="presParOf" srcId="{626C2B61-5D1A-A247-B3C0-7F0637E532F7}" destId="{E7BEC4F7-5471-544A-8605-21C787C39A7D}" srcOrd="3" destOrd="0" presId="urn:microsoft.com/office/officeart/2005/8/layout/hierarchy3"/>
    <dgm:cxn modelId="{2ED0012B-21DB-BC4A-987F-9EEDC4565DFD}" type="presParOf" srcId="{626C2B61-5D1A-A247-B3C0-7F0637E532F7}" destId="{FCBD1F40-D127-4E4E-AD62-FD97BBCEA71A}" srcOrd="4" destOrd="0" presId="urn:microsoft.com/office/officeart/2005/8/layout/hierarchy3"/>
    <dgm:cxn modelId="{514B1FAD-913F-0B4B-A193-E60B2B78E59A}" type="presParOf" srcId="{626C2B61-5D1A-A247-B3C0-7F0637E532F7}" destId="{18AA7A2C-A52D-D54D-BBAD-07076C905FEF}" srcOrd="5" destOrd="0" presId="urn:microsoft.com/office/officeart/2005/8/layout/hierarchy3"/>
    <dgm:cxn modelId="{C13FD89E-D137-4F41-81BB-8FF264C2E053}" type="presParOf" srcId="{626C2B61-5D1A-A247-B3C0-7F0637E532F7}" destId="{40ED545D-287D-C141-885D-E246B5E4F0AC}" srcOrd="6" destOrd="0" presId="urn:microsoft.com/office/officeart/2005/8/layout/hierarchy3"/>
    <dgm:cxn modelId="{2E669BCF-F06C-F742-90CB-AF3F2F895485}" type="presParOf" srcId="{626C2B61-5D1A-A247-B3C0-7F0637E532F7}" destId="{361E30B0-32E3-6C49-9085-B0FC7F923612}" srcOrd="7" destOrd="0" presId="urn:microsoft.com/office/officeart/2005/8/layout/hierarchy3"/>
    <dgm:cxn modelId="{0FC0EBBE-0CE5-8F47-B37A-66F28FFF6ACB}" type="presParOf" srcId="{626C2B61-5D1A-A247-B3C0-7F0637E532F7}" destId="{E873D76C-09CF-424C-9E74-0D4C629DCF7F}" srcOrd="8" destOrd="0" presId="urn:microsoft.com/office/officeart/2005/8/layout/hierarchy3"/>
    <dgm:cxn modelId="{AF61BFC1-831B-CD48-90AF-929FC679C113}" type="presParOf" srcId="{626C2B61-5D1A-A247-B3C0-7F0637E532F7}" destId="{6F6A0005-787B-1C45-A03F-70E37E49EC8C}" srcOrd="9" destOrd="0" presId="urn:microsoft.com/office/officeart/2005/8/layout/hierarchy3"/>
    <dgm:cxn modelId="{86ED9D92-4D0B-AB47-83D5-B1A48A7DE958}" type="presParOf" srcId="{626C2B61-5D1A-A247-B3C0-7F0637E532F7}" destId="{A194323D-DD89-0E4C-B485-DEC4CCF295A9}" srcOrd="10" destOrd="0" presId="urn:microsoft.com/office/officeart/2005/8/layout/hierarchy3"/>
    <dgm:cxn modelId="{C2FAF84C-8636-8F46-A451-090ADDDD1076}" type="presParOf" srcId="{626C2B61-5D1A-A247-B3C0-7F0637E532F7}" destId="{B5B4CEE5-9D4A-F74D-A560-0CCB1CE04F48}" srcOrd="11" destOrd="0" presId="urn:microsoft.com/office/officeart/2005/8/layout/hierarchy3"/>
    <dgm:cxn modelId="{9047FC52-B332-2A4A-9434-86404724A92D}" type="presParOf" srcId="{626C2B61-5D1A-A247-B3C0-7F0637E532F7}" destId="{2838E421-DC3C-DB4A-AAA9-C5929E2FFA0E}" srcOrd="12" destOrd="0" presId="urn:microsoft.com/office/officeart/2005/8/layout/hierarchy3"/>
    <dgm:cxn modelId="{42B7DD3D-A88F-424F-A37C-B12CCA625CA7}" type="presParOf" srcId="{626C2B61-5D1A-A247-B3C0-7F0637E532F7}" destId="{2EB9F51F-249C-1E40-B345-EB281620FE54}" srcOrd="13" destOrd="0" presId="urn:microsoft.com/office/officeart/2005/8/layout/hierarchy3"/>
    <dgm:cxn modelId="{DA40639B-AE8D-9E46-9E91-A7D7B43FC754}" type="presParOf" srcId="{626C2B61-5D1A-A247-B3C0-7F0637E532F7}" destId="{FE8608DA-4859-7E4A-9915-DA066A35B943}" srcOrd="14" destOrd="0" presId="urn:microsoft.com/office/officeart/2005/8/layout/hierarchy3"/>
    <dgm:cxn modelId="{80AD7C6C-EA69-2046-8D4D-942D63716D75}" type="presParOf" srcId="{626C2B61-5D1A-A247-B3C0-7F0637E532F7}" destId="{E40DC363-CA37-C04B-98FF-1087B7C73918}" srcOrd="15" destOrd="0" presId="urn:microsoft.com/office/officeart/2005/8/layout/hierarchy3"/>
    <dgm:cxn modelId="{B7DADE57-B579-0242-800E-8ABC06C024AF}" type="presParOf" srcId="{626C2B61-5D1A-A247-B3C0-7F0637E532F7}" destId="{A216BE8C-F0E1-B449-89B2-B155F89FBF9D}" srcOrd="16" destOrd="0" presId="urn:microsoft.com/office/officeart/2005/8/layout/hierarchy3"/>
    <dgm:cxn modelId="{3532B1D8-0F9C-5D49-A1DC-11DCB075BE0F}" type="presParOf" srcId="{626C2B61-5D1A-A247-B3C0-7F0637E532F7}" destId="{186A85C1-A331-174B-A478-88A611080762}" srcOrd="17" destOrd="0" presId="urn:microsoft.com/office/officeart/2005/8/layout/hierarchy3"/>
    <dgm:cxn modelId="{DCEEE259-C2DF-6547-A661-F91F8B8B0C51}" type="presParOf" srcId="{626C2B61-5D1A-A247-B3C0-7F0637E532F7}" destId="{31C223A4-2AA4-9540-BBFD-8028CC4047EC}" srcOrd="18" destOrd="0" presId="urn:microsoft.com/office/officeart/2005/8/layout/hierarchy3"/>
    <dgm:cxn modelId="{57476D42-1E49-534C-B036-8742FE644CE9}" type="presParOf" srcId="{626C2B61-5D1A-A247-B3C0-7F0637E532F7}" destId="{77760F1F-C97C-8145-9E80-32158E95C9BC}" srcOrd="19" destOrd="0" presId="urn:microsoft.com/office/officeart/2005/8/layout/hierarchy3"/>
    <dgm:cxn modelId="{3EAAE10B-9CBA-F94A-9833-4527E4743748}" type="presParOf" srcId="{626C2B61-5D1A-A247-B3C0-7F0637E532F7}" destId="{5BD2E31C-EF17-B74E-9AF1-6EA8AE72BB17}" srcOrd="20" destOrd="0" presId="urn:microsoft.com/office/officeart/2005/8/layout/hierarchy3"/>
    <dgm:cxn modelId="{34C907AC-CD6C-A646-B206-53AB6BEC55D1}" type="presParOf" srcId="{626C2B61-5D1A-A247-B3C0-7F0637E532F7}" destId="{40142824-BC79-9646-A094-EFF1AF3B4394}"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B4F8C699-5987-9C48-88B8-1B593CD3FA50}" type="presParOf" srcId="{626C2B61-5D1A-A247-B3C0-7F0637E532F7}" destId="{512C5ACD-9AD2-6D40-BCE8-1F4730176F87}" srcOrd="24" destOrd="0" presId="urn:microsoft.com/office/officeart/2005/8/layout/hierarchy3"/>
    <dgm:cxn modelId="{F2559D44-3089-604C-80C1-F820F039670B}" type="presParOf" srcId="{626C2B61-5D1A-A247-B3C0-7F0637E532F7}" destId="{053FA272-89C6-AA49-BB4C-932A0964EB0E}"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DBC05985-9E94-9C40-A21C-B48D8BC28D81}">
      <dgm:prSet custT="1"/>
      <dgm:spPr/>
      <dgm:t>
        <a:bodyPr/>
        <a:lstStyle/>
        <a:p>
          <a:r>
            <a:rPr lang="en-PH" sz="1700" b="1" dirty="0">
              <a:solidFill>
                <a:srgbClr val="C00000"/>
              </a:solidFill>
            </a:rPr>
            <a:t>ALGORITHMS/FRAMEWORK USED</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2B63B59A-831D-8243-A2D5-8890093C1102}">
      <dgm:prSet custT="1"/>
      <dgm:spPr/>
      <dgm:t>
        <a:bodyPr/>
        <a:lstStyle/>
        <a:p>
          <a:r>
            <a:rPr lang="en-US" sz="1000" b="1" dirty="0"/>
            <a:t>ERD(DATABASE DESIGN)</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USER INTERFACE DESIGN(PROTOTYPE)</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800" b="1" dirty="0"/>
            <a:t>SOFTWARE PLATFORMS, DEVELOPMENT, ENVIRONMENTS &amp; TOOLS</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RESEARCH DESIGN</a:t>
          </a:r>
        </a:p>
      </dgm:t>
    </dgm:pt>
    <dgm:pt modelId="{9E1A579C-CECA-A645-BB3A-E83EAA82F70B}" cxnId="{452CB083-A26D-984C-B22D-B8EBDD309BBB}" type="sibTrans">
      <dgm:prSet/>
      <dgm:spPr/>
      <dgm:t>
        <a:bodyPr/>
        <a:lstStyle/>
        <a:p>
          <a:endParaRPr lang="en-US"/>
        </a:p>
      </dgm:t>
    </dgm:pt>
    <dgm:pt modelId="{8CBE0FFE-EFD1-A846-A673-32BA9B8D09D7}" cxnId="{452CB083-A26D-984C-B22D-B8EBDD309BBB}" type="parTrans">
      <dgm:prSet/>
      <dgm:spPr/>
      <dgm:t>
        <a:bodyPr/>
        <a:lstStyle/>
        <a:p>
          <a:endParaRPr lang="en-US"/>
        </a:p>
      </dgm:t>
    </dgm:pt>
    <dgm:pt modelId="{188A9787-1455-2146-BFBE-D4B2DD013832}">
      <dgm:prSet custT="1"/>
      <dgm:spPr/>
      <dgm:t>
        <a:bodyPr/>
        <a:lstStyle/>
        <a:p>
          <a:r>
            <a:rPr lang="en-US" sz="1000" b="1" dirty="0"/>
            <a:t>ACTIVITY DIAGRAM</a:t>
          </a:r>
        </a:p>
      </dgm:t>
    </dgm:pt>
    <dgm:pt modelId="{638149B5-6A87-7647-9E88-C2147ABA09FA}" cxnId="{29BC004D-DCBA-1549-B718-53770661D0E6}" type="parTrans">
      <dgm:prSet/>
      <dgm:spPr/>
      <dgm:t>
        <a:bodyPr/>
        <a:lstStyle/>
        <a:p>
          <a:endParaRPr lang="en-US"/>
        </a:p>
      </dgm:t>
    </dgm:pt>
    <dgm:pt modelId="{FB0F4170-A998-1448-A277-E259AFEBC468}" cxnId="{29BC004D-DCBA-1549-B718-53770661D0E6}" type="sibTrans">
      <dgm:prSet/>
      <dgm:spPr/>
      <dgm:t>
        <a:bodyPr/>
        <a:lstStyle/>
        <a:p>
          <a:endParaRPr lang="en-US"/>
        </a:p>
      </dgm:t>
    </dgm:pt>
    <dgm:pt modelId="{288D2318-9FBA-814F-95F3-4A9DCF629163}">
      <dgm:prSet custT="1"/>
      <dgm:spPr/>
      <dgm:t>
        <a:bodyPr/>
        <a:lstStyle/>
        <a:p>
          <a:r>
            <a:rPr lang="en-US" sz="1000" b="1" dirty="0"/>
            <a:t>SEQUENCE DIAGRAM</a:t>
          </a:r>
        </a:p>
      </dgm:t>
    </dgm:pt>
    <dgm:pt modelId="{82A81BED-2532-304D-8DEC-B17D4681237C}" cxnId="{8979AC9E-031F-7E44-9E5A-DAE533780D23}" type="parTrans">
      <dgm:prSet/>
      <dgm:spPr/>
      <dgm:t>
        <a:bodyPr/>
        <a:lstStyle/>
        <a:p>
          <a:endParaRPr lang="en-US"/>
        </a:p>
      </dgm:t>
    </dgm:pt>
    <dgm:pt modelId="{9430273D-105C-1344-A82B-AEF2DF55B2CA}" cxnId="{8979AC9E-031F-7E44-9E5A-DAE533780D23}" type="sibTrans">
      <dgm:prSet/>
      <dgm:spPr/>
      <dgm:t>
        <a:bodyPr/>
        <a:lstStyle/>
        <a:p>
          <a:endParaRPr lang="en-US"/>
        </a:p>
      </dgm:t>
    </dgm:pt>
    <dgm:pt modelId="{B7A26B9C-6956-AD42-9A78-E871746E901A}">
      <dgm:prSet custT="1"/>
      <dgm:spPr/>
      <dgm:t>
        <a:bodyPr/>
        <a:lstStyle/>
        <a:p>
          <a:r>
            <a:rPr lang="en-PH" sz="1000" b="1" dirty="0">
              <a:solidFill>
                <a:schemeClr val="tx1"/>
              </a:solidFill>
            </a:rPr>
            <a:t>SOFTWARE DEVELOPMENT LIFE CYCLE</a:t>
          </a:r>
          <a:endParaRPr lang="en-US" sz="1000" dirty="0">
            <a:solidFill>
              <a:schemeClr val="tx1"/>
            </a:solidFill>
          </a:endParaRPr>
        </a:p>
      </dgm:t>
    </dgm:pt>
    <dgm:pt modelId="{C870ED90-BC2D-4340-959B-3FD3DBEB55F4}" cxnId="{E2F57A88-D72E-0345-8316-94AA2ABE96C0}" type="parTrans">
      <dgm:prSet/>
      <dgm:spPr/>
      <dgm:t>
        <a:bodyPr/>
        <a:lstStyle/>
        <a:p>
          <a:endParaRPr lang="en-US"/>
        </a:p>
      </dgm:t>
    </dgm:pt>
    <dgm:pt modelId="{1C00406F-2A50-4842-B4A8-7EF7DDA2D4E9}" cxnId="{E2F57A88-D72E-0345-8316-94AA2ABE96C0}" type="sibTrans">
      <dgm:prSet/>
      <dgm:spPr/>
      <dgm:t>
        <a:bodyPr/>
        <a:lstStyle/>
        <a:p>
          <a:endParaRPr lang="en-US"/>
        </a:p>
      </dgm:t>
    </dgm:pt>
    <dgm:pt modelId="{AB846AC1-95C6-8D42-B473-D384AE45E532}">
      <dgm:prSet custT="1"/>
      <dgm:spPr/>
      <dgm:t>
        <a:bodyPr/>
        <a:lstStyle/>
        <a:p>
          <a:r>
            <a:rPr lang="en-US" sz="1000" b="1" dirty="0"/>
            <a:t>USE CASE DIAGRAM</a:t>
          </a:r>
        </a:p>
      </dgm:t>
    </dgm:pt>
    <dgm:pt modelId="{98A5F5A5-03ED-E34E-B0B1-1CB08676237A}" cxnId="{CDC0FF3E-F75F-A041-9D5C-F93FD3F58BD6}" type="parTrans">
      <dgm:prSet/>
      <dgm:spPr/>
      <dgm:t>
        <a:bodyPr/>
        <a:lstStyle/>
        <a:p>
          <a:endParaRPr lang="en-US"/>
        </a:p>
      </dgm:t>
    </dgm:pt>
    <dgm:pt modelId="{F31D86BD-9988-9648-869F-45BC7C1D05B1}" cxnId="{CDC0FF3E-F75F-A041-9D5C-F93FD3F58BD6}" type="sibTrans">
      <dgm:prSet/>
      <dgm:spPr/>
      <dgm:t>
        <a:bodyPr/>
        <a:lstStyle/>
        <a:p>
          <a:endParaRPr lang="en-US"/>
        </a:p>
      </dgm:t>
    </dgm:pt>
    <dgm:pt modelId="{BDB33F0E-701B-A641-8211-BF53B6A580F8}">
      <dgm:prSet custT="1"/>
      <dgm:spPr/>
      <dgm:t>
        <a:bodyPr/>
        <a:lstStyle/>
        <a:p>
          <a:r>
            <a:rPr lang="en-US" sz="1000" b="1" dirty="0"/>
            <a:t>SYSTEM EVALUATION</a:t>
          </a:r>
        </a:p>
      </dgm:t>
    </dgm:pt>
    <dgm:pt modelId="{2579CF11-C856-DC4C-A243-45F101ADFD2C}" cxnId="{D1103B2B-6F0A-EF42-8F25-99CBD35DAF67}" type="parTrans">
      <dgm:prSet/>
      <dgm:spPr/>
      <dgm:t>
        <a:bodyPr/>
        <a:lstStyle/>
        <a:p>
          <a:endParaRPr lang="en-US"/>
        </a:p>
      </dgm:t>
    </dgm:pt>
    <dgm:pt modelId="{E6244C6A-01A6-FD4A-BFA2-BD6460708448}" cxnId="{D1103B2B-6F0A-EF42-8F25-99CBD35DAF67}" type="sibTrans">
      <dgm:prSet/>
      <dgm:spPr/>
      <dgm:t>
        <a:bodyPr/>
        <a:lstStyle/>
        <a:p>
          <a:endParaRPr lang="en-US"/>
        </a:p>
      </dgm:t>
    </dgm:pt>
    <dgm:pt modelId="{7BC0A0E8-000D-5F4A-B9D9-E9A383B8F017}">
      <dgm:prSet custT="1"/>
      <dgm:spPr/>
      <dgm:t>
        <a:bodyPr/>
        <a:lstStyle/>
        <a:p>
          <a:r>
            <a:rPr lang="en-US" sz="1000" b="1" dirty="0"/>
            <a:t>SYSTEM ARCHITECTURE</a:t>
          </a:r>
        </a:p>
      </dgm:t>
    </dgm:pt>
    <dgm:pt modelId="{2905D5D8-756A-C645-861C-58E574C81D2A}" cxnId="{7A02CCFD-BE32-204C-9CE4-12E68DAA28CB}" type="parTrans">
      <dgm:prSet/>
      <dgm:spPr/>
      <dgm:t>
        <a:bodyPr/>
        <a:lstStyle/>
        <a:p>
          <a:endParaRPr lang="en-US"/>
        </a:p>
      </dgm:t>
    </dgm:pt>
    <dgm:pt modelId="{280B1DE4-9A89-AC48-8DC9-61477B8D0B14}" cxnId="{7A02CCFD-BE32-204C-9CE4-12E68DAA28CB}" type="sibTrans">
      <dgm:prSet/>
      <dgm:spPr/>
      <dgm:t>
        <a:bodyPr/>
        <a:lstStyle/>
        <a:p>
          <a:endParaRPr lang="en-US"/>
        </a:p>
      </dgm:t>
    </dgm:pt>
    <dgm:pt modelId="{7A6C9059-9D88-C84A-8662-F38C98B48616}">
      <dgm:prSet custT="1"/>
      <dgm:spPr/>
      <dgm:t>
        <a:bodyPr/>
        <a:lstStyle/>
        <a:p>
          <a:r>
            <a:rPr lang="en-US" sz="1000" b="1" dirty="0"/>
            <a:t>CONCEPTUAL FRAMEWORK</a:t>
          </a:r>
        </a:p>
      </dgm:t>
    </dgm:pt>
    <dgm:pt modelId="{AC6ED320-6EAC-9B48-B6AC-B2135C7F491E}" cxnId="{6D04FD95-8FB6-5A4B-930D-9730F9DC3E93}" type="parTrans">
      <dgm:prSet/>
      <dgm:spPr/>
      <dgm:t>
        <a:bodyPr/>
        <a:lstStyle/>
        <a:p>
          <a:endParaRPr lang="en-US"/>
        </a:p>
      </dgm:t>
    </dgm:pt>
    <dgm:pt modelId="{DF0D2226-EA61-A448-961C-8D1D0DFE2C73}" cxnId="{6D04FD95-8FB6-5A4B-930D-9730F9DC3E93}"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4433"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D10FB301-27F4-164E-A00D-1345554A7B00}" type="pres">
      <dgm:prSet presAssocID="{8CBE0FFE-EFD1-A846-A673-32BA9B8D09D7}" presName="Name13" presStyleLbl="parChTrans1D2" presStyleIdx="0" presStyleCnt="14"/>
      <dgm:spPr/>
    </dgm:pt>
    <dgm:pt modelId="{936E48F7-4236-FE40-9E07-91D8FBF1635C}" type="pres">
      <dgm:prSet presAssocID="{30ACC724-5675-EA46-BD14-130D30FF364F}" presName="childText" presStyleLbl="bgAcc1" presStyleIdx="0" presStyleCnt="14" custScaleX="307565">
        <dgm:presLayoutVars>
          <dgm:bulletEnabled val="1"/>
        </dgm:presLayoutVars>
      </dgm:prSet>
      <dgm:spPr/>
    </dgm:pt>
    <dgm:pt modelId="{C6AC6921-7A0A-9540-9E44-EF7CCAD89CEE}" type="pres">
      <dgm:prSet presAssocID="{C870ED90-BC2D-4340-959B-3FD3DBEB55F4}" presName="Name13" presStyleLbl="parChTrans1D2" presStyleIdx="1" presStyleCnt="14"/>
      <dgm:spPr/>
    </dgm:pt>
    <dgm:pt modelId="{E7BEC4F7-5471-544A-8605-21C787C39A7D}" type="pres">
      <dgm:prSet presAssocID="{B7A26B9C-6956-AD42-9A78-E871746E901A}" presName="childText" presStyleLbl="bgAcc1" presStyleIdx="1" presStyleCnt="14" custScaleX="308013" custScaleY="141066">
        <dgm:presLayoutVars>
          <dgm:bulletEnabled val="1"/>
        </dgm:presLayoutVars>
      </dgm:prSet>
      <dgm:spPr/>
    </dgm:pt>
    <dgm:pt modelId="{FCBD1F40-D127-4E4E-AD62-FD97BBCEA71A}" type="pres">
      <dgm:prSet presAssocID="{2905D5D8-756A-C645-861C-58E574C81D2A}" presName="Name13" presStyleLbl="parChTrans1D2" presStyleIdx="2" presStyleCnt="14"/>
      <dgm:spPr/>
    </dgm:pt>
    <dgm:pt modelId="{18AA7A2C-A52D-D54D-BBAD-07076C905FEF}" type="pres">
      <dgm:prSet presAssocID="{7BC0A0E8-000D-5F4A-B9D9-E9A383B8F017}" presName="childText" presStyleLbl="bgAcc1" presStyleIdx="2" presStyleCnt="14" custScaleX="302317">
        <dgm:presLayoutVars>
          <dgm:bulletEnabled val="1"/>
        </dgm:presLayoutVars>
      </dgm:prSet>
      <dgm:spPr/>
    </dgm:pt>
    <dgm:pt modelId="{58B50C3D-EDEC-8C42-8861-0E60F14D426C}" type="pres">
      <dgm:prSet presAssocID="{AC6ED320-6EAC-9B48-B6AC-B2135C7F491E}" presName="Name13" presStyleLbl="parChTrans1D2" presStyleIdx="3" presStyleCnt="14"/>
      <dgm:spPr/>
    </dgm:pt>
    <dgm:pt modelId="{8AF0A572-D4DC-794B-A0EA-A3B16E1C7514}" type="pres">
      <dgm:prSet presAssocID="{7A6C9059-9D88-C84A-8662-F38C98B48616}" presName="childText" presStyleLbl="bgAcc1" presStyleIdx="3" presStyleCnt="14" custScaleX="302659" custScaleY="115785">
        <dgm:presLayoutVars>
          <dgm:bulletEnabled val="1"/>
        </dgm:presLayoutVars>
      </dgm:prSet>
      <dgm:spPr/>
    </dgm:pt>
    <dgm:pt modelId="{40ED545D-287D-C141-885D-E246B5E4F0AC}" type="pres">
      <dgm:prSet presAssocID="{A87F89C8-A3E5-1A4A-92A6-3A8FA7C9F651}" presName="Name13" presStyleLbl="parChTrans1D2" presStyleIdx="4" presStyleCnt="14"/>
      <dgm:spPr/>
    </dgm:pt>
    <dgm:pt modelId="{361E30B0-32E3-6C49-9085-B0FC7F923612}" type="pres">
      <dgm:prSet presAssocID="{DBC05985-9E94-9C40-A21C-B48D8BC28D81}" presName="childText" presStyleLbl="bgAcc1" presStyleIdx="4" presStyleCnt="14" custScaleX="710525" custScaleY="141066">
        <dgm:presLayoutVars>
          <dgm:bulletEnabled val="1"/>
        </dgm:presLayoutVars>
      </dgm:prSet>
      <dgm:spPr/>
    </dgm:pt>
    <dgm:pt modelId="{A194323D-DD89-0E4C-B485-DEC4CCF295A9}" type="pres">
      <dgm:prSet presAssocID="{98A5F5A5-03ED-E34E-B0B1-1CB08676237A}" presName="Name13" presStyleLbl="parChTrans1D2" presStyleIdx="5" presStyleCnt="14"/>
      <dgm:spPr/>
    </dgm:pt>
    <dgm:pt modelId="{B5B4CEE5-9D4A-F74D-A560-0CCB1CE04F48}" type="pres">
      <dgm:prSet presAssocID="{AB846AC1-95C6-8D42-B473-D384AE45E532}" presName="childText" presStyleLbl="bgAcc1" presStyleIdx="5" presStyleCnt="14" custScaleX="303023">
        <dgm:presLayoutVars>
          <dgm:bulletEnabled val="1"/>
        </dgm:presLayoutVars>
      </dgm:prSet>
      <dgm:spPr/>
    </dgm:pt>
    <dgm:pt modelId="{2838E421-DC3C-DB4A-AAA9-C5929E2FFA0E}" type="pres">
      <dgm:prSet presAssocID="{638149B5-6A87-7647-9E88-C2147ABA09FA}" presName="Name13" presStyleLbl="parChTrans1D2" presStyleIdx="6" presStyleCnt="14"/>
      <dgm:spPr/>
    </dgm:pt>
    <dgm:pt modelId="{2EB9F51F-249C-1E40-B345-EB281620FE54}" type="pres">
      <dgm:prSet presAssocID="{188A9787-1455-2146-BFBE-D4B2DD013832}" presName="childText" presStyleLbl="bgAcc1" presStyleIdx="6" presStyleCnt="14" custScaleX="305743">
        <dgm:presLayoutVars>
          <dgm:bulletEnabled val="1"/>
        </dgm:presLayoutVars>
      </dgm:prSet>
      <dgm:spPr/>
    </dgm:pt>
    <dgm:pt modelId="{FE8608DA-4859-7E4A-9915-DA066A35B943}" type="pres">
      <dgm:prSet presAssocID="{82A81BED-2532-304D-8DEC-B17D4681237C}" presName="Name13" presStyleLbl="parChTrans1D2" presStyleIdx="7" presStyleCnt="14"/>
      <dgm:spPr/>
    </dgm:pt>
    <dgm:pt modelId="{E40DC363-CA37-C04B-98FF-1087B7C73918}" type="pres">
      <dgm:prSet presAssocID="{288D2318-9FBA-814F-95F3-4A9DCF629163}" presName="childText" presStyleLbl="bgAcc1" presStyleIdx="7" presStyleCnt="14" custScaleX="305743">
        <dgm:presLayoutVars>
          <dgm:bulletEnabled val="1"/>
        </dgm:presLayoutVars>
      </dgm:prSet>
      <dgm:spPr/>
    </dgm:pt>
    <dgm:pt modelId="{A216BE8C-F0E1-B449-89B2-B155F89FBF9D}" type="pres">
      <dgm:prSet presAssocID="{A64A8246-1EAF-1047-A607-F4FA28898692}" presName="Name13" presStyleLbl="parChTrans1D2" presStyleIdx="8" presStyleCnt="14"/>
      <dgm:spPr/>
    </dgm:pt>
    <dgm:pt modelId="{186A85C1-A331-174B-A478-88A611080762}" type="pres">
      <dgm:prSet presAssocID="{2B63B59A-831D-8243-A2D5-8890093C1102}" presName="childText" presStyleLbl="bgAcc1" presStyleIdx="8" presStyleCnt="14" custScaleX="307565">
        <dgm:presLayoutVars>
          <dgm:bulletEnabled val="1"/>
        </dgm:presLayoutVars>
      </dgm:prSet>
      <dgm:spPr/>
    </dgm:pt>
    <dgm:pt modelId="{31C223A4-2AA4-9540-BBFD-8028CC4047EC}" type="pres">
      <dgm:prSet presAssocID="{CA5B58E0-047A-484D-9A66-4A36EAC0BB1B}" presName="Name13" presStyleLbl="parChTrans1D2" presStyleIdx="9" presStyleCnt="14"/>
      <dgm:spPr/>
    </dgm:pt>
    <dgm:pt modelId="{77760F1F-C97C-8145-9E80-32158E95C9BC}" type="pres">
      <dgm:prSet presAssocID="{75616830-9754-7848-88C8-2F6D02D8CD3A}" presName="childText" presStyleLbl="bgAcc1" presStyleIdx="9" presStyleCnt="14" custScaleX="307565">
        <dgm:presLayoutVars>
          <dgm:bulletEnabled val="1"/>
        </dgm:presLayoutVars>
      </dgm:prSet>
      <dgm:spPr/>
    </dgm:pt>
    <dgm:pt modelId="{5BD2E31C-EF17-B74E-9AF1-6EA8AE72BB17}" type="pres">
      <dgm:prSet presAssocID="{12F4C62E-44F3-8149-AD84-6B6F5F1A343F}" presName="Name13" presStyleLbl="parChTrans1D2" presStyleIdx="10" presStyleCnt="14"/>
      <dgm:spPr/>
    </dgm:pt>
    <dgm:pt modelId="{40142824-BC79-9646-A094-EFF1AF3B4394}" type="pres">
      <dgm:prSet presAssocID="{09E4F72F-D6DC-174C-8B49-95E3584C1E93}"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512C5ACD-9AD2-6D40-BCE8-1F4730176F87}" type="pres">
      <dgm:prSet presAssocID="{2579CF11-C856-DC4C-A243-45F101ADFD2C}" presName="Name13" presStyleLbl="parChTrans1D2" presStyleIdx="12" presStyleCnt="14"/>
      <dgm:spPr/>
    </dgm:pt>
    <dgm:pt modelId="{053FA272-89C6-AA49-BB4C-932A0964EB0E}" type="pres">
      <dgm:prSet presAssocID="{BDB33F0E-701B-A641-8211-BF53B6A580F8}" presName="childText" presStyleLbl="bgAcc1" presStyleIdx="12" presStyleCnt="14" custScaleX="307250">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A753EB0D-B3D8-AA40-9FC3-E66C0C2F531A}" srcId="{89000C22-FEA5-384E-9C5D-5DBFD16F50E3}" destId="{09E4F72F-D6DC-174C-8B49-95E3584C1E93}" srcOrd="10" destOrd="0" parTransId="{12F4C62E-44F3-8149-AD84-6B6F5F1A343F}" sibTransId="{B8F4D172-9EE4-7347-B3E6-E15BD1579BF8}"/>
    <dgm:cxn modelId="{CEABD00F-1A26-3F4D-B841-EADF388AD200}" srcId="{89000C22-FEA5-384E-9C5D-5DBFD16F50E3}" destId="{75616830-9754-7848-88C8-2F6D02D8CD3A}" srcOrd="9"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6899181F-7C50-0B49-9014-37F433F4336B}" type="presOf" srcId="{638149B5-6A87-7647-9E88-C2147ABA09FA}" destId="{2838E421-DC3C-DB4A-AAA9-C5929E2FFA0E}" srcOrd="0" destOrd="0" presId="urn:microsoft.com/office/officeart/2005/8/layout/hierarchy3"/>
    <dgm:cxn modelId="{68ACAA22-6D7D-8F4F-8F67-6B5C76C58B58}" type="presOf" srcId="{98A5F5A5-03ED-E34E-B0B1-1CB08676237A}" destId="{A194323D-DD89-0E4C-B485-DEC4CCF295A9}" srcOrd="0" destOrd="0" presId="urn:microsoft.com/office/officeart/2005/8/layout/hierarchy3"/>
    <dgm:cxn modelId="{BB72BA22-17C1-7948-A586-8DB6A0068C49}" type="presOf" srcId="{188A9787-1455-2146-BFBE-D4B2DD013832}" destId="{2EB9F51F-249C-1E40-B345-EB281620FE54}" srcOrd="0" destOrd="0" presId="urn:microsoft.com/office/officeart/2005/8/layout/hierarchy3"/>
    <dgm:cxn modelId="{D1103B2B-6F0A-EF42-8F25-99CBD35DAF67}" srcId="{89000C22-FEA5-384E-9C5D-5DBFD16F50E3}" destId="{BDB33F0E-701B-A641-8211-BF53B6A580F8}" srcOrd="12" destOrd="0" parTransId="{2579CF11-C856-DC4C-A243-45F101ADFD2C}" sibTransId="{E6244C6A-01A6-FD4A-BFA2-BD6460708448}"/>
    <dgm:cxn modelId="{BD371C39-E07D-4349-94F4-0183AE136A6F}" type="presOf" srcId="{C870ED90-BC2D-4340-959B-3FD3DBEB55F4}" destId="{C6AC6921-7A0A-9540-9E44-EF7CCAD89CEE}" srcOrd="0" destOrd="0" presId="urn:microsoft.com/office/officeart/2005/8/layout/hierarchy3"/>
    <dgm:cxn modelId="{CDC0FF3E-F75F-A041-9D5C-F93FD3F58BD6}" srcId="{89000C22-FEA5-384E-9C5D-5DBFD16F50E3}" destId="{AB846AC1-95C6-8D42-B473-D384AE45E532}" srcOrd="5" destOrd="0" parTransId="{98A5F5A5-03ED-E34E-B0B1-1CB08676237A}" sibTransId="{F31D86BD-9988-9648-869F-45BC7C1D05B1}"/>
    <dgm:cxn modelId="{990C9D42-3200-E844-AE28-EB3EC13EAE67}" type="presOf" srcId="{2905D5D8-756A-C645-861C-58E574C81D2A}" destId="{FCBD1F40-D127-4E4E-AD62-FD97BBCEA71A}" srcOrd="0" destOrd="0" presId="urn:microsoft.com/office/officeart/2005/8/layout/hierarchy3"/>
    <dgm:cxn modelId="{3EA96643-C934-7348-84EE-0DD6BD219068}" srcId="{89000C22-FEA5-384E-9C5D-5DBFD16F50E3}" destId="{2B63B59A-831D-8243-A2D5-8890093C1102}" srcOrd="8" destOrd="0" parTransId="{A64A8246-1EAF-1047-A607-F4FA28898692}" sibTransId="{1812D7BA-2071-9E4D-84F6-3C90CE334F03}"/>
    <dgm:cxn modelId="{6A2F0F45-8260-E04D-ACBA-EA7CE09F4A0B}" type="presOf" srcId="{82A81BED-2532-304D-8DEC-B17D4681237C}" destId="{FE8608DA-4859-7E4A-9915-DA066A35B943}" srcOrd="0" destOrd="0" presId="urn:microsoft.com/office/officeart/2005/8/layout/hierarchy3"/>
    <dgm:cxn modelId="{7C7B364A-6802-534C-B6EB-87202A20B48A}" type="presOf" srcId="{2579CF11-C856-DC4C-A243-45F101ADFD2C}" destId="{512C5ACD-9AD2-6D40-BCE8-1F4730176F87}" srcOrd="0" destOrd="0" presId="urn:microsoft.com/office/officeart/2005/8/layout/hierarchy3"/>
    <dgm:cxn modelId="{29BC004D-DCBA-1549-B718-53770661D0E6}" srcId="{89000C22-FEA5-384E-9C5D-5DBFD16F50E3}" destId="{188A9787-1455-2146-BFBE-D4B2DD013832}" srcOrd="6" destOrd="0" parTransId="{638149B5-6A87-7647-9E88-C2147ABA09FA}" sibTransId="{FB0F4170-A998-1448-A277-E259AFEBC468}"/>
    <dgm:cxn modelId="{D208224D-BAD1-B74E-9C5C-0EB0C6FA966F}" type="presOf" srcId="{934328D6-2A0F-C846-A8AA-DEB7DF562214}" destId="{0C9E170C-52D9-3745-8562-90986B2BE394}" srcOrd="0" destOrd="0" presId="urn:microsoft.com/office/officeart/2005/8/layout/hierarchy3"/>
    <dgm:cxn modelId="{E66EA45A-ACF3-6A43-ACF8-A8DF7ADC0048}" type="presOf" srcId="{7BC0A0E8-000D-5F4A-B9D9-E9A383B8F017}" destId="{18AA7A2C-A52D-D54D-BBAD-07076C905FEF}"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4"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6156F268-AF01-0F44-ABF9-0E8AE42CEE15}" type="presOf" srcId="{7A6C9059-9D88-C84A-8662-F38C98B48616}" destId="{8AF0A572-D4DC-794B-A0EA-A3B16E1C7514}" srcOrd="0" destOrd="0" presId="urn:microsoft.com/office/officeart/2005/8/layout/hierarchy3"/>
    <dgm:cxn modelId="{9F60C778-16A2-084B-BA49-C4D9EC265B1B}" type="presOf" srcId="{75616830-9754-7848-88C8-2F6D02D8CD3A}" destId="{77760F1F-C97C-8145-9E80-32158E95C9BC}" srcOrd="0" destOrd="0" presId="urn:microsoft.com/office/officeart/2005/8/layout/hierarchy3"/>
    <dgm:cxn modelId="{B1254F79-C77B-AD42-9F77-D4C37289E530}" type="presOf" srcId="{AB846AC1-95C6-8D42-B473-D384AE45E532}" destId="{B5B4CEE5-9D4A-F74D-A560-0CCB1CE04F48}"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0" destOrd="0" parTransId="{8CBE0FFE-EFD1-A846-A673-32BA9B8D09D7}" sibTransId="{9E1A579C-CECA-A645-BB3A-E83EAA82F70B}"/>
    <dgm:cxn modelId="{E2F57A88-D72E-0345-8316-94AA2ABE96C0}" srcId="{89000C22-FEA5-384E-9C5D-5DBFD16F50E3}" destId="{B7A26B9C-6956-AD42-9A78-E871746E901A}" srcOrd="1" destOrd="0" parTransId="{C870ED90-BC2D-4340-959B-3FD3DBEB55F4}" sibTransId="{1C00406F-2A50-4842-B4A8-7EF7DDA2D4E9}"/>
    <dgm:cxn modelId="{511A318C-9D2D-3C43-8C73-90CF4C0CFEA3}" type="presOf" srcId="{BDB33F0E-701B-A641-8211-BF53B6A580F8}" destId="{053FA272-89C6-AA49-BB4C-932A0964EB0E}" srcOrd="0" destOrd="0" presId="urn:microsoft.com/office/officeart/2005/8/layout/hierarchy3"/>
    <dgm:cxn modelId="{A16F318F-068C-D74E-8E78-E6EDCD9CABF8}" type="presOf" srcId="{2E9D4F04-2A3C-6F43-9CC9-A5DD13B75D19}" destId="{98BFB16D-611A-E340-824C-7A8C7562F773}"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6D04FD95-8FB6-5A4B-930D-9730F9DC3E93}" srcId="{89000C22-FEA5-384E-9C5D-5DBFD16F50E3}" destId="{7A6C9059-9D88-C84A-8662-F38C98B48616}" srcOrd="3" destOrd="0" parTransId="{AC6ED320-6EAC-9B48-B6AC-B2135C7F491E}" sibTransId="{DF0D2226-EA61-A448-961C-8D1D0DFE2C73}"/>
    <dgm:cxn modelId="{8F0CF99D-6A67-DE45-8D08-E7FF59F3924B}" type="presOf" srcId="{89000C22-FEA5-384E-9C5D-5DBFD16F50E3}" destId="{E6FD9725-1669-084A-89D0-8C0E6B1C7553}" srcOrd="0" destOrd="0" presId="urn:microsoft.com/office/officeart/2005/8/layout/hierarchy3"/>
    <dgm:cxn modelId="{8979AC9E-031F-7E44-9E5A-DAE533780D23}" srcId="{89000C22-FEA5-384E-9C5D-5DBFD16F50E3}" destId="{288D2318-9FBA-814F-95F3-4A9DCF629163}" srcOrd="7" destOrd="0" parTransId="{82A81BED-2532-304D-8DEC-B17D4681237C}" sibTransId="{9430273D-105C-1344-A82B-AEF2DF55B2CA}"/>
    <dgm:cxn modelId="{A7AE84A1-5A8A-4C4A-AEAF-FCAD2AD0CA86}" type="presOf" srcId="{EAB65DF0-6B56-2042-BE71-08461ABD452F}" destId="{37BA8E79-58B3-8442-8A6C-D6C51892D14D}"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BB59F1C5-A16E-804D-BCF4-14E13347C6F4}" type="presOf" srcId="{8CBE0FFE-EFD1-A846-A673-32BA9B8D09D7}" destId="{D10FB301-27F4-164E-A00D-1345554A7B00}" srcOrd="0" destOrd="0" presId="urn:microsoft.com/office/officeart/2005/8/layout/hierarchy3"/>
    <dgm:cxn modelId="{DC6A50CC-B10E-C44B-8A54-A67F2DF8E087}" type="presOf" srcId="{288D2318-9FBA-814F-95F3-4A9DCF629163}" destId="{E40DC363-CA37-C04B-98FF-1087B7C73918}"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CE8686DC-71C5-2143-8E51-8095769FE4D3}" type="presOf" srcId="{AC6ED320-6EAC-9B48-B6AC-B2135C7F491E}" destId="{58B50C3D-EDEC-8C42-8861-0E60F14D426C}" srcOrd="0" destOrd="0" presId="urn:microsoft.com/office/officeart/2005/8/layout/hierarchy3"/>
    <dgm:cxn modelId="{27D28AF4-5EDC-5D4D-947A-DE0CF5952B5D}" type="presOf" srcId="{B7A26B9C-6956-AD42-9A78-E871746E901A}" destId="{E7BEC4F7-5471-544A-8605-21C787C39A7D}" srcOrd="0" destOrd="0" presId="urn:microsoft.com/office/officeart/2005/8/layout/hierarchy3"/>
    <dgm:cxn modelId="{7A02CCFD-BE32-204C-9CE4-12E68DAA28CB}" srcId="{89000C22-FEA5-384E-9C5D-5DBFD16F50E3}" destId="{7BC0A0E8-000D-5F4A-B9D9-E9A383B8F017}" srcOrd="2" destOrd="0" parTransId="{2905D5D8-756A-C645-861C-58E574C81D2A}" sibTransId="{280B1DE4-9A89-AC48-8DC9-61477B8D0B14}"/>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64756059-C841-2741-AE6A-5F5D8AB034E2}" type="presParOf" srcId="{626C2B61-5D1A-A247-B3C0-7F0637E532F7}" destId="{D10FB301-27F4-164E-A00D-1345554A7B00}" srcOrd="0" destOrd="0" presId="urn:microsoft.com/office/officeart/2005/8/layout/hierarchy3"/>
    <dgm:cxn modelId="{2F88CFE3-CF3F-F04A-98B1-880B822B0CD3}" type="presParOf" srcId="{626C2B61-5D1A-A247-B3C0-7F0637E532F7}" destId="{936E48F7-4236-FE40-9E07-91D8FBF1635C}" srcOrd="1" destOrd="0" presId="urn:microsoft.com/office/officeart/2005/8/layout/hierarchy3"/>
    <dgm:cxn modelId="{79AE31F0-9259-FD42-9C40-926AF89C09B2}" type="presParOf" srcId="{626C2B61-5D1A-A247-B3C0-7F0637E532F7}" destId="{C6AC6921-7A0A-9540-9E44-EF7CCAD89CEE}" srcOrd="2" destOrd="0" presId="urn:microsoft.com/office/officeart/2005/8/layout/hierarchy3"/>
    <dgm:cxn modelId="{AE22B5C7-27AF-FA48-BAC6-683B04AF39E4}" type="presParOf" srcId="{626C2B61-5D1A-A247-B3C0-7F0637E532F7}" destId="{E7BEC4F7-5471-544A-8605-21C787C39A7D}" srcOrd="3" destOrd="0" presId="urn:microsoft.com/office/officeart/2005/8/layout/hierarchy3"/>
    <dgm:cxn modelId="{2ED0012B-21DB-BC4A-987F-9EEDC4565DFD}" type="presParOf" srcId="{626C2B61-5D1A-A247-B3C0-7F0637E532F7}" destId="{FCBD1F40-D127-4E4E-AD62-FD97BBCEA71A}" srcOrd="4" destOrd="0" presId="urn:microsoft.com/office/officeart/2005/8/layout/hierarchy3"/>
    <dgm:cxn modelId="{514B1FAD-913F-0B4B-A193-E60B2B78E59A}" type="presParOf" srcId="{626C2B61-5D1A-A247-B3C0-7F0637E532F7}" destId="{18AA7A2C-A52D-D54D-BBAD-07076C905FEF}" srcOrd="5" destOrd="0" presId="urn:microsoft.com/office/officeart/2005/8/layout/hierarchy3"/>
    <dgm:cxn modelId="{B3479692-84D1-D74B-9067-426892598DDD}" type="presParOf" srcId="{626C2B61-5D1A-A247-B3C0-7F0637E532F7}" destId="{58B50C3D-EDEC-8C42-8861-0E60F14D426C}" srcOrd="6" destOrd="0" presId="urn:microsoft.com/office/officeart/2005/8/layout/hierarchy3"/>
    <dgm:cxn modelId="{68720D58-C955-0E4F-9B6C-B77B2F288A41}" type="presParOf" srcId="{626C2B61-5D1A-A247-B3C0-7F0637E532F7}" destId="{8AF0A572-D4DC-794B-A0EA-A3B16E1C7514}" srcOrd="7" destOrd="0" presId="urn:microsoft.com/office/officeart/2005/8/layout/hierarchy3"/>
    <dgm:cxn modelId="{C13FD89E-D137-4F41-81BB-8FF264C2E053}" type="presParOf" srcId="{626C2B61-5D1A-A247-B3C0-7F0637E532F7}" destId="{40ED545D-287D-C141-885D-E246B5E4F0AC}" srcOrd="8" destOrd="0" presId="urn:microsoft.com/office/officeart/2005/8/layout/hierarchy3"/>
    <dgm:cxn modelId="{2E669BCF-F06C-F742-90CB-AF3F2F895485}" type="presParOf" srcId="{626C2B61-5D1A-A247-B3C0-7F0637E532F7}" destId="{361E30B0-32E3-6C49-9085-B0FC7F923612}" srcOrd="9" destOrd="0" presId="urn:microsoft.com/office/officeart/2005/8/layout/hierarchy3"/>
    <dgm:cxn modelId="{86ED9D92-4D0B-AB47-83D5-B1A48A7DE958}" type="presParOf" srcId="{626C2B61-5D1A-A247-B3C0-7F0637E532F7}" destId="{A194323D-DD89-0E4C-B485-DEC4CCF295A9}" srcOrd="10" destOrd="0" presId="urn:microsoft.com/office/officeart/2005/8/layout/hierarchy3"/>
    <dgm:cxn modelId="{C2FAF84C-8636-8F46-A451-090ADDDD1076}" type="presParOf" srcId="{626C2B61-5D1A-A247-B3C0-7F0637E532F7}" destId="{B5B4CEE5-9D4A-F74D-A560-0CCB1CE04F48}" srcOrd="11" destOrd="0" presId="urn:microsoft.com/office/officeart/2005/8/layout/hierarchy3"/>
    <dgm:cxn modelId="{9047FC52-B332-2A4A-9434-86404724A92D}" type="presParOf" srcId="{626C2B61-5D1A-A247-B3C0-7F0637E532F7}" destId="{2838E421-DC3C-DB4A-AAA9-C5929E2FFA0E}" srcOrd="12" destOrd="0" presId="urn:microsoft.com/office/officeart/2005/8/layout/hierarchy3"/>
    <dgm:cxn modelId="{42B7DD3D-A88F-424F-A37C-B12CCA625CA7}" type="presParOf" srcId="{626C2B61-5D1A-A247-B3C0-7F0637E532F7}" destId="{2EB9F51F-249C-1E40-B345-EB281620FE54}" srcOrd="13" destOrd="0" presId="urn:microsoft.com/office/officeart/2005/8/layout/hierarchy3"/>
    <dgm:cxn modelId="{DA40639B-AE8D-9E46-9E91-A7D7B43FC754}" type="presParOf" srcId="{626C2B61-5D1A-A247-B3C0-7F0637E532F7}" destId="{FE8608DA-4859-7E4A-9915-DA066A35B943}" srcOrd="14" destOrd="0" presId="urn:microsoft.com/office/officeart/2005/8/layout/hierarchy3"/>
    <dgm:cxn modelId="{80AD7C6C-EA69-2046-8D4D-942D63716D75}" type="presParOf" srcId="{626C2B61-5D1A-A247-B3C0-7F0637E532F7}" destId="{E40DC363-CA37-C04B-98FF-1087B7C73918}" srcOrd="15" destOrd="0" presId="urn:microsoft.com/office/officeart/2005/8/layout/hierarchy3"/>
    <dgm:cxn modelId="{B7DADE57-B579-0242-800E-8ABC06C024AF}" type="presParOf" srcId="{626C2B61-5D1A-A247-B3C0-7F0637E532F7}" destId="{A216BE8C-F0E1-B449-89B2-B155F89FBF9D}" srcOrd="16" destOrd="0" presId="urn:microsoft.com/office/officeart/2005/8/layout/hierarchy3"/>
    <dgm:cxn modelId="{3532B1D8-0F9C-5D49-A1DC-11DCB075BE0F}" type="presParOf" srcId="{626C2B61-5D1A-A247-B3C0-7F0637E532F7}" destId="{186A85C1-A331-174B-A478-88A611080762}" srcOrd="17" destOrd="0" presId="urn:microsoft.com/office/officeart/2005/8/layout/hierarchy3"/>
    <dgm:cxn modelId="{DCEEE259-C2DF-6547-A661-F91F8B8B0C51}" type="presParOf" srcId="{626C2B61-5D1A-A247-B3C0-7F0637E532F7}" destId="{31C223A4-2AA4-9540-BBFD-8028CC4047EC}" srcOrd="18" destOrd="0" presId="urn:microsoft.com/office/officeart/2005/8/layout/hierarchy3"/>
    <dgm:cxn modelId="{57476D42-1E49-534C-B036-8742FE644CE9}" type="presParOf" srcId="{626C2B61-5D1A-A247-B3C0-7F0637E532F7}" destId="{77760F1F-C97C-8145-9E80-32158E95C9BC}" srcOrd="19" destOrd="0" presId="urn:microsoft.com/office/officeart/2005/8/layout/hierarchy3"/>
    <dgm:cxn modelId="{3EAAE10B-9CBA-F94A-9833-4527E4743748}" type="presParOf" srcId="{626C2B61-5D1A-A247-B3C0-7F0637E532F7}" destId="{5BD2E31C-EF17-B74E-9AF1-6EA8AE72BB17}" srcOrd="20" destOrd="0" presId="urn:microsoft.com/office/officeart/2005/8/layout/hierarchy3"/>
    <dgm:cxn modelId="{34C907AC-CD6C-A646-B206-53AB6BEC55D1}" type="presParOf" srcId="{626C2B61-5D1A-A247-B3C0-7F0637E532F7}" destId="{40142824-BC79-9646-A094-EFF1AF3B4394}"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B4F8C699-5987-9C48-88B8-1B593CD3FA50}" type="presParOf" srcId="{626C2B61-5D1A-A247-B3C0-7F0637E532F7}" destId="{512C5ACD-9AD2-6D40-BCE8-1F4730176F87}" srcOrd="24" destOrd="0" presId="urn:microsoft.com/office/officeart/2005/8/layout/hierarchy3"/>
    <dgm:cxn modelId="{F2559D44-3089-604C-80C1-F820F039670B}" type="presParOf" srcId="{626C2B61-5D1A-A247-B3C0-7F0637E532F7}" destId="{053FA272-89C6-AA49-BB4C-932A0964EB0E}"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DBC05985-9E94-9C40-A21C-B48D8BC28D81}">
      <dgm:prSet custT="1"/>
      <dgm:spPr/>
      <dgm:t>
        <a:bodyPr/>
        <a:lstStyle/>
        <a:p>
          <a:r>
            <a:rPr lang="en-PH" sz="1700" b="1" dirty="0">
              <a:solidFill>
                <a:srgbClr val="C00000"/>
              </a:solidFill>
            </a:rPr>
            <a:t>USE CASE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2B63B59A-831D-8243-A2D5-8890093C1102}">
      <dgm:prSet custT="1"/>
      <dgm:spPr/>
      <dgm:t>
        <a:bodyPr/>
        <a:lstStyle/>
        <a:p>
          <a:r>
            <a:rPr lang="en-US" sz="1000" b="1" dirty="0"/>
            <a:t>ERD(DATABASE DESIGN)</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USER INTERFACE DESIGN(PROTOTYPE)</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800" b="1" dirty="0"/>
            <a:t>SOFTWARE PLATFORMS, DEVELOPMENT, ENVIRONMENTS &amp; TOOLS</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RESEARCH DESIGN</a:t>
          </a:r>
        </a:p>
      </dgm:t>
    </dgm:pt>
    <dgm:pt modelId="{9E1A579C-CECA-A645-BB3A-E83EAA82F70B}" cxnId="{452CB083-A26D-984C-B22D-B8EBDD309BBB}" type="sibTrans">
      <dgm:prSet/>
      <dgm:spPr/>
      <dgm:t>
        <a:bodyPr/>
        <a:lstStyle/>
        <a:p>
          <a:endParaRPr lang="en-US"/>
        </a:p>
      </dgm:t>
    </dgm:pt>
    <dgm:pt modelId="{8CBE0FFE-EFD1-A846-A673-32BA9B8D09D7}" cxnId="{452CB083-A26D-984C-B22D-B8EBDD309BBB}" type="parTrans">
      <dgm:prSet/>
      <dgm:spPr/>
      <dgm:t>
        <a:bodyPr/>
        <a:lstStyle/>
        <a:p>
          <a:endParaRPr lang="en-US"/>
        </a:p>
      </dgm:t>
    </dgm:pt>
    <dgm:pt modelId="{188A9787-1455-2146-BFBE-D4B2DD013832}">
      <dgm:prSet custT="1"/>
      <dgm:spPr/>
      <dgm:t>
        <a:bodyPr/>
        <a:lstStyle/>
        <a:p>
          <a:r>
            <a:rPr lang="en-US" sz="1000" b="1" dirty="0"/>
            <a:t>ACTIVITY DIAGRAM</a:t>
          </a:r>
        </a:p>
      </dgm:t>
    </dgm:pt>
    <dgm:pt modelId="{638149B5-6A87-7647-9E88-C2147ABA09FA}" cxnId="{29BC004D-DCBA-1549-B718-53770661D0E6}" type="parTrans">
      <dgm:prSet/>
      <dgm:spPr/>
      <dgm:t>
        <a:bodyPr/>
        <a:lstStyle/>
        <a:p>
          <a:endParaRPr lang="en-US"/>
        </a:p>
      </dgm:t>
    </dgm:pt>
    <dgm:pt modelId="{FB0F4170-A998-1448-A277-E259AFEBC468}" cxnId="{29BC004D-DCBA-1549-B718-53770661D0E6}" type="sibTrans">
      <dgm:prSet/>
      <dgm:spPr/>
      <dgm:t>
        <a:bodyPr/>
        <a:lstStyle/>
        <a:p>
          <a:endParaRPr lang="en-US"/>
        </a:p>
      </dgm:t>
    </dgm:pt>
    <dgm:pt modelId="{288D2318-9FBA-814F-95F3-4A9DCF629163}">
      <dgm:prSet custT="1"/>
      <dgm:spPr/>
      <dgm:t>
        <a:bodyPr/>
        <a:lstStyle/>
        <a:p>
          <a:r>
            <a:rPr lang="en-US" sz="1000" b="1" dirty="0"/>
            <a:t>SEQUENCE DIAGRAM</a:t>
          </a:r>
        </a:p>
      </dgm:t>
    </dgm:pt>
    <dgm:pt modelId="{82A81BED-2532-304D-8DEC-B17D4681237C}" cxnId="{8979AC9E-031F-7E44-9E5A-DAE533780D23}" type="parTrans">
      <dgm:prSet/>
      <dgm:spPr/>
      <dgm:t>
        <a:bodyPr/>
        <a:lstStyle/>
        <a:p>
          <a:endParaRPr lang="en-US"/>
        </a:p>
      </dgm:t>
    </dgm:pt>
    <dgm:pt modelId="{9430273D-105C-1344-A82B-AEF2DF55B2CA}" cxnId="{8979AC9E-031F-7E44-9E5A-DAE533780D23}" type="sibTrans">
      <dgm:prSet/>
      <dgm:spPr/>
      <dgm:t>
        <a:bodyPr/>
        <a:lstStyle/>
        <a:p>
          <a:endParaRPr lang="en-US"/>
        </a:p>
      </dgm:t>
    </dgm:pt>
    <dgm:pt modelId="{B7A26B9C-6956-AD42-9A78-E871746E901A}">
      <dgm:prSet custT="1"/>
      <dgm:spPr/>
      <dgm:t>
        <a:bodyPr/>
        <a:lstStyle/>
        <a:p>
          <a:r>
            <a:rPr lang="en-PH" sz="1000" b="1" dirty="0">
              <a:solidFill>
                <a:schemeClr val="tx1"/>
              </a:solidFill>
            </a:rPr>
            <a:t>SOFTWARE DEVELOPMENT LIFE CYCLE</a:t>
          </a:r>
          <a:endParaRPr lang="en-US" sz="1000" dirty="0">
            <a:solidFill>
              <a:schemeClr val="tx1"/>
            </a:solidFill>
          </a:endParaRPr>
        </a:p>
      </dgm:t>
    </dgm:pt>
    <dgm:pt modelId="{C870ED90-BC2D-4340-959B-3FD3DBEB55F4}" cxnId="{E2F57A88-D72E-0345-8316-94AA2ABE96C0}" type="parTrans">
      <dgm:prSet/>
      <dgm:spPr/>
      <dgm:t>
        <a:bodyPr/>
        <a:lstStyle/>
        <a:p>
          <a:endParaRPr lang="en-US"/>
        </a:p>
      </dgm:t>
    </dgm:pt>
    <dgm:pt modelId="{1C00406F-2A50-4842-B4A8-7EF7DDA2D4E9}" cxnId="{E2F57A88-D72E-0345-8316-94AA2ABE96C0}" type="sibTrans">
      <dgm:prSet/>
      <dgm:spPr/>
      <dgm:t>
        <a:bodyPr/>
        <a:lstStyle/>
        <a:p>
          <a:endParaRPr lang="en-US"/>
        </a:p>
      </dgm:t>
    </dgm:pt>
    <dgm:pt modelId="{BDB33F0E-701B-A641-8211-BF53B6A580F8}">
      <dgm:prSet custT="1"/>
      <dgm:spPr/>
      <dgm:t>
        <a:bodyPr/>
        <a:lstStyle/>
        <a:p>
          <a:r>
            <a:rPr lang="en-US" sz="1000" b="1" dirty="0"/>
            <a:t>SYSTEM EVALUATION</a:t>
          </a:r>
        </a:p>
      </dgm:t>
    </dgm:pt>
    <dgm:pt modelId="{2579CF11-C856-DC4C-A243-45F101ADFD2C}" cxnId="{D1103B2B-6F0A-EF42-8F25-99CBD35DAF67}" type="parTrans">
      <dgm:prSet/>
      <dgm:spPr/>
      <dgm:t>
        <a:bodyPr/>
        <a:lstStyle/>
        <a:p>
          <a:endParaRPr lang="en-US"/>
        </a:p>
      </dgm:t>
    </dgm:pt>
    <dgm:pt modelId="{E6244C6A-01A6-FD4A-BFA2-BD6460708448}" cxnId="{D1103B2B-6F0A-EF42-8F25-99CBD35DAF67}" type="sibTrans">
      <dgm:prSet/>
      <dgm:spPr/>
      <dgm:t>
        <a:bodyPr/>
        <a:lstStyle/>
        <a:p>
          <a:endParaRPr lang="en-US"/>
        </a:p>
      </dgm:t>
    </dgm:pt>
    <dgm:pt modelId="{7BC0A0E8-000D-5F4A-B9D9-E9A383B8F017}">
      <dgm:prSet custT="1"/>
      <dgm:spPr/>
      <dgm:t>
        <a:bodyPr/>
        <a:lstStyle/>
        <a:p>
          <a:r>
            <a:rPr lang="en-US" sz="1000" b="1" dirty="0"/>
            <a:t>SYSTEM ARCHITECTURE</a:t>
          </a:r>
        </a:p>
      </dgm:t>
    </dgm:pt>
    <dgm:pt modelId="{2905D5D8-756A-C645-861C-58E574C81D2A}" cxnId="{7A02CCFD-BE32-204C-9CE4-12E68DAA28CB}" type="parTrans">
      <dgm:prSet/>
      <dgm:spPr/>
      <dgm:t>
        <a:bodyPr/>
        <a:lstStyle/>
        <a:p>
          <a:endParaRPr lang="en-US"/>
        </a:p>
      </dgm:t>
    </dgm:pt>
    <dgm:pt modelId="{280B1DE4-9A89-AC48-8DC9-61477B8D0B14}" cxnId="{7A02CCFD-BE32-204C-9CE4-12E68DAA28CB}" type="sibTrans">
      <dgm:prSet/>
      <dgm:spPr/>
      <dgm:t>
        <a:bodyPr/>
        <a:lstStyle/>
        <a:p>
          <a:endParaRPr lang="en-US"/>
        </a:p>
      </dgm:t>
    </dgm:pt>
    <dgm:pt modelId="{7A6C9059-9D88-C84A-8662-F38C98B48616}">
      <dgm:prSet custT="1"/>
      <dgm:spPr/>
      <dgm:t>
        <a:bodyPr/>
        <a:lstStyle/>
        <a:p>
          <a:r>
            <a:rPr lang="en-US" sz="1000" b="1" dirty="0"/>
            <a:t>CONCEPTUAL FRAMEWORK</a:t>
          </a:r>
        </a:p>
      </dgm:t>
    </dgm:pt>
    <dgm:pt modelId="{AC6ED320-6EAC-9B48-B6AC-B2135C7F491E}" cxnId="{6D04FD95-8FB6-5A4B-930D-9730F9DC3E93}" type="parTrans">
      <dgm:prSet/>
      <dgm:spPr/>
      <dgm:t>
        <a:bodyPr/>
        <a:lstStyle/>
        <a:p>
          <a:endParaRPr lang="en-US"/>
        </a:p>
      </dgm:t>
    </dgm:pt>
    <dgm:pt modelId="{DF0D2226-EA61-A448-961C-8D1D0DFE2C73}" cxnId="{6D04FD95-8FB6-5A4B-930D-9730F9DC3E93}" type="sibTrans">
      <dgm:prSet/>
      <dgm:spPr/>
      <dgm:t>
        <a:bodyPr/>
        <a:lstStyle/>
        <a:p>
          <a:endParaRPr lang="en-US"/>
        </a:p>
      </dgm:t>
    </dgm:pt>
    <dgm:pt modelId="{1BA95D25-0EA3-DC41-872C-15EF3B95C29E}">
      <dgm:prSet/>
      <dgm:spPr/>
      <dgm:t>
        <a:bodyPr/>
        <a:lstStyle/>
        <a:p>
          <a:r>
            <a:rPr lang="en-US" b="1" dirty="0"/>
            <a:t>ALGORITHMS /FRAMEWORK USED</a:t>
          </a:r>
        </a:p>
      </dgm:t>
    </dgm:pt>
    <dgm:pt modelId="{DBDE0FB9-6A0E-EB43-B6DA-DE1C59890173}" cxnId="{38933EAF-5B22-6944-B679-300663B91F18}" type="parTrans">
      <dgm:prSet/>
      <dgm:spPr/>
      <dgm:t>
        <a:bodyPr/>
        <a:lstStyle/>
        <a:p>
          <a:endParaRPr lang="en-US"/>
        </a:p>
      </dgm:t>
    </dgm:pt>
    <dgm:pt modelId="{27F59B02-7828-9447-BF00-FA6D48CA41DB}" cxnId="{38933EAF-5B22-6944-B679-300663B91F18}"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4433"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D10FB301-27F4-164E-A00D-1345554A7B00}" type="pres">
      <dgm:prSet presAssocID="{8CBE0FFE-EFD1-A846-A673-32BA9B8D09D7}" presName="Name13" presStyleLbl="parChTrans1D2" presStyleIdx="0" presStyleCnt="14"/>
      <dgm:spPr/>
    </dgm:pt>
    <dgm:pt modelId="{936E48F7-4236-FE40-9E07-91D8FBF1635C}" type="pres">
      <dgm:prSet presAssocID="{30ACC724-5675-EA46-BD14-130D30FF364F}" presName="childText" presStyleLbl="bgAcc1" presStyleIdx="0" presStyleCnt="14" custScaleX="307565">
        <dgm:presLayoutVars>
          <dgm:bulletEnabled val="1"/>
        </dgm:presLayoutVars>
      </dgm:prSet>
      <dgm:spPr/>
    </dgm:pt>
    <dgm:pt modelId="{C6AC6921-7A0A-9540-9E44-EF7CCAD89CEE}" type="pres">
      <dgm:prSet presAssocID="{C870ED90-BC2D-4340-959B-3FD3DBEB55F4}" presName="Name13" presStyleLbl="parChTrans1D2" presStyleIdx="1" presStyleCnt="14"/>
      <dgm:spPr/>
    </dgm:pt>
    <dgm:pt modelId="{E7BEC4F7-5471-544A-8605-21C787C39A7D}" type="pres">
      <dgm:prSet presAssocID="{B7A26B9C-6956-AD42-9A78-E871746E901A}" presName="childText" presStyleLbl="bgAcc1" presStyleIdx="1" presStyleCnt="14" custScaleX="308013" custScaleY="141066">
        <dgm:presLayoutVars>
          <dgm:bulletEnabled val="1"/>
        </dgm:presLayoutVars>
      </dgm:prSet>
      <dgm:spPr/>
    </dgm:pt>
    <dgm:pt modelId="{FCBD1F40-D127-4E4E-AD62-FD97BBCEA71A}" type="pres">
      <dgm:prSet presAssocID="{2905D5D8-756A-C645-861C-58E574C81D2A}" presName="Name13" presStyleLbl="parChTrans1D2" presStyleIdx="2" presStyleCnt="14"/>
      <dgm:spPr/>
    </dgm:pt>
    <dgm:pt modelId="{18AA7A2C-A52D-D54D-BBAD-07076C905FEF}" type="pres">
      <dgm:prSet presAssocID="{7BC0A0E8-000D-5F4A-B9D9-E9A383B8F017}" presName="childText" presStyleLbl="bgAcc1" presStyleIdx="2" presStyleCnt="14" custScaleX="302317">
        <dgm:presLayoutVars>
          <dgm:bulletEnabled val="1"/>
        </dgm:presLayoutVars>
      </dgm:prSet>
      <dgm:spPr/>
    </dgm:pt>
    <dgm:pt modelId="{58B50C3D-EDEC-8C42-8861-0E60F14D426C}" type="pres">
      <dgm:prSet presAssocID="{AC6ED320-6EAC-9B48-B6AC-B2135C7F491E}" presName="Name13" presStyleLbl="parChTrans1D2" presStyleIdx="3" presStyleCnt="14"/>
      <dgm:spPr/>
    </dgm:pt>
    <dgm:pt modelId="{8AF0A572-D4DC-794B-A0EA-A3B16E1C7514}" type="pres">
      <dgm:prSet presAssocID="{7A6C9059-9D88-C84A-8662-F38C98B48616}" presName="childText" presStyleLbl="bgAcc1" presStyleIdx="3" presStyleCnt="14" custScaleX="302659" custScaleY="115785">
        <dgm:presLayoutVars>
          <dgm:bulletEnabled val="1"/>
        </dgm:presLayoutVars>
      </dgm:prSet>
      <dgm:spPr/>
    </dgm:pt>
    <dgm:pt modelId="{4C15B693-B084-4F40-91DB-747F3BCFE3E0}" type="pres">
      <dgm:prSet presAssocID="{DBDE0FB9-6A0E-EB43-B6DA-DE1C59890173}" presName="Name13" presStyleLbl="parChTrans1D2" presStyleIdx="4" presStyleCnt="14"/>
      <dgm:spPr/>
    </dgm:pt>
    <dgm:pt modelId="{35F752F3-EE25-A542-9AFE-9334675F9431}" type="pres">
      <dgm:prSet presAssocID="{1BA95D25-0EA3-DC41-872C-15EF3B95C29E}" presName="childText" presStyleLbl="bgAcc1" presStyleIdx="4" presStyleCnt="14" custScaleX="305094">
        <dgm:presLayoutVars>
          <dgm:bulletEnabled val="1"/>
        </dgm:presLayoutVars>
      </dgm:prSet>
      <dgm:spPr/>
    </dgm:pt>
    <dgm:pt modelId="{40ED545D-287D-C141-885D-E246B5E4F0AC}" type="pres">
      <dgm:prSet presAssocID="{A87F89C8-A3E5-1A4A-92A6-3A8FA7C9F651}" presName="Name13" presStyleLbl="parChTrans1D2" presStyleIdx="5" presStyleCnt="14"/>
      <dgm:spPr/>
    </dgm:pt>
    <dgm:pt modelId="{361E30B0-32E3-6C49-9085-B0FC7F923612}" type="pres">
      <dgm:prSet presAssocID="{DBC05985-9E94-9C40-A21C-B48D8BC28D81}" presName="childText" presStyleLbl="bgAcc1" presStyleIdx="5" presStyleCnt="14" custScaleX="499282" custScaleY="141066">
        <dgm:presLayoutVars>
          <dgm:bulletEnabled val="1"/>
        </dgm:presLayoutVars>
      </dgm:prSet>
      <dgm:spPr/>
    </dgm:pt>
    <dgm:pt modelId="{2838E421-DC3C-DB4A-AAA9-C5929E2FFA0E}" type="pres">
      <dgm:prSet presAssocID="{638149B5-6A87-7647-9E88-C2147ABA09FA}" presName="Name13" presStyleLbl="parChTrans1D2" presStyleIdx="6" presStyleCnt="14"/>
      <dgm:spPr/>
    </dgm:pt>
    <dgm:pt modelId="{2EB9F51F-249C-1E40-B345-EB281620FE54}" type="pres">
      <dgm:prSet presAssocID="{188A9787-1455-2146-BFBE-D4B2DD013832}" presName="childText" presStyleLbl="bgAcc1" presStyleIdx="6" presStyleCnt="14" custScaleX="305743">
        <dgm:presLayoutVars>
          <dgm:bulletEnabled val="1"/>
        </dgm:presLayoutVars>
      </dgm:prSet>
      <dgm:spPr/>
    </dgm:pt>
    <dgm:pt modelId="{FE8608DA-4859-7E4A-9915-DA066A35B943}" type="pres">
      <dgm:prSet presAssocID="{82A81BED-2532-304D-8DEC-B17D4681237C}" presName="Name13" presStyleLbl="parChTrans1D2" presStyleIdx="7" presStyleCnt="14"/>
      <dgm:spPr/>
    </dgm:pt>
    <dgm:pt modelId="{E40DC363-CA37-C04B-98FF-1087B7C73918}" type="pres">
      <dgm:prSet presAssocID="{288D2318-9FBA-814F-95F3-4A9DCF629163}" presName="childText" presStyleLbl="bgAcc1" presStyleIdx="7" presStyleCnt="14" custScaleX="305743">
        <dgm:presLayoutVars>
          <dgm:bulletEnabled val="1"/>
        </dgm:presLayoutVars>
      </dgm:prSet>
      <dgm:spPr/>
    </dgm:pt>
    <dgm:pt modelId="{A216BE8C-F0E1-B449-89B2-B155F89FBF9D}" type="pres">
      <dgm:prSet presAssocID="{A64A8246-1EAF-1047-A607-F4FA28898692}" presName="Name13" presStyleLbl="parChTrans1D2" presStyleIdx="8" presStyleCnt="14"/>
      <dgm:spPr/>
    </dgm:pt>
    <dgm:pt modelId="{186A85C1-A331-174B-A478-88A611080762}" type="pres">
      <dgm:prSet presAssocID="{2B63B59A-831D-8243-A2D5-8890093C1102}" presName="childText" presStyleLbl="bgAcc1" presStyleIdx="8" presStyleCnt="14" custScaleX="307565">
        <dgm:presLayoutVars>
          <dgm:bulletEnabled val="1"/>
        </dgm:presLayoutVars>
      </dgm:prSet>
      <dgm:spPr/>
    </dgm:pt>
    <dgm:pt modelId="{31C223A4-2AA4-9540-BBFD-8028CC4047EC}" type="pres">
      <dgm:prSet presAssocID="{CA5B58E0-047A-484D-9A66-4A36EAC0BB1B}" presName="Name13" presStyleLbl="parChTrans1D2" presStyleIdx="9" presStyleCnt="14"/>
      <dgm:spPr/>
    </dgm:pt>
    <dgm:pt modelId="{77760F1F-C97C-8145-9E80-32158E95C9BC}" type="pres">
      <dgm:prSet presAssocID="{75616830-9754-7848-88C8-2F6D02D8CD3A}" presName="childText" presStyleLbl="bgAcc1" presStyleIdx="9" presStyleCnt="14" custScaleX="307565">
        <dgm:presLayoutVars>
          <dgm:bulletEnabled val="1"/>
        </dgm:presLayoutVars>
      </dgm:prSet>
      <dgm:spPr/>
    </dgm:pt>
    <dgm:pt modelId="{5BD2E31C-EF17-B74E-9AF1-6EA8AE72BB17}" type="pres">
      <dgm:prSet presAssocID="{12F4C62E-44F3-8149-AD84-6B6F5F1A343F}" presName="Name13" presStyleLbl="parChTrans1D2" presStyleIdx="10" presStyleCnt="14"/>
      <dgm:spPr/>
    </dgm:pt>
    <dgm:pt modelId="{40142824-BC79-9646-A094-EFF1AF3B4394}" type="pres">
      <dgm:prSet presAssocID="{09E4F72F-D6DC-174C-8B49-95E3584C1E93}"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512C5ACD-9AD2-6D40-BCE8-1F4730176F87}" type="pres">
      <dgm:prSet presAssocID="{2579CF11-C856-DC4C-A243-45F101ADFD2C}" presName="Name13" presStyleLbl="parChTrans1D2" presStyleIdx="12" presStyleCnt="14"/>
      <dgm:spPr/>
    </dgm:pt>
    <dgm:pt modelId="{053FA272-89C6-AA49-BB4C-932A0964EB0E}" type="pres">
      <dgm:prSet presAssocID="{BDB33F0E-701B-A641-8211-BF53B6A580F8}" presName="childText" presStyleLbl="bgAcc1" presStyleIdx="12" presStyleCnt="14" custScaleX="307250">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A753EB0D-B3D8-AA40-9FC3-E66C0C2F531A}" srcId="{89000C22-FEA5-384E-9C5D-5DBFD16F50E3}" destId="{09E4F72F-D6DC-174C-8B49-95E3584C1E93}" srcOrd="10" destOrd="0" parTransId="{12F4C62E-44F3-8149-AD84-6B6F5F1A343F}" sibTransId="{B8F4D172-9EE4-7347-B3E6-E15BD1579BF8}"/>
    <dgm:cxn modelId="{CEABD00F-1A26-3F4D-B841-EADF388AD200}" srcId="{89000C22-FEA5-384E-9C5D-5DBFD16F50E3}" destId="{75616830-9754-7848-88C8-2F6D02D8CD3A}" srcOrd="9"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74B0FD14-B325-324C-AE21-F70D5B921056}" type="presOf" srcId="{DBDE0FB9-6A0E-EB43-B6DA-DE1C59890173}" destId="{4C15B693-B084-4F40-91DB-747F3BCFE3E0}"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6899181F-7C50-0B49-9014-37F433F4336B}" type="presOf" srcId="{638149B5-6A87-7647-9E88-C2147ABA09FA}" destId="{2838E421-DC3C-DB4A-AAA9-C5929E2FFA0E}" srcOrd="0" destOrd="0" presId="urn:microsoft.com/office/officeart/2005/8/layout/hierarchy3"/>
    <dgm:cxn modelId="{BB72BA22-17C1-7948-A586-8DB6A0068C49}" type="presOf" srcId="{188A9787-1455-2146-BFBE-D4B2DD013832}" destId="{2EB9F51F-249C-1E40-B345-EB281620FE54}" srcOrd="0" destOrd="0" presId="urn:microsoft.com/office/officeart/2005/8/layout/hierarchy3"/>
    <dgm:cxn modelId="{D1103B2B-6F0A-EF42-8F25-99CBD35DAF67}" srcId="{89000C22-FEA5-384E-9C5D-5DBFD16F50E3}" destId="{BDB33F0E-701B-A641-8211-BF53B6A580F8}" srcOrd="12" destOrd="0" parTransId="{2579CF11-C856-DC4C-A243-45F101ADFD2C}" sibTransId="{E6244C6A-01A6-FD4A-BFA2-BD6460708448}"/>
    <dgm:cxn modelId="{BD371C39-E07D-4349-94F4-0183AE136A6F}" type="presOf" srcId="{C870ED90-BC2D-4340-959B-3FD3DBEB55F4}" destId="{C6AC6921-7A0A-9540-9E44-EF7CCAD89CEE}" srcOrd="0" destOrd="0" presId="urn:microsoft.com/office/officeart/2005/8/layout/hierarchy3"/>
    <dgm:cxn modelId="{990C9D42-3200-E844-AE28-EB3EC13EAE67}" type="presOf" srcId="{2905D5D8-756A-C645-861C-58E574C81D2A}" destId="{FCBD1F40-D127-4E4E-AD62-FD97BBCEA71A}" srcOrd="0" destOrd="0" presId="urn:microsoft.com/office/officeart/2005/8/layout/hierarchy3"/>
    <dgm:cxn modelId="{3EA96643-C934-7348-84EE-0DD6BD219068}" srcId="{89000C22-FEA5-384E-9C5D-5DBFD16F50E3}" destId="{2B63B59A-831D-8243-A2D5-8890093C1102}" srcOrd="8" destOrd="0" parTransId="{A64A8246-1EAF-1047-A607-F4FA28898692}" sibTransId="{1812D7BA-2071-9E4D-84F6-3C90CE334F03}"/>
    <dgm:cxn modelId="{6A2F0F45-8260-E04D-ACBA-EA7CE09F4A0B}" type="presOf" srcId="{82A81BED-2532-304D-8DEC-B17D4681237C}" destId="{FE8608DA-4859-7E4A-9915-DA066A35B943}" srcOrd="0" destOrd="0" presId="urn:microsoft.com/office/officeart/2005/8/layout/hierarchy3"/>
    <dgm:cxn modelId="{7C7B364A-6802-534C-B6EB-87202A20B48A}" type="presOf" srcId="{2579CF11-C856-DC4C-A243-45F101ADFD2C}" destId="{512C5ACD-9AD2-6D40-BCE8-1F4730176F87}" srcOrd="0" destOrd="0" presId="urn:microsoft.com/office/officeart/2005/8/layout/hierarchy3"/>
    <dgm:cxn modelId="{29BC004D-DCBA-1549-B718-53770661D0E6}" srcId="{89000C22-FEA5-384E-9C5D-5DBFD16F50E3}" destId="{188A9787-1455-2146-BFBE-D4B2DD013832}" srcOrd="6" destOrd="0" parTransId="{638149B5-6A87-7647-9E88-C2147ABA09FA}" sibTransId="{FB0F4170-A998-1448-A277-E259AFEBC468}"/>
    <dgm:cxn modelId="{D208224D-BAD1-B74E-9C5C-0EB0C6FA966F}" type="presOf" srcId="{934328D6-2A0F-C846-A8AA-DEB7DF562214}" destId="{0C9E170C-52D9-3745-8562-90986B2BE394}" srcOrd="0" destOrd="0" presId="urn:microsoft.com/office/officeart/2005/8/layout/hierarchy3"/>
    <dgm:cxn modelId="{E66EA45A-ACF3-6A43-ACF8-A8DF7ADC0048}" type="presOf" srcId="{7BC0A0E8-000D-5F4A-B9D9-E9A383B8F017}" destId="{18AA7A2C-A52D-D54D-BBAD-07076C905FEF}"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5"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6156F268-AF01-0F44-ABF9-0E8AE42CEE15}" type="presOf" srcId="{7A6C9059-9D88-C84A-8662-F38C98B48616}" destId="{8AF0A572-D4DC-794B-A0EA-A3B16E1C7514}" srcOrd="0" destOrd="0" presId="urn:microsoft.com/office/officeart/2005/8/layout/hierarchy3"/>
    <dgm:cxn modelId="{9F60C778-16A2-084B-BA49-C4D9EC265B1B}" type="presOf" srcId="{75616830-9754-7848-88C8-2F6D02D8CD3A}" destId="{77760F1F-C97C-8145-9E80-32158E95C9BC}"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0" destOrd="0" parTransId="{8CBE0FFE-EFD1-A846-A673-32BA9B8D09D7}" sibTransId="{9E1A579C-CECA-A645-BB3A-E83EAA82F70B}"/>
    <dgm:cxn modelId="{E2F57A88-D72E-0345-8316-94AA2ABE96C0}" srcId="{89000C22-FEA5-384E-9C5D-5DBFD16F50E3}" destId="{B7A26B9C-6956-AD42-9A78-E871746E901A}" srcOrd="1" destOrd="0" parTransId="{C870ED90-BC2D-4340-959B-3FD3DBEB55F4}" sibTransId="{1C00406F-2A50-4842-B4A8-7EF7DDA2D4E9}"/>
    <dgm:cxn modelId="{511A318C-9D2D-3C43-8C73-90CF4C0CFEA3}" type="presOf" srcId="{BDB33F0E-701B-A641-8211-BF53B6A580F8}" destId="{053FA272-89C6-AA49-BB4C-932A0964EB0E}" srcOrd="0" destOrd="0" presId="urn:microsoft.com/office/officeart/2005/8/layout/hierarchy3"/>
    <dgm:cxn modelId="{A16F318F-068C-D74E-8E78-E6EDCD9CABF8}" type="presOf" srcId="{2E9D4F04-2A3C-6F43-9CC9-A5DD13B75D19}" destId="{98BFB16D-611A-E340-824C-7A8C7562F773}"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6D04FD95-8FB6-5A4B-930D-9730F9DC3E93}" srcId="{89000C22-FEA5-384E-9C5D-5DBFD16F50E3}" destId="{7A6C9059-9D88-C84A-8662-F38C98B48616}" srcOrd="3" destOrd="0" parTransId="{AC6ED320-6EAC-9B48-B6AC-B2135C7F491E}" sibTransId="{DF0D2226-EA61-A448-961C-8D1D0DFE2C73}"/>
    <dgm:cxn modelId="{8F0CF99D-6A67-DE45-8D08-E7FF59F3924B}" type="presOf" srcId="{89000C22-FEA5-384E-9C5D-5DBFD16F50E3}" destId="{E6FD9725-1669-084A-89D0-8C0E6B1C7553}" srcOrd="0" destOrd="0" presId="urn:microsoft.com/office/officeart/2005/8/layout/hierarchy3"/>
    <dgm:cxn modelId="{8979AC9E-031F-7E44-9E5A-DAE533780D23}" srcId="{89000C22-FEA5-384E-9C5D-5DBFD16F50E3}" destId="{288D2318-9FBA-814F-95F3-4A9DCF629163}" srcOrd="7" destOrd="0" parTransId="{82A81BED-2532-304D-8DEC-B17D4681237C}" sibTransId="{9430273D-105C-1344-A82B-AEF2DF55B2CA}"/>
    <dgm:cxn modelId="{A7AE84A1-5A8A-4C4A-AEAF-FCAD2AD0CA86}" type="presOf" srcId="{EAB65DF0-6B56-2042-BE71-08461ABD452F}" destId="{37BA8E79-58B3-8442-8A6C-D6C51892D14D}" srcOrd="0" destOrd="0" presId="urn:microsoft.com/office/officeart/2005/8/layout/hierarchy3"/>
    <dgm:cxn modelId="{38933EAF-5B22-6944-B679-300663B91F18}" srcId="{89000C22-FEA5-384E-9C5D-5DBFD16F50E3}" destId="{1BA95D25-0EA3-DC41-872C-15EF3B95C29E}" srcOrd="4" destOrd="0" parTransId="{DBDE0FB9-6A0E-EB43-B6DA-DE1C59890173}" sibTransId="{27F59B02-7828-9447-BF00-FA6D48CA41DB}"/>
    <dgm:cxn modelId="{6B7E3DB2-C2FA-E045-9AFE-8105A6F423C0}" srcId="{89000C22-FEA5-384E-9C5D-5DBFD16F50E3}" destId="{567D9C4B-75C6-F54E-9131-0A7BA9A4570C}" srcOrd="13" destOrd="0" parTransId="{934328D6-2A0F-C846-A8AA-DEB7DF562214}" sibTransId="{B71C52B7-0F38-114F-8AC5-327FB6FE080D}"/>
    <dgm:cxn modelId="{799349BB-835A-B74D-AEFE-67B119733256}" type="presOf" srcId="{1BA95D25-0EA3-DC41-872C-15EF3B95C29E}" destId="{35F752F3-EE25-A542-9AFE-9334675F9431}" srcOrd="0" destOrd="0" presId="urn:microsoft.com/office/officeart/2005/8/layout/hierarchy3"/>
    <dgm:cxn modelId="{BB59F1C5-A16E-804D-BCF4-14E13347C6F4}" type="presOf" srcId="{8CBE0FFE-EFD1-A846-A673-32BA9B8D09D7}" destId="{D10FB301-27F4-164E-A00D-1345554A7B00}" srcOrd="0" destOrd="0" presId="urn:microsoft.com/office/officeart/2005/8/layout/hierarchy3"/>
    <dgm:cxn modelId="{DC6A50CC-B10E-C44B-8A54-A67F2DF8E087}" type="presOf" srcId="{288D2318-9FBA-814F-95F3-4A9DCF629163}" destId="{E40DC363-CA37-C04B-98FF-1087B7C73918}"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CE8686DC-71C5-2143-8E51-8095769FE4D3}" type="presOf" srcId="{AC6ED320-6EAC-9B48-B6AC-B2135C7F491E}" destId="{58B50C3D-EDEC-8C42-8861-0E60F14D426C}" srcOrd="0" destOrd="0" presId="urn:microsoft.com/office/officeart/2005/8/layout/hierarchy3"/>
    <dgm:cxn modelId="{27D28AF4-5EDC-5D4D-947A-DE0CF5952B5D}" type="presOf" srcId="{B7A26B9C-6956-AD42-9A78-E871746E901A}" destId="{E7BEC4F7-5471-544A-8605-21C787C39A7D}" srcOrd="0" destOrd="0" presId="urn:microsoft.com/office/officeart/2005/8/layout/hierarchy3"/>
    <dgm:cxn modelId="{7A02CCFD-BE32-204C-9CE4-12E68DAA28CB}" srcId="{89000C22-FEA5-384E-9C5D-5DBFD16F50E3}" destId="{7BC0A0E8-000D-5F4A-B9D9-E9A383B8F017}" srcOrd="2" destOrd="0" parTransId="{2905D5D8-756A-C645-861C-58E574C81D2A}" sibTransId="{280B1DE4-9A89-AC48-8DC9-61477B8D0B14}"/>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64756059-C841-2741-AE6A-5F5D8AB034E2}" type="presParOf" srcId="{626C2B61-5D1A-A247-B3C0-7F0637E532F7}" destId="{D10FB301-27F4-164E-A00D-1345554A7B00}" srcOrd="0" destOrd="0" presId="urn:microsoft.com/office/officeart/2005/8/layout/hierarchy3"/>
    <dgm:cxn modelId="{2F88CFE3-CF3F-F04A-98B1-880B822B0CD3}" type="presParOf" srcId="{626C2B61-5D1A-A247-B3C0-7F0637E532F7}" destId="{936E48F7-4236-FE40-9E07-91D8FBF1635C}" srcOrd="1" destOrd="0" presId="urn:microsoft.com/office/officeart/2005/8/layout/hierarchy3"/>
    <dgm:cxn modelId="{79AE31F0-9259-FD42-9C40-926AF89C09B2}" type="presParOf" srcId="{626C2B61-5D1A-A247-B3C0-7F0637E532F7}" destId="{C6AC6921-7A0A-9540-9E44-EF7CCAD89CEE}" srcOrd="2" destOrd="0" presId="urn:microsoft.com/office/officeart/2005/8/layout/hierarchy3"/>
    <dgm:cxn modelId="{AE22B5C7-27AF-FA48-BAC6-683B04AF39E4}" type="presParOf" srcId="{626C2B61-5D1A-A247-B3C0-7F0637E532F7}" destId="{E7BEC4F7-5471-544A-8605-21C787C39A7D}" srcOrd="3" destOrd="0" presId="urn:microsoft.com/office/officeart/2005/8/layout/hierarchy3"/>
    <dgm:cxn modelId="{2ED0012B-21DB-BC4A-987F-9EEDC4565DFD}" type="presParOf" srcId="{626C2B61-5D1A-A247-B3C0-7F0637E532F7}" destId="{FCBD1F40-D127-4E4E-AD62-FD97BBCEA71A}" srcOrd="4" destOrd="0" presId="urn:microsoft.com/office/officeart/2005/8/layout/hierarchy3"/>
    <dgm:cxn modelId="{514B1FAD-913F-0B4B-A193-E60B2B78E59A}" type="presParOf" srcId="{626C2B61-5D1A-A247-B3C0-7F0637E532F7}" destId="{18AA7A2C-A52D-D54D-BBAD-07076C905FEF}" srcOrd="5" destOrd="0" presId="urn:microsoft.com/office/officeart/2005/8/layout/hierarchy3"/>
    <dgm:cxn modelId="{B3479692-84D1-D74B-9067-426892598DDD}" type="presParOf" srcId="{626C2B61-5D1A-A247-B3C0-7F0637E532F7}" destId="{58B50C3D-EDEC-8C42-8861-0E60F14D426C}" srcOrd="6" destOrd="0" presId="urn:microsoft.com/office/officeart/2005/8/layout/hierarchy3"/>
    <dgm:cxn modelId="{68720D58-C955-0E4F-9B6C-B77B2F288A41}" type="presParOf" srcId="{626C2B61-5D1A-A247-B3C0-7F0637E532F7}" destId="{8AF0A572-D4DC-794B-A0EA-A3B16E1C7514}" srcOrd="7" destOrd="0" presId="urn:microsoft.com/office/officeart/2005/8/layout/hierarchy3"/>
    <dgm:cxn modelId="{6328090F-BFC9-C041-8715-BC954C440D42}" type="presParOf" srcId="{626C2B61-5D1A-A247-B3C0-7F0637E532F7}" destId="{4C15B693-B084-4F40-91DB-747F3BCFE3E0}" srcOrd="8" destOrd="0" presId="urn:microsoft.com/office/officeart/2005/8/layout/hierarchy3"/>
    <dgm:cxn modelId="{DCEE0AA8-4C3E-1649-B57E-E49A9268ADEB}" type="presParOf" srcId="{626C2B61-5D1A-A247-B3C0-7F0637E532F7}" destId="{35F752F3-EE25-A542-9AFE-9334675F9431}" srcOrd="9" destOrd="0" presId="urn:microsoft.com/office/officeart/2005/8/layout/hierarchy3"/>
    <dgm:cxn modelId="{C13FD89E-D137-4F41-81BB-8FF264C2E053}" type="presParOf" srcId="{626C2B61-5D1A-A247-B3C0-7F0637E532F7}" destId="{40ED545D-287D-C141-885D-E246B5E4F0AC}" srcOrd="10" destOrd="0" presId="urn:microsoft.com/office/officeart/2005/8/layout/hierarchy3"/>
    <dgm:cxn modelId="{2E669BCF-F06C-F742-90CB-AF3F2F895485}" type="presParOf" srcId="{626C2B61-5D1A-A247-B3C0-7F0637E532F7}" destId="{361E30B0-32E3-6C49-9085-B0FC7F923612}" srcOrd="11" destOrd="0" presId="urn:microsoft.com/office/officeart/2005/8/layout/hierarchy3"/>
    <dgm:cxn modelId="{9047FC52-B332-2A4A-9434-86404724A92D}" type="presParOf" srcId="{626C2B61-5D1A-A247-B3C0-7F0637E532F7}" destId="{2838E421-DC3C-DB4A-AAA9-C5929E2FFA0E}" srcOrd="12" destOrd="0" presId="urn:microsoft.com/office/officeart/2005/8/layout/hierarchy3"/>
    <dgm:cxn modelId="{42B7DD3D-A88F-424F-A37C-B12CCA625CA7}" type="presParOf" srcId="{626C2B61-5D1A-A247-B3C0-7F0637E532F7}" destId="{2EB9F51F-249C-1E40-B345-EB281620FE54}" srcOrd="13" destOrd="0" presId="urn:microsoft.com/office/officeart/2005/8/layout/hierarchy3"/>
    <dgm:cxn modelId="{DA40639B-AE8D-9E46-9E91-A7D7B43FC754}" type="presParOf" srcId="{626C2B61-5D1A-A247-B3C0-7F0637E532F7}" destId="{FE8608DA-4859-7E4A-9915-DA066A35B943}" srcOrd="14" destOrd="0" presId="urn:microsoft.com/office/officeart/2005/8/layout/hierarchy3"/>
    <dgm:cxn modelId="{80AD7C6C-EA69-2046-8D4D-942D63716D75}" type="presParOf" srcId="{626C2B61-5D1A-A247-B3C0-7F0637E532F7}" destId="{E40DC363-CA37-C04B-98FF-1087B7C73918}" srcOrd="15" destOrd="0" presId="urn:microsoft.com/office/officeart/2005/8/layout/hierarchy3"/>
    <dgm:cxn modelId="{B7DADE57-B579-0242-800E-8ABC06C024AF}" type="presParOf" srcId="{626C2B61-5D1A-A247-B3C0-7F0637E532F7}" destId="{A216BE8C-F0E1-B449-89B2-B155F89FBF9D}" srcOrd="16" destOrd="0" presId="urn:microsoft.com/office/officeart/2005/8/layout/hierarchy3"/>
    <dgm:cxn modelId="{3532B1D8-0F9C-5D49-A1DC-11DCB075BE0F}" type="presParOf" srcId="{626C2B61-5D1A-A247-B3C0-7F0637E532F7}" destId="{186A85C1-A331-174B-A478-88A611080762}" srcOrd="17" destOrd="0" presId="urn:microsoft.com/office/officeart/2005/8/layout/hierarchy3"/>
    <dgm:cxn modelId="{DCEEE259-C2DF-6547-A661-F91F8B8B0C51}" type="presParOf" srcId="{626C2B61-5D1A-A247-B3C0-7F0637E532F7}" destId="{31C223A4-2AA4-9540-BBFD-8028CC4047EC}" srcOrd="18" destOrd="0" presId="urn:microsoft.com/office/officeart/2005/8/layout/hierarchy3"/>
    <dgm:cxn modelId="{57476D42-1E49-534C-B036-8742FE644CE9}" type="presParOf" srcId="{626C2B61-5D1A-A247-B3C0-7F0637E532F7}" destId="{77760F1F-C97C-8145-9E80-32158E95C9BC}" srcOrd="19" destOrd="0" presId="urn:microsoft.com/office/officeart/2005/8/layout/hierarchy3"/>
    <dgm:cxn modelId="{3EAAE10B-9CBA-F94A-9833-4527E4743748}" type="presParOf" srcId="{626C2B61-5D1A-A247-B3C0-7F0637E532F7}" destId="{5BD2E31C-EF17-B74E-9AF1-6EA8AE72BB17}" srcOrd="20" destOrd="0" presId="urn:microsoft.com/office/officeart/2005/8/layout/hierarchy3"/>
    <dgm:cxn modelId="{34C907AC-CD6C-A646-B206-53AB6BEC55D1}" type="presParOf" srcId="{626C2B61-5D1A-A247-B3C0-7F0637E532F7}" destId="{40142824-BC79-9646-A094-EFF1AF3B4394}"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B4F8C699-5987-9C48-88B8-1B593CD3FA50}" type="presParOf" srcId="{626C2B61-5D1A-A247-B3C0-7F0637E532F7}" destId="{512C5ACD-9AD2-6D40-BCE8-1F4730176F87}" srcOrd="24" destOrd="0" presId="urn:microsoft.com/office/officeart/2005/8/layout/hierarchy3"/>
    <dgm:cxn modelId="{F2559D44-3089-604C-80C1-F820F039670B}" type="presParOf" srcId="{626C2B61-5D1A-A247-B3C0-7F0637E532F7}" destId="{053FA272-89C6-AA49-BB4C-932A0964EB0E}"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800" b="1" dirty="0">
              <a:solidFill>
                <a:srgbClr val="C00000"/>
              </a:solidFill>
            </a:rPr>
            <a:t>ACTIVITY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2B63B59A-831D-8243-A2D5-8890093C1102}">
      <dgm:prSet custT="1"/>
      <dgm:spPr/>
      <dgm:t>
        <a:bodyPr/>
        <a:lstStyle/>
        <a:p>
          <a:r>
            <a:rPr lang="en-US" sz="1000" b="1" dirty="0"/>
            <a:t>SEQUENCE DIAGRAM</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ERD (DATABASE DESIGN)</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1000" b="1" dirty="0"/>
            <a:t>USER INTERFACE DESIGN (PROTOTYPE)</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7FF3A996-42A2-7C4A-A64A-2784E300881A}">
      <dgm:prSet custT="1"/>
      <dgm:spPr/>
      <dgm:t>
        <a:bodyPr/>
        <a:lstStyle/>
        <a:p>
          <a:r>
            <a:rPr lang="en-US" sz="800" b="1" dirty="0"/>
            <a:t>SOFTWARE PLATFORMS, DEVELOPMENT, ENVIRONMENTS &amp; TOOLS</a:t>
          </a:r>
        </a:p>
      </dgm:t>
    </dgm:pt>
    <dgm:pt modelId="{BC83B4CF-AF7A-BC43-AE4B-BFAC82EC7772}" cxnId="{B978A970-F6F3-BF4D-A81D-E8AC1E3E721D}" type="parTrans">
      <dgm:prSet/>
      <dgm:spPr/>
      <dgm:t>
        <a:bodyPr/>
        <a:lstStyle/>
        <a:p>
          <a:endParaRPr lang="en-US"/>
        </a:p>
      </dgm:t>
    </dgm:pt>
    <dgm:pt modelId="{51CAF709-D215-9145-AD68-97DF77586561}" cxnId="{B978A970-F6F3-BF4D-A81D-E8AC1E3E721D}"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USE CASE DIAGRAM</a:t>
          </a:r>
        </a:p>
      </dgm:t>
    </dgm:pt>
    <dgm:pt modelId="{8CBE0FFE-EFD1-A846-A673-32BA9B8D09D7}" cxnId="{452CB083-A26D-984C-B22D-B8EBDD309BBB}" type="parTrans">
      <dgm:prSet/>
      <dgm:spPr/>
      <dgm:t>
        <a:bodyPr/>
        <a:lstStyle/>
        <a:p>
          <a:endParaRPr lang="en-US"/>
        </a:p>
      </dgm:t>
    </dgm:pt>
    <dgm:pt modelId="{9E1A579C-CECA-A645-BB3A-E83EAA82F70B}" cxnId="{452CB083-A26D-984C-B22D-B8EBDD309BBB}" type="sibTrans">
      <dgm:prSet/>
      <dgm:spPr/>
      <dgm:t>
        <a:bodyPr/>
        <a:lstStyle/>
        <a:p>
          <a:endParaRPr lang="en-US"/>
        </a:p>
      </dgm:t>
    </dgm:pt>
    <dgm:pt modelId="{E9E353AD-7D43-C44D-894F-4DCE2B70FDDC}">
      <dgm:prSet custT="1"/>
      <dgm:spPr/>
      <dgm:t>
        <a:bodyPr/>
        <a:lstStyle/>
        <a:p>
          <a:r>
            <a:rPr lang="en-US" sz="1000" b="1" dirty="0"/>
            <a:t>SYSTEM HARDWARE</a:t>
          </a:r>
        </a:p>
      </dgm:t>
    </dgm:pt>
    <dgm:pt modelId="{72DABD66-42B3-8D4A-B30A-4AFFA85B9D37}" cxnId="{47187E5A-0B71-F144-BA49-E9C8BC4EF348}" type="parTrans">
      <dgm:prSet/>
      <dgm:spPr/>
      <dgm:t>
        <a:bodyPr/>
        <a:lstStyle/>
        <a:p>
          <a:endParaRPr lang="en-US"/>
        </a:p>
      </dgm:t>
    </dgm:pt>
    <dgm:pt modelId="{D3857950-5D48-FF4D-9D90-BC44C72814F5}" cxnId="{47187E5A-0B71-F144-BA49-E9C8BC4EF348}"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8539"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07565">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07565">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07565">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07565">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07565">
        <dgm:presLayoutVars>
          <dgm:bulletEnabled val="1"/>
        </dgm:presLayoutVars>
      </dgm:prSet>
      <dgm:spPr/>
    </dgm:pt>
    <dgm:pt modelId="{D10FB301-27F4-164E-A00D-1345554A7B00}" type="pres">
      <dgm:prSet presAssocID="{8CBE0FFE-EFD1-A846-A673-32BA9B8D09D7}" presName="Name13" presStyleLbl="parChTrans1D2" presStyleIdx="5" presStyleCnt="14"/>
      <dgm:spPr/>
    </dgm:pt>
    <dgm:pt modelId="{936E48F7-4236-FE40-9E07-91D8FBF1635C}" type="pres">
      <dgm:prSet presAssocID="{30ACC724-5675-EA46-BD14-130D30FF364F}" presName="childText" presStyleLbl="bgAcc1" presStyleIdx="5" presStyleCnt="14" custScaleX="307565">
        <dgm:presLayoutVars>
          <dgm:bulletEnabled val="1"/>
        </dgm:presLayoutVars>
      </dgm:prSet>
      <dgm:spPr/>
    </dgm:pt>
    <dgm:pt modelId="{40ED545D-287D-C141-885D-E246B5E4F0AC}" type="pres">
      <dgm:prSet presAssocID="{A87F89C8-A3E5-1A4A-92A6-3A8FA7C9F651}" presName="Name13" presStyleLbl="parChTrans1D2" presStyleIdx="6" presStyleCnt="14"/>
      <dgm:spPr/>
    </dgm:pt>
    <dgm:pt modelId="{361E30B0-32E3-6C49-9085-B0FC7F923612}" type="pres">
      <dgm:prSet presAssocID="{DBC05985-9E94-9C40-A21C-B48D8BC28D81}" presName="childText" presStyleLbl="bgAcc1" presStyleIdx="6" presStyleCnt="14" custScaleX="476635" custScaleY="141066">
        <dgm:presLayoutVars>
          <dgm:bulletEnabled val="1"/>
        </dgm:presLayoutVars>
      </dgm:prSet>
      <dgm:spPr/>
    </dgm:pt>
    <dgm:pt modelId="{A216BE8C-F0E1-B449-89B2-B155F89FBF9D}" type="pres">
      <dgm:prSet presAssocID="{A64A8246-1EAF-1047-A607-F4FA28898692}" presName="Name13" presStyleLbl="parChTrans1D2" presStyleIdx="7" presStyleCnt="14"/>
      <dgm:spPr/>
    </dgm:pt>
    <dgm:pt modelId="{186A85C1-A331-174B-A478-88A611080762}" type="pres">
      <dgm:prSet presAssocID="{2B63B59A-831D-8243-A2D5-8890093C1102}" presName="childText" presStyleLbl="bgAcc1" presStyleIdx="7" presStyleCnt="14" custScaleX="307565">
        <dgm:presLayoutVars>
          <dgm:bulletEnabled val="1"/>
        </dgm:presLayoutVars>
      </dgm:prSet>
      <dgm:spPr/>
    </dgm:pt>
    <dgm:pt modelId="{31C223A4-2AA4-9540-BBFD-8028CC4047EC}" type="pres">
      <dgm:prSet presAssocID="{CA5B58E0-047A-484D-9A66-4A36EAC0BB1B}" presName="Name13" presStyleLbl="parChTrans1D2" presStyleIdx="8" presStyleCnt="14"/>
      <dgm:spPr/>
    </dgm:pt>
    <dgm:pt modelId="{77760F1F-C97C-8145-9E80-32158E95C9BC}" type="pres">
      <dgm:prSet presAssocID="{75616830-9754-7848-88C8-2F6D02D8CD3A}" presName="childText" presStyleLbl="bgAcc1" presStyleIdx="8" presStyleCnt="14" custScaleX="307565">
        <dgm:presLayoutVars>
          <dgm:bulletEnabled val="1"/>
        </dgm:presLayoutVars>
      </dgm:prSet>
      <dgm:spPr/>
    </dgm:pt>
    <dgm:pt modelId="{5BD2E31C-EF17-B74E-9AF1-6EA8AE72BB17}" type="pres">
      <dgm:prSet presAssocID="{12F4C62E-44F3-8149-AD84-6B6F5F1A343F}" presName="Name13" presStyleLbl="parChTrans1D2" presStyleIdx="9" presStyleCnt="14"/>
      <dgm:spPr/>
    </dgm:pt>
    <dgm:pt modelId="{40142824-BC79-9646-A094-EFF1AF3B4394}" type="pres">
      <dgm:prSet presAssocID="{09E4F72F-D6DC-174C-8B49-95E3584C1E93}" presName="childText" presStyleLbl="bgAcc1" presStyleIdx="9" presStyleCnt="14" custScaleX="307565">
        <dgm:presLayoutVars>
          <dgm:bulletEnabled val="1"/>
        </dgm:presLayoutVars>
      </dgm:prSet>
      <dgm:spPr/>
    </dgm:pt>
    <dgm:pt modelId="{36D45499-D2B4-1946-AE8C-6B98412B9EDF}" type="pres">
      <dgm:prSet presAssocID="{BC83B4CF-AF7A-BC43-AE4B-BFAC82EC7772}" presName="Name13" presStyleLbl="parChTrans1D2" presStyleIdx="10" presStyleCnt="14"/>
      <dgm:spPr/>
    </dgm:pt>
    <dgm:pt modelId="{E3D396F6-AB7D-4240-BEEE-5BAF826AF446}" type="pres">
      <dgm:prSet presAssocID="{7FF3A996-42A2-7C4A-A64A-2784E300881A}"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EEC487CC-6EF9-9345-9EDA-0E138100E01E}" type="pres">
      <dgm:prSet presAssocID="{72DABD66-42B3-8D4A-B30A-4AFFA85B9D37}" presName="Name13" presStyleLbl="parChTrans1D2" presStyleIdx="12" presStyleCnt="14"/>
      <dgm:spPr/>
    </dgm:pt>
    <dgm:pt modelId="{584EC2D1-4C13-8848-83DD-F41847573B71}" type="pres">
      <dgm:prSet presAssocID="{E9E353AD-7D43-C44D-894F-4DCE2B70FDDC}" presName="childText" presStyleLbl="bgAcc1" presStyleIdx="12" presStyleCnt="14" custScaleX="307721">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A753EB0D-B3D8-AA40-9FC3-E66C0C2F531A}" srcId="{89000C22-FEA5-384E-9C5D-5DBFD16F50E3}" destId="{09E4F72F-D6DC-174C-8B49-95E3584C1E93}" srcOrd="9" destOrd="0" parTransId="{12F4C62E-44F3-8149-AD84-6B6F5F1A343F}" sibTransId="{B8F4D172-9EE4-7347-B3E6-E15BD1579BF8}"/>
    <dgm:cxn modelId="{CEABD00F-1A26-3F4D-B841-EADF388AD200}" srcId="{89000C22-FEA5-384E-9C5D-5DBFD16F50E3}" destId="{75616830-9754-7848-88C8-2F6D02D8CD3A}" srcOrd="8"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3EA96643-C934-7348-84EE-0DD6BD219068}" srcId="{89000C22-FEA5-384E-9C5D-5DBFD16F50E3}" destId="{2B63B59A-831D-8243-A2D5-8890093C1102}" srcOrd="7" destOrd="0" parTransId="{A64A8246-1EAF-1047-A607-F4FA28898692}" sibTransId="{1812D7BA-2071-9E4D-84F6-3C90CE334F03}"/>
    <dgm:cxn modelId="{D208224D-BAD1-B74E-9C5C-0EB0C6FA966F}" type="presOf" srcId="{934328D6-2A0F-C846-A8AA-DEB7DF562214}" destId="{0C9E170C-52D9-3745-8562-90986B2BE394}" srcOrd="0" destOrd="0" presId="urn:microsoft.com/office/officeart/2005/8/layout/hierarchy3"/>
    <dgm:cxn modelId="{C8373D55-B2EA-F346-84EA-3B64179152A6}" srcId="{89000C22-FEA5-384E-9C5D-5DBFD16F50E3}" destId="{560053AC-0258-CC41-BDDD-D3FC85F8C2D3}" srcOrd="4" destOrd="0" parTransId="{1E2C4915-73A8-5947-894F-ECE9C3BC64B8}" sibTransId="{719008AB-F0A3-2245-83C4-53208B7DF5B8}"/>
    <dgm:cxn modelId="{47187E5A-0B71-F144-BA49-E9C8BC4EF348}" srcId="{89000C22-FEA5-384E-9C5D-5DBFD16F50E3}" destId="{E9E353AD-7D43-C44D-894F-4DCE2B70FDDC}" srcOrd="12" destOrd="0" parTransId="{72DABD66-42B3-8D4A-B30A-4AFFA85B9D37}" sibTransId="{D3857950-5D48-FF4D-9D90-BC44C72814F5}"/>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6"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9D76F96C-F0BA-3B48-832C-5758D127503C}" type="presOf" srcId="{7FF3A996-42A2-7C4A-A64A-2784E300881A}" destId="{E3D396F6-AB7D-4240-BEEE-5BAF826AF446}" srcOrd="0" destOrd="0" presId="urn:microsoft.com/office/officeart/2005/8/layout/hierarchy3"/>
    <dgm:cxn modelId="{0493BE6D-C7B5-9F4A-A819-F51914C629A0}" type="presOf" srcId="{72DABD66-42B3-8D4A-B30A-4AFFA85B9D37}" destId="{EEC487CC-6EF9-9345-9EDA-0E138100E01E}" srcOrd="0" destOrd="0" presId="urn:microsoft.com/office/officeart/2005/8/layout/hierarchy3"/>
    <dgm:cxn modelId="{B978A970-F6F3-BF4D-A81D-E8AC1E3E721D}" srcId="{89000C22-FEA5-384E-9C5D-5DBFD16F50E3}" destId="{7FF3A996-42A2-7C4A-A64A-2784E300881A}" srcOrd="10" destOrd="0" parTransId="{BC83B4CF-AF7A-BC43-AE4B-BFAC82EC7772}" sibTransId="{51CAF709-D215-9145-AD68-97DF77586561}"/>
    <dgm:cxn modelId="{F9508F77-A5D3-434D-9D53-8A417B90843E}" type="presOf" srcId="{560053AC-0258-CC41-BDDD-D3FC85F8C2D3}" destId="{B7257ED9-0841-0F4A-B327-F93FB70E0FE8}" srcOrd="0" destOrd="0" presId="urn:microsoft.com/office/officeart/2005/8/layout/hierarchy3"/>
    <dgm:cxn modelId="{9F60C778-16A2-084B-BA49-C4D9EC265B1B}" type="presOf" srcId="{75616830-9754-7848-88C8-2F6D02D8CD3A}" destId="{77760F1F-C97C-8145-9E80-32158E95C9BC}"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5" destOrd="0" parTransId="{8CBE0FFE-EFD1-A846-A673-32BA9B8D09D7}" sibTransId="{9E1A579C-CECA-A645-BB3A-E83EAA82F70B}"/>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A16F318F-068C-D74E-8E78-E6EDCD9CABF8}" type="presOf" srcId="{2E9D4F04-2A3C-6F43-9CC9-A5DD13B75D19}" destId="{98BFB16D-611A-E340-824C-7A8C7562F773}"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A7AE84A1-5A8A-4C4A-AEAF-FCAD2AD0CA86}" type="presOf" srcId="{EAB65DF0-6B56-2042-BE71-08461ABD452F}" destId="{37BA8E79-58B3-8442-8A6C-D6C51892D14D}" srcOrd="0" destOrd="0" presId="urn:microsoft.com/office/officeart/2005/8/layout/hierarchy3"/>
    <dgm:cxn modelId="{54C51AA8-2CAA-5C4A-8D63-E56C888FC53C}" type="presOf" srcId="{BC83B4CF-AF7A-BC43-AE4B-BFAC82EC7772}" destId="{36D45499-D2B4-1946-AE8C-6B98412B9EDF}"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BB59F1C5-A16E-804D-BCF4-14E13347C6F4}" type="presOf" srcId="{8CBE0FFE-EFD1-A846-A673-32BA9B8D09D7}" destId="{D10FB301-27F4-164E-A00D-1345554A7B00}"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52050CF4-E058-5047-B152-5EBE01534C4C}" type="presOf" srcId="{E9E353AD-7D43-C44D-894F-4DCE2B70FDDC}" destId="{584EC2D1-4C13-8848-83DD-F41847573B71}"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64756059-C841-2741-AE6A-5F5D8AB034E2}" type="presParOf" srcId="{626C2B61-5D1A-A247-B3C0-7F0637E532F7}" destId="{D10FB301-27F4-164E-A00D-1345554A7B00}" srcOrd="10" destOrd="0" presId="urn:microsoft.com/office/officeart/2005/8/layout/hierarchy3"/>
    <dgm:cxn modelId="{2F88CFE3-CF3F-F04A-98B1-880B822B0CD3}" type="presParOf" srcId="{626C2B61-5D1A-A247-B3C0-7F0637E532F7}" destId="{936E48F7-4236-FE40-9E07-91D8FBF1635C}" srcOrd="11" destOrd="0" presId="urn:microsoft.com/office/officeart/2005/8/layout/hierarchy3"/>
    <dgm:cxn modelId="{C13FD89E-D137-4F41-81BB-8FF264C2E053}" type="presParOf" srcId="{626C2B61-5D1A-A247-B3C0-7F0637E532F7}" destId="{40ED545D-287D-C141-885D-E246B5E4F0AC}" srcOrd="12" destOrd="0" presId="urn:microsoft.com/office/officeart/2005/8/layout/hierarchy3"/>
    <dgm:cxn modelId="{2E669BCF-F06C-F742-90CB-AF3F2F895485}" type="presParOf" srcId="{626C2B61-5D1A-A247-B3C0-7F0637E532F7}" destId="{361E30B0-32E3-6C49-9085-B0FC7F923612}" srcOrd="13" destOrd="0" presId="urn:microsoft.com/office/officeart/2005/8/layout/hierarchy3"/>
    <dgm:cxn modelId="{B7DADE57-B579-0242-800E-8ABC06C024AF}" type="presParOf" srcId="{626C2B61-5D1A-A247-B3C0-7F0637E532F7}" destId="{A216BE8C-F0E1-B449-89B2-B155F89FBF9D}" srcOrd="14" destOrd="0" presId="urn:microsoft.com/office/officeart/2005/8/layout/hierarchy3"/>
    <dgm:cxn modelId="{3532B1D8-0F9C-5D49-A1DC-11DCB075BE0F}" type="presParOf" srcId="{626C2B61-5D1A-A247-B3C0-7F0637E532F7}" destId="{186A85C1-A331-174B-A478-88A611080762}" srcOrd="15" destOrd="0" presId="urn:microsoft.com/office/officeart/2005/8/layout/hierarchy3"/>
    <dgm:cxn modelId="{DCEEE259-C2DF-6547-A661-F91F8B8B0C51}" type="presParOf" srcId="{626C2B61-5D1A-A247-B3C0-7F0637E532F7}" destId="{31C223A4-2AA4-9540-BBFD-8028CC4047EC}" srcOrd="16" destOrd="0" presId="urn:microsoft.com/office/officeart/2005/8/layout/hierarchy3"/>
    <dgm:cxn modelId="{57476D42-1E49-534C-B036-8742FE644CE9}" type="presParOf" srcId="{626C2B61-5D1A-A247-B3C0-7F0637E532F7}" destId="{77760F1F-C97C-8145-9E80-32158E95C9BC}" srcOrd="17" destOrd="0" presId="urn:microsoft.com/office/officeart/2005/8/layout/hierarchy3"/>
    <dgm:cxn modelId="{3EAAE10B-9CBA-F94A-9833-4527E4743748}" type="presParOf" srcId="{626C2B61-5D1A-A247-B3C0-7F0637E532F7}" destId="{5BD2E31C-EF17-B74E-9AF1-6EA8AE72BB17}" srcOrd="18" destOrd="0" presId="urn:microsoft.com/office/officeart/2005/8/layout/hierarchy3"/>
    <dgm:cxn modelId="{34C907AC-CD6C-A646-B206-53AB6BEC55D1}" type="presParOf" srcId="{626C2B61-5D1A-A247-B3C0-7F0637E532F7}" destId="{40142824-BC79-9646-A094-EFF1AF3B4394}" srcOrd="19" destOrd="0" presId="urn:microsoft.com/office/officeart/2005/8/layout/hierarchy3"/>
    <dgm:cxn modelId="{0F33C897-1845-C241-8B75-35C8A86AB38F}" type="presParOf" srcId="{626C2B61-5D1A-A247-B3C0-7F0637E532F7}" destId="{36D45499-D2B4-1946-AE8C-6B98412B9EDF}" srcOrd="20" destOrd="0" presId="urn:microsoft.com/office/officeart/2005/8/layout/hierarchy3"/>
    <dgm:cxn modelId="{F9148AC1-6071-3546-A72E-563A039C216D}" type="presParOf" srcId="{626C2B61-5D1A-A247-B3C0-7F0637E532F7}" destId="{E3D396F6-AB7D-4240-BEEE-5BAF826AF446}"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A829A731-0ADD-E144-8765-F4A5FF087FBF}" type="presParOf" srcId="{626C2B61-5D1A-A247-B3C0-7F0637E532F7}" destId="{EEC487CC-6EF9-9345-9EDA-0E138100E01E}" srcOrd="24" destOrd="0" presId="urn:microsoft.com/office/officeart/2005/8/layout/hierarchy3"/>
    <dgm:cxn modelId="{95FD8122-7B22-3844-BAB5-786128624ADC}" type="presParOf" srcId="{626C2B61-5D1A-A247-B3C0-7F0637E532F7}" destId="{584EC2D1-4C13-8848-83DD-F41847573B71}"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800" b="1" dirty="0">
              <a:solidFill>
                <a:srgbClr val="C00000"/>
              </a:solidFill>
            </a:rPr>
            <a:t>ACTIVITY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2B63B59A-831D-8243-A2D5-8890093C1102}">
      <dgm:prSet custT="1"/>
      <dgm:spPr/>
      <dgm:t>
        <a:bodyPr/>
        <a:lstStyle/>
        <a:p>
          <a:r>
            <a:rPr lang="en-US" sz="1000" b="1" dirty="0"/>
            <a:t>SEQUENCE DIAGRAM</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ERD (DATABASE DESIGN)</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1000" b="1" dirty="0"/>
            <a:t>USER INTERFACE DESIGN (PROTOTYPE)</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7FF3A996-42A2-7C4A-A64A-2784E300881A}">
      <dgm:prSet custT="1"/>
      <dgm:spPr/>
      <dgm:t>
        <a:bodyPr/>
        <a:lstStyle/>
        <a:p>
          <a:r>
            <a:rPr lang="en-US" sz="800" b="1" dirty="0"/>
            <a:t>SOFTWARE PLATFORMS, DEVELOPMENT, ENVIRONMENTS &amp; TOOLS</a:t>
          </a:r>
        </a:p>
      </dgm:t>
    </dgm:pt>
    <dgm:pt modelId="{BC83B4CF-AF7A-BC43-AE4B-BFAC82EC7772}" cxnId="{B978A970-F6F3-BF4D-A81D-E8AC1E3E721D}" type="parTrans">
      <dgm:prSet/>
      <dgm:spPr/>
      <dgm:t>
        <a:bodyPr/>
        <a:lstStyle/>
        <a:p>
          <a:endParaRPr lang="en-US"/>
        </a:p>
      </dgm:t>
    </dgm:pt>
    <dgm:pt modelId="{51CAF709-D215-9145-AD68-97DF77586561}" cxnId="{B978A970-F6F3-BF4D-A81D-E8AC1E3E721D}"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USE CASE DIAGRAM</a:t>
          </a:r>
        </a:p>
      </dgm:t>
    </dgm:pt>
    <dgm:pt modelId="{8CBE0FFE-EFD1-A846-A673-32BA9B8D09D7}" cxnId="{452CB083-A26D-984C-B22D-B8EBDD309BBB}" type="parTrans">
      <dgm:prSet/>
      <dgm:spPr/>
      <dgm:t>
        <a:bodyPr/>
        <a:lstStyle/>
        <a:p>
          <a:endParaRPr lang="en-US"/>
        </a:p>
      </dgm:t>
    </dgm:pt>
    <dgm:pt modelId="{9E1A579C-CECA-A645-BB3A-E83EAA82F70B}" cxnId="{452CB083-A26D-984C-B22D-B8EBDD309BBB}" type="sibTrans">
      <dgm:prSet/>
      <dgm:spPr/>
      <dgm:t>
        <a:bodyPr/>
        <a:lstStyle/>
        <a:p>
          <a:endParaRPr lang="en-US"/>
        </a:p>
      </dgm:t>
    </dgm:pt>
    <dgm:pt modelId="{E9E353AD-7D43-C44D-894F-4DCE2B70FDDC}">
      <dgm:prSet custT="1"/>
      <dgm:spPr/>
      <dgm:t>
        <a:bodyPr/>
        <a:lstStyle/>
        <a:p>
          <a:r>
            <a:rPr lang="en-US" sz="1000" b="1" dirty="0"/>
            <a:t>SYSTEM HARDWARE</a:t>
          </a:r>
        </a:p>
      </dgm:t>
    </dgm:pt>
    <dgm:pt modelId="{72DABD66-42B3-8D4A-B30A-4AFFA85B9D37}" cxnId="{47187E5A-0B71-F144-BA49-E9C8BC4EF348}" type="parTrans">
      <dgm:prSet/>
      <dgm:spPr/>
      <dgm:t>
        <a:bodyPr/>
        <a:lstStyle/>
        <a:p>
          <a:endParaRPr lang="en-US"/>
        </a:p>
      </dgm:t>
    </dgm:pt>
    <dgm:pt modelId="{D3857950-5D48-FF4D-9D90-BC44C72814F5}" cxnId="{47187E5A-0B71-F144-BA49-E9C8BC4EF348}"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8539"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07565">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07565">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07565">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07565">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07565">
        <dgm:presLayoutVars>
          <dgm:bulletEnabled val="1"/>
        </dgm:presLayoutVars>
      </dgm:prSet>
      <dgm:spPr/>
    </dgm:pt>
    <dgm:pt modelId="{D10FB301-27F4-164E-A00D-1345554A7B00}" type="pres">
      <dgm:prSet presAssocID="{8CBE0FFE-EFD1-A846-A673-32BA9B8D09D7}" presName="Name13" presStyleLbl="parChTrans1D2" presStyleIdx="5" presStyleCnt="14"/>
      <dgm:spPr/>
    </dgm:pt>
    <dgm:pt modelId="{936E48F7-4236-FE40-9E07-91D8FBF1635C}" type="pres">
      <dgm:prSet presAssocID="{30ACC724-5675-EA46-BD14-130D30FF364F}" presName="childText" presStyleLbl="bgAcc1" presStyleIdx="5" presStyleCnt="14" custScaleX="307565">
        <dgm:presLayoutVars>
          <dgm:bulletEnabled val="1"/>
        </dgm:presLayoutVars>
      </dgm:prSet>
      <dgm:spPr/>
    </dgm:pt>
    <dgm:pt modelId="{40ED545D-287D-C141-885D-E246B5E4F0AC}" type="pres">
      <dgm:prSet presAssocID="{A87F89C8-A3E5-1A4A-92A6-3A8FA7C9F651}" presName="Name13" presStyleLbl="parChTrans1D2" presStyleIdx="6" presStyleCnt="14"/>
      <dgm:spPr/>
    </dgm:pt>
    <dgm:pt modelId="{361E30B0-32E3-6C49-9085-B0FC7F923612}" type="pres">
      <dgm:prSet presAssocID="{DBC05985-9E94-9C40-A21C-B48D8BC28D81}" presName="childText" presStyleLbl="bgAcc1" presStyleIdx="6" presStyleCnt="14" custScaleX="476635" custScaleY="141066">
        <dgm:presLayoutVars>
          <dgm:bulletEnabled val="1"/>
        </dgm:presLayoutVars>
      </dgm:prSet>
      <dgm:spPr/>
    </dgm:pt>
    <dgm:pt modelId="{A216BE8C-F0E1-B449-89B2-B155F89FBF9D}" type="pres">
      <dgm:prSet presAssocID="{A64A8246-1EAF-1047-A607-F4FA28898692}" presName="Name13" presStyleLbl="parChTrans1D2" presStyleIdx="7" presStyleCnt="14"/>
      <dgm:spPr/>
    </dgm:pt>
    <dgm:pt modelId="{186A85C1-A331-174B-A478-88A611080762}" type="pres">
      <dgm:prSet presAssocID="{2B63B59A-831D-8243-A2D5-8890093C1102}" presName="childText" presStyleLbl="bgAcc1" presStyleIdx="7" presStyleCnt="14" custScaleX="307565">
        <dgm:presLayoutVars>
          <dgm:bulletEnabled val="1"/>
        </dgm:presLayoutVars>
      </dgm:prSet>
      <dgm:spPr/>
    </dgm:pt>
    <dgm:pt modelId="{31C223A4-2AA4-9540-BBFD-8028CC4047EC}" type="pres">
      <dgm:prSet presAssocID="{CA5B58E0-047A-484D-9A66-4A36EAC0BB1B}" presName="Name13" presStyleLbl="parChTrans1D2" presStyleIdx="8" presStyleCnt="14"/>
      <dgm:spPr/>
    </dgm:pt>
    <dgm:pt modelId="{77760F1F-C97C-8145-9E80-32158E95C9BC}" type="pres">
      <dgm:prSet presAssocID="{75616830-9754-7848-88C8-2F6D02D8CD3A}" presName="childText" presStyleLbl="bgAcc1" presStyleIdx="8" presStyleCnt="14" custScaleX="307565">
        <dgm:presLayoutVars>
          <dgm:bulletEnabled val="1"/>
        </dgm:presLayoutVars>
      </dgm:prSet>
      <dgm:spPr/>
    </dgm:pt>
    <dgm:pt modelId="{5BD2E31C-EF17-B74E-9AF1-6EA8AE72BB17}" type="pres">
      <dgm:prSet presAssocID="{12F4C62E-44F3-8149-AD84-6B6F5F1A343F}" presName="Name13" presStyleLbl="parChTrans1D2" presStyleIdx="9" presStyleCnt="14"/>
      <dgm:spPr/>
    </dgm:pt>
    <dgm:pt modelId="{40142824-BC79-9646-A094-EFF1AF3B4394}" type="pres">
      <dgm:prSet presAssocID="{09E4F72F-D6DC-174C-8B49-95E3584C1E93}" presName="childText" presStyleLbl="bgAcc1" presStyleIdx="9" presStyleCnt="14" custScaleX="307565">
        <dgm:presLayoutVars>
          <dgm:bulletEnabled val="1"/>
        </dgm:presLayoutVars>
      </dgm:prSet>
      <dgm:spPr/>
    </dgm:pt>
    <dgm:pt modelId="{36D45499-D2B4-1946-AE8C-6B98412B9EDF}" type="pres">
      <dgm:prSet presAssocID="{BC83B4CF-AF7A-BC43-AE4B-BFAC82EC7772}" presName="Name13" presStyleLbl="parChTrans1D2" presStyleIdx="10" presStyleCnt="14"/>
      <dgm:spPr/>
    </dgm:pt>
    <dgm:pt modelId="{E3D396F6-AB7D-4240-BEEE-5BAF826AF446}" type="pres">
      <dgm:prSet presAssocID="{7FF3A996-42A2-7C4A-A64A-2784E300881A}"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EEC487CC-6EF9-9345-9EDA-0E138100E01E}" type="pres">
      <dgm:prSet presAssocID="{72DABD66-42B3-8D4A-B30A-4AFFA85B9D37}" presName="Name13" presStyleLbl="parChTrans1D2" presStyleIdx="12" presStyleCnt="14"/>
      <dgm:spPr/>
    </dgm:pt>
    <dgm:pt modelId="{584EC2D1-4C13-8848-83DD-F41847573B71}" type="pres">
      <dgm:prSet presAssocID="{E9E353AD-7D43-C44D-894F-4DCE2B70FDDC}" presName="childText" presStyleLbl="bgAcc1" presStyleIdx="12" presStyleCnt="14" custScaleX="307721">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A753EB0D-B3D8-AA40-9FC3-E66C0C2F531A}" srcId="{89000C22-FEA5-384E-9C5D-5DBFD16F50E3}" destId="{09E4F72F-D6DC-174C-8B49-95E3584C1E93}" srcOrd="9" destOrd="0" parTransId="{12F4C62E-44F3-8149-AD84-6B6F5F1A343F}" sibTransId="{B8F4D172-9EE4-7347-B3E6-E15BD1579BF8}"/>
    <dgm:cxn modelId="{CEABD00F-1A26-3F4D-B841-EADF388AD200}" srcId="{89000C22-FEA5-384E-9C5D-5DBFD16F50E3}" destId="{75616830-9754-7848-88C8-2F6D02D8CD3A}" srcOrd="8"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3EA96643-C934-7348-84EE-0DD6BD219068}" srcId="{89000C22-FEA5-384E-9C5D-5DBFD16F50E3}" destId="{2B63B59A-831D-8243-A2D5-8890093C1102}" srcOrd="7" destOrd="0" parTransId="{A64A8246-1EAF-1047-A607-F4FA28898692}" sibTransId="{1812D7BA-2071-9E4D-84F6-3C90CE334F03}"/>
    <dgm:cxn modelId="{D208224D-BAD1-B74E-9C5C-0EB0C6FA966F}" type="presOf" srcId="{934328D6-2A0F-C846-A8AA-DEB7DF562214}" destId="{0C9E170C-52D9-3745-8562-90986B2BE394}" srcOrd="0" destOrd="0" presId="urn:microsoft.com/office/officeart/2005/8/layout/hierarchy3"/>
    <dgm:cxn modelId="{C8373D55-B2EA-F346-84EA-3B64179152A6}" srcId="{89000C22-FEA5-384E-9C5D-5DBFD16F50E3}" destId="{560053AC-0258-CC41-BDDD-D3FC85F8C2D3}" srcOrd="4" destOrd="0" parTransId="{1E2C4915-73A8-5947-894F-ECE9C3BC64B8}" sibTransId="{719008AB-F0A3-2245-83C4-53208B7DF5B8}"/>
    <dgm:cxn modelId="{47187E5A-0B71-F144-BA49-E9C8BC4EF348}" srcId="{89000C22-FEA5-384E-9C5D-5DBFD16F50E3}" destId="{E9E353AD-7D43-C44D-894F-4DCE2B70FDDC}" srcOrd="12" destOrd="0" parTransId="{72DABD66-42B3-8D4A-B30A-4AFFA85B9D37}" sibTransId="{D3857950-5D48-FF4D-9D90-BC44C72814F5}"/>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6"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9D76F96C-F0BA-3B48-832C-5758D127503C}" type="presOf" srcId="{7FF3A996-42A2-7C4A-A64A-2784E300881A}" destId="{E3D396F6-AB7D-4240-BEEE-5BAF826AF446}" srcOrd="0" destOrd="0" presId="urn:microsoft.com/office/officeart/2005/8/layout/hierarchy3"/>
    <dgm:cxn modelId="{0493BE6D-C7B5-9F4A-A819-F51914C629A0}" type="presOf" srcId="{72DABD66-42B3-8D4A-B30A-4AFFA85B9D37}" destId="{EEC487CC-6EF9-9345-9EDA-0E138100E01E}" srcOrd="0" destOrd="0" presId="urn:microsoft.com/office/officeart/2005/8/layout/hierarchy3"/>
    <dgm:cxn modelId="{B978A970-F6F3-BF4D-A81D-E8AC1E3E721D}" srcId="{89000C22-FEA5-384E-9C5D-5DBFD16F50E3}" destId="{7FF3A996-42A2-7C4A-A64A-2784E300881A}" srcOrd="10" destOrd="0" parTransId="{BC83B4CF-AF7A-BC43-AE4B-BFAC82EC7772}" sibTransId="{51CAF709-D215-9145-AD68-97DF77586561}"/>
    <dgm:cxn modelId="{F9508F77-A5D3-434D-9D53-8A417B90843E}" type="presOf" srcId="{560053AC-0258-CC41-BDDD-D3FC85F8C2D3}" destId="{B7257ED9-0841-0F4A-B327-F93FB70E0FE8}" srcOrd="0" destOrd="0" presId="urn:microsoft.com/office/officeart/2005/8/layout/hierarchy3"/>
    <dgm:cxn modelId="{9F60C778-16A2-084B-BA49-C4D9EC265B1B}" type="presOf" srcId="{75616830-9754-7848-88C8-2F6D02D8CD3A}" destId="{77760F1F-C97C-8145-9E80-32158E95C9BC}"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5" destOrd="0" parTransId="{8CBE0FFE-EFD1-A846-A673-32BA9B8D09D7}" sibTransId="{9E1A579C-CECA-A645-BB3A-E83EAA82F70B}"/>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A16F318F-068C-D74E-8E78-E6EDCD9CABF8}" type="presOf" srcId="{2E9D4F04-2A3C-6F43-9CC9-A5DD13B75D19}" destId="{98BFB16D-611A-E340-824C-7A8C7562F773}"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A7AE84A1-5A8A-4C4A-AEAF-FCAD2AD0CA86}" type="presOf" srcId="{EAB65DF0-6B56-2042-BE71-08461ABD452F}" destId="{37BA8E79-58B3-8442-8A6C-D6C51892D14D}" srcOrd="0" destOrd="0" presId="urn:microsoft.com/office/officeart/2005/8/layout/hierarchy3"/>
    <dgm:cxn modelId="{54C51AA8-2CAA-5C4A-8D63-E56C888FC53C}" type="presOf" srcId="{BC83B4CF-AF7A-BC43-AE4B-BFAC82EC7772}" destId="{36D45499-D2B4-1946-AE8C-6B98412B9EDF}"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BB59F1C5-A16E-804D-BCF4-14E13347C6F4}" type="presOf" srcId="{8CBE0FFE-EFD1-A846-A673-32BA9B8D09D7}" destId="{D10FB301-27F4-164E-A00D-1345554A7B00}"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52050CF4-E058-5047-B152-5EBE01534C4C}" type="presOf" srcId="{E9E353AD-7D43-C44D-894F-4DCE2B70FDDC}" destId="{584EC2D1-4C13-8848-83DD-F41847573B71}"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64756059-C841-2741-AE6A-5F5D8AB034E2}" type="presParOf" srcId="{626C2B61-5D1A-A247-B3C0-7F0637E532F7}" destId="{D10FB301-27F4-164E-A00D-1345554A7B00}" srcOrd="10" destOrd="0" presId="urn:microsoft.com/office/officeart/2005/8/layout/hierarchy3"/>
    <dgm:cxn modelId="{2F88CFE3-CF3F-F04A-98B1-880B822B0CD3}" type="presParOf" srcId="{626C2B61-5D1A-A247-B3C0-7F0637E532F7}" destId="{936E48F7-4236-FE40-9E07-91D8FBF1635C}" srcOrd="11" destOrd="0" presId="urn:microsoft.com/office/officeart/2005/8/layout/hierarchy3"/>
    <dgm:cxn modelId="{C13FD89E-D137-4F41-81BB-8FF264C2E053}" type="presParOf" srcId="{626C2B61-5D1A-A247-B3C0-7F0637E532F7}" destId="{40ED545D-287D-C141-885D-E246B5E4F0AC}" srcOrd="12" destOrd="0" presId="urn:microsoft.com/office/officeart/2005/8/layout/hierarchy3"/>
    <dgm:cxn modelId="{2E669BCF-F06C-F742-90CB-AF3F2F895485}" type="presParOf" srcId="{626C2B61-5D1A-A247-B3C0-7F0637E532F7}" destId="{361E30B0-32E3-6C49-9085-B0FC7F923612}" srcOrd="13" destOrd="0" presId="urn:microsoft.com/office/officeart/2005/8/layout/hierarchy3"/>
    <dgm:cxn modelId="{B7DADE57-B579-0242-800E-8ABC06C024AF}" type="presParOf" srcId="{626C2B61-5D1A-A247-B3C0-7F0637E532F7}" destId="{A216BE8C-F0E1-B449-89B2-B155F89FBF9D}" srcOrd="14" destOrd="0" presId="urn:microsoft.com/office/officeart/2005/8/layout/hierarchy3"/>
    <dgm:cxn modelId="{3532B1D8-0F9C-5D49-A1DC-11DCB075BE0F}" type="presParOf" srcId="{626C2B61-5D1A-A247-B3C0-7F0637E532F7}" destId="{186A85C1-A331-174B-A478-88A611080762}" srcOrd="15" destOrd="0" presId="urn:microsoft.com/office/officeart/2005/8/layout/hierarchy3"/>
    <dgm:cxn modelId="{DCEEE259-C2DF-6547-A661-F91F8B8B0C51}" type="presParOf" srcId="{626C2B61-5D1A-A247-B3C0-7F0637E532F7}" destId="{31C223A4-2AA4-9540-BBFD-8028CC4047EC}" srcOrd="16" destOrd="0" presId="urn:microsoft.com/office/officeart/2005/8/layout/hierarchy3"/>
    <dgm:cxn modelId="{57476D42-1E49-534C-B036-8742FE644CE9}" type="presParOf" srcId="{626C2B61-5D1A-A247-B3C0-7F0637E532F7}" destId="{77760F1F-C97C-8145-9E80-32158E95C9BC}" srcOrd="17" destOrd="0" presId="urn:microsoft.com/office/officeart/2005/8/layout/hierarchy3"/>
    <dgm:cxn modelId="{3EAAE10B-9CBA-F94A-9833-4527E4743748}" type="presParOf" srcId="{626C2B61-5D1A-A247-B3C0-7F0637E532F7}" destId="{5BD2E31C-EF17-B74E-9AF1-6EA8AE72BB17}" srcOrd="18" destOrd="0" presId="urn:microsoft.com/office/officeart/2005/8/layout/hierarchy3"/>
    <dgm:cxn modelId="{34C907AC-CD6C-A646-B206-53AB6BEC55D1}" type="presParOf" srcId="{626C2B61-5D1A-A247-B3C0-7F0637E532F7}" destId="{40142824-BC79-9646-A094-EFF1AF3B4394}" srcOrd="19" destOrd="0" presId="urn:microsoft.com/office/officeart/2005/8/layout/hierarchy3"/>
    <dgm:cxn modelId="{0F33C897-1845-C241-8B75-35C8A86AB38F}" type="presParOf" srcId="{626C2B61-5D1A-A247-B3C0-7F0637E532F7}" destId="{36D45499-D2B4-1946-AE8C-6B98412B9EDF}" srcOrd="20" destOrd="0" presId="urn:microsoft.com/office/officeart/2005/8/layout/hierarchy3"/>
    <dgm:cxn modelId="{F9148AC1-6071-3546-A72E-563A039C216D}" type="presParOf" srcId="{626C2B61-5D1A-A247-B3C0-7F0637E532F7}" destId="{E3D396F6-AB7D-4240-BEEE-5BAF826AF446}"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A829A731-0ADD-E144-8765-F4A5FF087FBF}" type="presParOf" srcId="{626C2B61-5D1A-A247-B3C0-7F0637E532F7}" destId="{EEC487CC-6EF9-9345-9EDA-0E138100E01E}" srcOrd="24" destOrd="0" presId="urn:microsoft.com/office/officeart/2005/8/layout/hierarchy3"/>
    <dgm:cxn modelId="{95FD8122-7B22-3844-BAB5-786128624ADC}" type="presParOf" srcId="{626C2B61-5D1A-A247-B3C0-7F0637E532F7}" destId="{584EC2D1-4C13-8848-83DD-F41847573B71}"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800" b="1" dirty="0">
              <a:solidFill>
                <a:srgbClr val="C00000"/>
              </a:solidFill>
            </a:rPr>
            <a:t>ACTIVITY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2B63B59A-831D-8243-A2D5-8890093C1102}">
      <dgm:prSet custT="1"/>
      <dgm:spPr/>
      <dgm:t>
        <a:bodyPr/>
        <a:lstStyle/>
        <a:p>
          <a:r>
            <a:rPr lang="en-US" sz="1000" b="1" dirty="0"/>
            <a:t>SEQUENCE DIAGRAM</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ERD (DATABASE DESIGN)</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1000" b="1" dirty="0"/>
            <a:t>USER INTERFACE DESIGN (PROTOTYPE)</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7FF3A996-42A2-7C4A-A64A-2784E300881A}">
      <dgm:prSet custT="1"/>
      <dgm:spPr/>
      <dgm:t>
        <a:bodyPr/>
        <a:lstStyle/>
        <a:p>
          <a:r>
            <a:rPr lang="en-US" sz="800" b="1" dirty="0"/>
            <a:t>SOFTWARE PLATFORMS, DEVELOPMENT, ENVIRONMENTS &amp; TOOLS</a:t>
          </a:r>
        </a:p>
      </dgm:t>
    </dgm:pt>
    <dgm:pt modelId="{BC83B4CF-AF7A-BC43-AE4B-BFAC82EC7772}" cxnId="{B978A970-F6F3-BF4D-A81D-E8AC1E3E721D}" type="parTrans">
      <dgm:prSet/>
      <dgm:spPr/>
      <dgm:t>
        <a:bodyPr/>
        <a:lstStyle/>
        <a:p>
          <a:endParaRPr lang="en-US"/>
        </a:p>
      </dgm:t>
    </dgm:pt>
    <dgm:pt modelId="{51CAF709-D215-9145-AD68-97DF77586561}" cxnId="{B978A970-F6F3-BF4D-A81D-E8AC1E3E721D}"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USE CASE DIAGRAM</a:t>
          </a:r>
        </a:p>
      </dgm:t>
    </dgm:pt>
    <dgm:pt modelId="{8CBE0FFE-EFD1-A846-A673-32BA9B8D09D7}" cxnId="{452CB083-A26D-984C-B22D-B8EBDD309BBB}" type="parTrans">
      <dgm:prSet/>
      <dgm:spPr/>
      <dgm:t>
        <a:bodyPr/>
        <a:lstStyle/>
        <a:p>
          <a:endParaRPr lang="en-US"/>
        </a:p>
      </dgm:t>
    </dgm:pt>
    <dgm:pt modelId="{9E1A579C-CECA-A645-BB3A-E83EAA82F70B}" cxnId="{452CB083-A26D-984C-B22D-B8EBDD309BBB}" type="sibTrans">
      <dgm:prSet/>
      <dgm:spPr/>
      <dgm:t>
        <a:bodyPr/>
        <a:lstStyle/>
        <a:p>
          <a:endParaRPr lang="en-US"/>
        </a:p>
      </dgm:t>
    </dgm:pt>
    <dgm:pt modelId="{E9E353AD-7D43-C44D-894F-4DCE2B70FDDC}">
      <dgm:prSet custT="1"/>
      <dgm:spPr/>
      <dgm:t>
        <a:bodyPr/>
        <a:lstStyle/>
        <a:p>
          <a:r>
            <a:rPr lang="en-US" sz="1000" b="1" dirty="0"/>
            <a:t>SYSTEM HARDWARE</a:t>
          </a:r>
        </a:p>
      </dgm:t>
    </dgm:pt>
    <dgm:pt modelId="{72DABD66-42B3-8D4A-B30A-4AFFA85B9D37}" cxnId="{47187E5A-0B71-F144-BA49-E9C8BC4EF348}" type="parTrans">
      <dgm:prSet/>
      <dgm:spPr/>
      <dgm:t>
        <a:bodyPr/>
        <a:lstStyle/>
        <a:p>
          <a:endParaRPr lang="en-US"/>
        </a:p>
      </dgm:t>
    </dgm:pt>
    <dgm:pt modelId="{D3857950-5D48-FF4D-9D90-BC44C72814F5}" cxnId="{47187E5A-0B71-F144-BA49-E9C8BC4EF348}"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8539"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07565">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07565">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07565">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07565">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07565">
        <dgm:presLayoutVars>
          <dgm:bulletEnabled val="1"/>
        </dgm:presLayoutVars>
      </dgm:prSet>
      <dgm:spPr/>
    </dgm:pt>
    <dgm:pt modelId="{D10FB301-27F4-164E-A00D-1345554A7B00}" type="pres">
      <dgm:prSet presAssocID="{8CBE0FFE-EFD1-A846-A673-32BA9B8D09D7}" presName="Name13" presStyleLbl="parChTrans1D2" presStyleIdx="5" presStyleCnt="14"/>
      <dgm:spPr/>
    </dgm:pt>
    <dgm:pt modelId="{936E48F7-4236-FE40-9E07-91D8FBF1635C}" type="pres">
      <dgm:prSet presAssocID="{30ACC724-5675-EA46-BD14-130D30FF364F}" presName="childText" presStyleLbl="bgAcc1" presStyleIdx="5" presStyleCnt="14" custScaleX="307565">
        <dgm:presLayoutVars>
          <dgm:bulletEnabled val="1"/>
        </dgm:presLayoutVars>
      </dgm:prSet>
      <dgm:spPr/>
    </dgm:pt>
    <dgm:pt modelId="{40ED545D-287D-C141-885D-E246B5E4F0AC}" type="pres">
      <dgm:prSet presAssocID="{A87F89C8-A3E5-1A4A-92A6-3A8FA7C9F651}" presName="Name13" presStyleLbl="parChTrans1D2" presStyleIdx="6" presStyleCnt="14"/>
      <dgm:spPr/>
    </dgm:pt>
    <dgm:pt modelId="{361E30B0-32E3-6C49-9085-B0FC7F923612}" type="pres">
      <dgm:prSet presAssocID="{DBC05985-9E94-9C40-A21C-B48D8BC28D81}" presName="childText" presStyleLbl="bgAcc1" presStyleIdx="6" presStyleCnt="14" custScaleX="476635" custScaleY="141066">
        <dgm:presLayoutVars>
          <dgm:bulletEnabled val="1"/>
        </dgm:presLayoutVars>
      </dgm:prSet>
      <dgm:spPr/>
    </dgm:pt>
    <dgm:pt modelId="{A216BE8C-F0E1-B449-89B2-B155F89FBF9D}" type="pres">
      <dgm:prSet presAssocID="{A64A8246-1EAF-1047-A607-F4FA28898692}" presName="Name13" presStyleLbl="parChTrans1D2" presStyleIdx="7" presStyleCnt="14"/>
      <dgm:spPr/>
    </dgm:pt>
    <dgm:pt modelId="{186A85C1-A331-174B-A478-88A611080762}" type="pres">
      <dgm:prSet presAssocID="{2B63B59A-831D-8243-A2D5-8890093C1102}" presName="childText" presStyleLbl="bgAcc1" presStyleIdx="7" presStyleCnt="14" custScaleX="307565">
        <dgm:presLayoutVars>
          <dgm:bulletEnabled val="1"/>
        </dgm:presLayoutVars>
      </dgm:prSet>
      <dgm:spPr/>
    </dgm:pt>
    <dgm:pt modelId="{31C223A4-2AA4-9540-BBFD-8028CC4047EC}" type="pres">
      <dgm:prSet presAssocID="{CA5B58E0-047A-484D-9A66-4A36EAC0BB1B}" presName="Name13" presStyleLbl="parChTrans1D2" presStyleIdx="8" presStyleCnt="14"/>
      <dgm:spPr/>
    </dgm:pt>
    <dgm:pt modelId="{77760F1F-C97C-8145-9E80-32158E95C9BC}" type="pres">
      <dgm:prSet presAssocID="{75616830-9754-7848-88C8-2F6D02D8CD3A}" presName="childText" presStyleLbl="bgAcc1" presStyleIdx="8" presStyleCnt="14" custScaleX="307565">
        <dgm:presLayoutVars>
          <dgm:bulletEnabled val="1"/>
        </dgm:presLayoutVars>
      </dgm:prSet>
      <dgm:spPr/>
    </dgm:pt>
    <dgm:pt modelId="{5BD2E31C-EF17-B74E-9AF1-6EA8AE72BB17}" type="pres">
      <dgm:prSet presAssocID="{12F4C62E-44F3-8149-AD84-6B6F5F1A343F}" presName="Name13" presStyleLbl="parChTrans1D2" presStyleIdx="9" presStyleCnt="14"/>
      <dgm:spPr/>
    </dgm:pt>
    <dgm:pt modelId="{40142824-BC79-9646-A094-EFF1AF3B4394}" type="pres">
      <dgm:prSet presAssocID="{09E4F72F-D6DC-174C-8B49-95E3584C1E93}" presName="childText" presStyleLbl="bgAcc1" presStyleIdx="9" presStyleCnt="14" custScaleX="307565">
        <dgm:presLayoutVars>
          <dgm:bulletEnabled val="1"/>
        </dgm:presLayoutVars>
      </dgm:prSet>
      <dgm:spPr/>
    </dgm:pt>
    <dgm:pt modelId="{36D45499-D2B4-1946-AE8C-6B98412B9EDF}" type="pres">
      <dgm:prSet presAssocID="{BC83B4CF-AF7A-BC43-AE4B-BFAC82EC7772}" presName="Name13" presStyleLbl="parChTrans1D2" presStyleIdx="10" presStyleCnt="14"/>
      <dgm:spPr/>
    </dgm:pt>
    <dgm:pt modelId="{E3D396F6-AB7D-4240-BEEE-5BAF826AF446}" type="pres">
      <dgm:prSet presAssocID="{7FF3A996-42A2-7C4A-A64A-2784E300881A}"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EEC487CC-6EF9-9345-9EDA-0E138100E01E}" type="pres">
      <dgm:prSet presAssocID="{72DABD66-42B3-8D4A-B30A-4AFFA85B9D37}" presName="Name13" presStyleLbl="parChTrans1D2" presStyleIdx="12" presStyleCnt="14"/>
      <dgm:spPr/>
    </dgm:pt>
    <dgm:pt modelId="{584EC2D1-4C13-8848-83DD-F41847573B71}" type="pres">
      <dgm:prSet presAssocID="{E9E353AD-7D43-C44D-894F-4DCE2B70FDDC}" presName="childText" presStyleLbl="bgAcc1" presStyleIdx="12" presStyleCnt="14" custScaleX="307721">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A753EB0D-B3D8-AA40-9FC3-E66C0C2F531A}" srcId="{89000C22-FEA5-384E-9C5D-5DBFD16F50E3}" destId="{09E4F72F-D6DC-174C-8B49-95E3584C1E93}" srcOrd="9" destOrd="0" parTransId="{12F4C62E-44F3-8149-AD84-6B6F5F1A343F}" sibTransId="{B8F4D172-9EE4-7347-B3E6-E15BD1579BF8}"/>
    <dgm:cxn modelId="{CEABD00F-1A26-3F4D-B841-EADF388AD200}" srcId="{89000C22-FEA5-384E-9C5D-5DBFD16F50E3}" destId="{75616830-9754-7848-88C8-2F6D02D8CD3A}" srcOrd="8"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3EA96643-C934-7348-84EE-0DD6BD219068}" srcId="{89000C22-FEA5-384E-9C5D-5DBFD16F50E3}" destId="{2B63B59A-831D-8243-A2D5-8890093C1102}" srcOrd="7" destOrd="0" parTransId="{A64A8246-1EAF-1047-A607-F4FA28898692}" sibTransId="{1812D7BA-2071-9E4D-84F6-3C90CE334F03}"/>
    <dgm:cxn modelId="{D208224D-BAD1-B74E-9C5C-0EB0C6FA966F}" type="presOf" srcId="{934328D6-2A0F-C846-A8AA-DEB7DF562214}" destId="{0C9E170C-52D9-3745-8562-90986B2BE394}" srcOrd="0" destOrd="0" presId="urn:microsoft.com/office/officeart/2005/8/layout/hierarchy3"/>
    <dgm:cxn modelId="{C8373D55-B2EA-F346-84EA-3B64179152A6}" srcId="{89000C22-FEA5-384E-9C5D-5DBFD16F50E3}" destId="{560053AC-0258-CC41-BDDD-D3FC85F8C2D3}" srcOrd="4" destOrd="0" parTransId="{1E2C4915-73A8-5947-894F-ECE9C3BC64B8}" sibTransId="{719008AB-F0A3-2245-83C4-53208B7DF5B8}"/>
    <dgm:cxn modelId="{47187E5A-0B71-F144-BA49-E9C8BC4EF348}" srcId="{89000C22-FEA5-384E-9C5D-5DBFD16F50E3}" destId="{E9E353AD-7D43-C44D-894F-4DCE2B70FDDC}" srcOrd="12" destOrd="0" parTransId="{72DABD66-42B3-8D4A-B30A-4AFFA85B9D37}" sibTransId="{D3857950-5D48-FF4D-9D90-BC44C72814F5}"/>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6"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9D76F96C-F0BA-3B48-832C-5758D127503C}" type="presOf" srcId="{7FF3A996-42A2-7C4A-A64A-2784E300881A}" destId="{E3D396F6-AB7D-4240-BEEE-5BAF826AF446}" srcOrd="0" destOrd="0" presId="urn:microsoft.com/office/officeart/2005/8/layout/hierarchy3"/>
    <dgm:cxn modelId="{0493BE6D-C7B5-9F4A-A819-F51914C629A0}" type="presOf" srcId="{72DABD66-42B3-8D4A-B30A-4AFFA85B9D37}" destId="{EEC487CC-6EF9-9345-9EDA-0E138100E01E}" srcOrd="0" destOrd="0" presId="urn:microsoft.com/office/officeart/2005/8/layout/hierarchy3"/>
    <dgm:cxn modelId="{B978A970-F6F3-BF4D-A81D-E8AC1E3E721D}" srcId="{89000C22-FEA5-384E-9C5D-5DBFD16F50E3}" destId="{7FF3A996-42A2-7C4A-A64A-2784E300881A}" srcOrd="10" destOrd="0" parTransId="{BC83B4CF-AF7A-BC43-AE4B-BFAC82EC7772}" sibTransId="{51CAF709-D215-9145-AD68-97DF77586561}"/>
    <dgm:cxn modelId="{F9508F77-A5D3-434D-9D53-8A417B90843E}" type="presOf" srcId="{560053AC-0258-CC41-BDDD-D3FC85F8C2D3}" destId="{B7257ED9-0841-0F4A-B327-F93FB70E0FE8}" srcOrd="0" destOrd="0" presId="urn:microsoft.com/office/officeart/2005/8/layout/hierarchy3"/>
    <dgm:cxn modelId="{9F60C778-16A2-084B-BA49-C4D9EC265B1B}" type="presOf" srcId="{75616830-9754-7848-88C8-2F6D02D8CD3A}" destId="{77760F1F-C97C-8145-9E80-32158E95C9BC}"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5" destOrd="0" parTransId="{8CBE0FFE-EFD1-A846-A673-32BA9B8D09D7}" sibTransId="{9E1A579C-CECA-A645-BB3A-E83EAA82F70B}"/>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A16F318F-068C-D74E-8E78-E6EDCD9CABF8}" type="presOf" srcId="{2E9D4F04-2A3C-6F43-9CC9-A5DD13B75D19}" destId="{98BFB16D-611A-E340-824C-7A8C7562F773}"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A7AE84A1-5A8A-4C4A-AEAF-FCAD2AD0CA86}" type="presOf" srcId="{EAB65DF0-6B56-2042-BE71-08461ABD452F}" destId="{37BA8E79-58B3-8442-8A6C-D6C51892D14D}" srcOrd="0" destOrd="0" presId="urn:microsoft.com/office/officeart/2005/8/layout/hierarchy3"/>
    <dgm:cxn modelId="{54C51AA8-2CAA-5C4A-8D63-E56C888FC53C}" type="presOf" srcId="{BC83B4CF-AF7A-BC43-AE4B-BFAC82EC7772}" destId="{36D45499-D2B4-1946-AE8C-6B98412B9EDF}"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BB59F1C5-A16E-804D-BCF4-14E13347C6F4}" type="presOf" srcId="{8CBE0FFE-EFD1-A846-A673-32BA9B8D09D7}" destId="{D10FB301-27F4-164E-A00D-1345554A7B00}"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52050CF4-E058-5047-B152-5EBE01534C4C}" type="presOf" srcId="{E9E353AD-7D43-C44D-894F-4DCE2B70FDDC}" destId="{584EC2D1-4C13-8848-83DD-F41847573B71}"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64756059-C841-2741-AE6A-5F5D8AB034E2}" type="presParOf" srcId="{626C2B61-5D1A-A247-B3C0-7F0637E532F7}" destId="{D10FB301-27F4-164E-A00D-1345554A7B00}" srcOrd="10" destOrd="0" presId="urn:microsoft.com/office/officeart/2005/8/layout/hierarchy3"/>
    <dgm:cxn modelId="{2F88CFE3-CF3F-F04A-98B1-880B822B0CD3}" type="presParOf" srcId="{626C2B61-5D1A-A247-B3C0-7F0637E532F7}" destId="{936E48F7-4236-FE40-9E07-91D8FBF1635C}" srcOrd="11" destOrd="0" presId="urn:microsoft.com/office/officeart/2005/8/layout/hierarchy3"/>
    <dgm:cxn modelId="{C13FD89E-D137-4F41-81BB-8FF264C2E053}" type="presParOf" srcId="{626C2B61-5D1A-A247-B3C0-7F0637E532F7}" destId="{40ED545D-287D-C141-885D-E246B5E4F0AC}" srcOrd="12" destOrd="0" presId="urn:microsoft.com/office/officeart/2005/8/layout/hierarchy3"/>
    <dgm:cxn modelId="{2E669BCF-F06C-F742-90CB-AF3F2F895485}" type="presParOf" srcId="{626C2B61-5D1A-A247-B3C0-7F0637E532F7}" destId="{361E30B0-32E3-6C49-9085-B0FC7F923612}" srcOrd="13" destOrd="0" presId="urn:microsoft.com/office/officeart/2005/8/layout/hierarchy3"/>
    <dgm:cxn modelId="{B7DADE57-B579-0242-800E-8ABC06C024AF}" type="presParOf" srcId="{626C2B61-5D1A-A247-B3C0-7F0637E532F7}" destId="{A216BE8C-F0E1-B449-89B2-B155F89FBF9D}" srcOrd="14" destOrd="0" presId="urn:microsoft.com/office/officeart/2005/8/layout/hierarchy3"/>
    <dgm:cxn modelId="{3532B1D8-0F9C-5D49-A1DC-11DCB075BE0F}" type="presParOf" srcId="{626C2B61-5D1A-A247-B3C0-7F0637E532F7}" destId="{186A85C1-A331-174B-A478-88A611080762}" srcOrd="15" destOrd="0" presId="urn:microsoft.com/office/officeart/2005/8/layout/hierarchy3"/>
    <dgm:cxn modelId="{DCEEE259-C2DF-6547-A661-F91F8B8B0C51}" type="presParOf" srcId="{626C2B61-5D1A-A247-B3C0-7F0637E532F7}" destId="{31C223A4-2AA4-9540-BBFD-8028CC4047EC}" srcOrd="16" destOrd="0" presId="urn:microsoft.com/office/officeart/2005/8/layout/hierarchy3"/>
    <dgm:cxn modelId="{57476D42-1E49-534C-B036-8742FE644CE9}" type="presParOf" srcId="{626C2B61-5D1A-A247-B3C0-7F0637E532F7}" destId="{77760F1F-C97C-8145-9E80-32158E95C9BC}" srcOrd="17" destOrd="0" presId="urn:microsoft.com/office/officeart/2005/8/layout/hierarchy3"/>
    <dgm:cxn modelId="{3EAAE10B-9CBA-F94A-9833-4527E4743748}" type="presParOf" srcId="{626C2B61-5D1A-A247-B3C0-7F0637E532F7}" destId="{5BD2E31C-EF17-B74E-9AF1-6EA8AE72BB17}" srcOrd="18" destOrd="0" presId="urn:microsoft.com/office/officeart/2005/8/layout/hierarchy3"/>
    <dgm:cxn modelId="{34C907AC-CD6C-A646-B206-53AB6BEC55D1}" type="presParOf" srcId="{626C2B61-5D1A-A247-B3C0-7F0637E532F7}" destId="{40142824-BC79-9646-A094-EFF1AF3B4394}" srcOrd="19" destOrd="0" presId="urn:microsoft.com/office/officeart/2005/8/layout/hierarchy3"/>
    <dgm:cxn modelId="{0F33C897-1845-C241-8B75-35C8A86AB38F}" type="presParOf" srcId="{626C2B61-5D1A-A247-B3C0-7F0637E532F7}" destId="{36D45499-D2B4-1946-AE8C-6B98412B9EDF}" srcOrd="20" destOrd="0" presId="urn:microsoft.com/office/officeart/2005/8/layout/hierarchy3"/>
    <dgm:cxn modelId="{F9148AC1-6071-3546-A72E-563A039C216D}" type="presParOf" srcId="{626C2B61-5D1A-A247-B3C0-7F0637E532F7}" destId="{E3D396F6-AB7D-4240-BEEE-5BAF826AF446}"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A829A731-0ADD-E144-8765-F4A5FF087FBF}" type="presParOf" srcId="{626C2B61-5D1A-A247-B3C0-7F0637E532F7}" destId="{EEC487CC-6EF9-9345-9EDA-0E138100E01E}" srcOrd="24" destOrd="0" presId="urn:microsoft.com/office/officeart/2005/8/layout/hierarchy3"/>
    <dgm:cxn modelId="{95FD8122-7B22-3844-BAB5-786128624ADC}" type="presParOf" srcId="{626C2B61-5D1A-A247-B3C0-7F0637E532F7}" destId="{584EC2D1-4C13-8848-83DD-F41847573B71}"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800" b="1" dirty="0">
              <a:solidFill>
                <a:srgbClr val="C00000"/>
              </a:solidFill>
            </a:rPr>
            <a:t>ACTIVITY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2B63B59A-831D-8243-A2D5-8890093C1102}">
      <dgm:prSet custT="1"/>
      <dgm:spPr/>
      <dgm:t>
        <a:bodyPr/>
        <a:lstStyle/>
        <a:p>
          <a:r>
            <a:rPr lang="en-US" sz="1000" b="1" dirty="0"/>
            <a:t>SEQUENCE DIAGRAM</a:t>
          </a:r>
        </a:p>
      </dgm:t>
    </dgm:pt>
    <dgm:pt modelId="{A64A8246-1EAF-1047-A607-F4FA28898692}" cxnId="{3EA96643-C934-7348-84EE-0DD6BD219068}" type="parTrans">
      <dgm:prSet/>
      <dgm:spPr/>
      <dgm:t>
        <a:bodyPr/>
        <a:lstStyle/>
        <a:p>
          <a:endParaRPr lang="en-US"/>
        </a:p>
      </dgm:t>
    </dgm:pt>
    <dgm:pt modelId="{1812D7BA-2071-9E4D-84F6-3C90CE334F03}" cxnId="{3EA96643-C934-7348-84EE-0DD6BD219068}" type="sibTrans">
      <dgm:prSet/>
      <dgm:spPr/>
      <dgm:t>
        <a:bodyPr/>
        <a:lstStyle/>
        <a:p>
          <a:endParaRPr lang="en-US"/>
        </a:p>
      </dgm:t>
    </dgm:pt>
    <dgm:pt modelId="{75616830-9754-7848-88C8-2F6D02D8CD3A}">
      <dgm:prSet custT="1"/>
      <dgm:spPr/>
      <dgm:t>
        <a:bodyPr/>
        <a:lstStyle/>
        <a:p>
          <a:r>
            <a:rPr lang="en-US" sz="1000" b="1" dirty="0"/>
            <a:t>ERD (DATABASE DESIGN)</a:t>
          </a:r>
        </a:p>
      </dgm:t>
    </dgm:pt>
    <dgm:pt modelId="{CA5B58E0-047A-484D-9A66-4A36EAC0BB1B}" cxnId="{CEABD00F-1A26-3F4D-B841-EADF388AD200}" type="parTrans">
      <dgm:prSet/>
      <dgm:spPr/>
      <dgm:t>
        <a:bodyPr/>
        <a:lstStyle/>
        <a:p>
          <a:endParaRPr lang="en-US"/>
        </a:p>
      </dgm:t>
    </dgm:pt>
    <dgm:pt modelId="{6318BEFA-1134-0347-B21A-F15F6465E82F}" cxnId="{CEABD00F-1A26-3F4D-B841-EADF388AD200}" type="sibTrans">
      <dgm:prSet/>
      <dgm:spPr/>
      <dgm:t>
        <a:bodyPr/>
        <a:lstStyle/>
        <a:p>
          <a:endParaRPr lang="en-US"/>
        </a:p>
      </dgm:t>
    </dgm:pt>
    <dgm:pt modelId="{09E4F72F-D6DC-174C-8B49-95E3584C1E93}">
      <dgm:prSet custT="1"/>
      <dgm:spPr/>
      <dgm:t>
        <a:bodyPr/>
        <a:lstStyle/>
        <a:p>
          <a:r>
            <a:rPr lang="en-US" sz="1000" b="1" dirty="0"/>
            <a:t>USER INTERFACE DESIGN (PROTOTYPE)</a:t>
          </a:r>
        </a:p>
      </dgm:t>
    </dgm:pt>
    <dgm:pt modelId="{12F4C62E-44F3-8149-AD84-6B6F5F1A343F}" cxnId="{A753EB0D-B3D8-AA40-9FC3-E66C0C2F531A}" type="parTrans">
      <dgm:prSet/>
      <dgm:spPr/>
      <dgm:t>
        <a:bodyPr/>
        <a:lstStyle/>
        <a:p>
          <a:endParaRPr lang="en-US"/>
        </a:p>
      </dgm:t>
    </dgm:pt>
    <dgm:pt modelId="{B8F4D172-9EE4-7347-B3E6-E15BD1579BF8}" cxnId="{A753EB0D-B3D8-AA40-9FC3-E66C0C2F531A}" type="sibTrans">
      <dgm:prSet/>
      <dgm:spPr/>
      <dgm:t>
        <a:bodyPr/>
        <a:lstStyle/>
        <a:p>
          <a:endParaRPr lang="en-US"/>
        </a:p>
      </dgm:t>
    </dgm:pt>
    <dgm:pt modelId="{7FF3A996-42A2-7C4A-A64A-2784E300881A}">
      <dgm:prSet custT="1"/>
      <dgm:spPr/>
      <dgm:t>
        <a:bodyPr/>
        <a:lstStyle/>
        <a:p>
          <a:r>
            <a:rPr lang="en-US" sz="800" b="1" dirty="0"/>
            <a:t>SOFTWARE PLATFORMS, DEVELOPMENT, ENVIRONMENTS &amp; TOOLS</a:t>
          </a:r>
        </a:p>
      </dgm:t>
    </dgm:pt>
    <dgm:pt modelId="{BC83B4CF-AF7A-BC43-AE4B-BFAC82EC7772}" cxnId="{B978A970-F6F3-BF4D-A81D-E8AC1E3E721D}" type="parTrans">
      <dgm:prSet/>
      <dgm:spPr/>
      <dgm:t>
        <a:bodyPr/>
        <a:lstStyle/>
        <a:p>
          <a:endParaRPr lang="en-US"/>
        </a:p>
      </dgm:t>
    </dgm:pt>
    <dgm:pt modelId="{51CAF709-D215-9145-AD68-97DF77586561}" cxnId="{B978A970-F6F3-BF4D-A81D-E8AC1E3E721D}" type="sibTrans">
      <dgm:prSet/>
      <dgm:spPr/>
      <dgm:t>
        <a:bodyPr/>
        <a:lstStyle/>
        <a:p>
          <a:endParaRPr lang="en-US"/>
        </a:p>
      </dgm:t>
    </dgm:pt>
    <dgm:pt modelId="{2E9D4F04-2A3C-6F43-9CC9-A5DD13B75D19}">
      <dgm:prSet custT="1"/>
      <dgm:spPr/>
      <dgm:t>
        <a:bodyPr/>
        <a:lstStyle/>
        <a:p>
          <a:r>
            <a:rPr lang="en-US" sz="1000" b="1" dirty="0"/>
            <a:t>HARWARE REQUIREMENTS</a:t>
          </a:r>
        </a:p>
      </dgm:t>
    </dgm:pt>
    <dgm:pt modelId="{EAB65DF0-6B56-2042-BE71-08461ABD452F}" cxnId="{0CDFC917-4DD7-AF43-926A-2CE6BD29B8DD}" type="parTrans">
      <dgm:prSet/>
      <dgm:spPr/>
      <dgm:t>
        <a:bodyPr/>
        <a:lstStyle/>
        <a:p>
          <a:endParaRPr lang="en-US"/>
        </a:p>
      </dgm:t>
    </dgm:pt>
    <dgm:pt modelId="{DEEAE400-120E-F345-BF71-0CF6C20553A8}" cxnId="{0CDFC917-4DD7-AF43-926A-2CE6BD29B8DD}" type="sibTrans">
      <dgm:prSet/>
      <dgm:spPr/>
      <dgm:t>
        <a:bodyPr/>
        <a:lstStyle/>
        <a:p>
          <a:endParaRPr lang="en-US"/>
        </a:p>
      </dgm:t>
    </dgm:pt>
    <dgm:pt modelId="{567D9C4B-75C6-F54E-9131-0A7BA9A4570C}">
      <dgm:prSet custT="1"/>
      <dgm:spPr/>
      <dgm:t>
        <a:bodyPr/>
        <a:lstStyle/>
        <a:p>
          <a:r>
            <a:rPr lang="en-US" sz="1000" b="1" dirty="0"/>
            <a:t>RESEARCH ETHICAL STANDARDS</a:t>
          </a:r>
        </a:p>
      </dgm:t>
    </dgm:pt>
    <dgm:pt modelId="{934328D6-2A0F-C846-A8AA-DEB7DF562214}" cxnId="{6B7E3DB2-C2FA-E045-9AFE-8105A6F423C0}" type="parTrans">
      <dgm:prSet/>
      <dgm:spPr/>
      <dgm:t>
        <a:bodyPr/>
        <a:lstStyle/>
        <a:p>
          <a:endParaRPr lang="en-US"/>
        </a:p>
      </dgm:t>
    </dgm:pt>
    <dgm:pt modelId="{B71C52B7-0F38-114F-8AC5-327FB6FE080D}" cxnId="{6B7E3DB2-C2FA-E045-9AFE-8105A6F423C0}" type="sibTrans">
      <dgm:prSet/>
      <dgm:spPr/>
      <dgm:t>
        <a:bodyPr/>
        <a:lstStyle/>
        <a:p>
          <a:endParaRPr lang="en-US"/>
        </a:p>
      </dgm:t>
    </dgm:pt>
    <dgm:pt modelId="{30ACC724-5675-EA46-BD14-130D30FF364F}">
      <dgm:prSet custT="1"/>
      <dgm:spPr/>
      <dgm:t>
        <a:bodyPr/>
        <a:lstStyle/>
        <a:p>
          <a:r>
            <a:rPr lang="en-US" sz="1000" b="1" dirty="0"/>
            <a:t>USE CASE DIAGRAM</a:t>
          </a:r>
        </a:p>
      </dgm:t>
    </dgm:pt>
    <dgm:pt modelId="{8CBE0FFE-EFD1-A846-A673-32BA9B8D09D7}" cxnId="{452CB083-A26D-984C-B22D-B8EBDD309BBB}" type="parTrans">
      <dgm:prSet/>
      <dgm:spPr/>
      <dgm:t>
        <a:bodyPr/>
        <a:lstStyle/>
        <a:p>
          <a:endParaRPr lang="en-US"/>
        </a:p>
      </dgm:t>
    </dgm:pt>
    <dgm:pt modelId="{9E1A579C-CECA-A645-BB3A-E83EAA82F70B}" cxnId="{452CB083-A26D-984C-B22D-B8EBDD309BBB}" type="sibTrans">
      <dgm:prSet/>
      <dgm:spPr/>
      <dgm:t>
        <a:bodyPr/>
        <a:lstStyle/>
        <a:p>
          <a:endParaRPr lang="en-US"/>
        </a:p>
      </dgm:t>
    </dgm:pt>
    <dgm:pt modelId="{E9E353AD-7D43-C44D-894F-4DCE2B70FDDC}">
      <dgm:prSet custT="1"/>
      <dgm:spPr/>
      <dgm:t>
        <a:bodyPr/>
        <a:lstStyle/>
        <a:p>
          <a:r>
            <a:rPr lang="en-US" sz="1000" b="1" dirty="0"/>
            <a:t>SYSTEM HARDWARE</a:t>
          </a:r>
        </a:p>
      </dgm:t>
    </dgm:pt>
    <dgm:pt modelId="{72DABD66-42B3-8D4A-B30A-4AFFA85B9D37}" cxnId="{47187E5A-0B71-F144-BA49-E9C8BC4EF348}" type="parTrans">
      <dgm:prSet/>
      <dgm:spPr/>
      <dgm:t>
        <a:bodyPr/>
        <a:lstStyle/>
        <a:p>
          <a:endParaRPr lang="en-US"/>
        </a:p>
      </dgm:t>
    </dgm:pt>
    <dgm:pt modelId="{D3857950-5D48-FF4D-9D90-BC44C72814F5}" cxnId="{47187E5A-0B71-F144-BA49-E9C8BC4EF348}"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8539"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07565">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07565">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07565">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07565">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07565">
        <dgm:presLayoutVars>
          <dgm:bulletEnabled val="1"/>
        </dgm:presLayoutVars>
      </dgm:prSet>
      <dgm:spPr/>
    </dgm:pt>
    <dgm:pt modelId="{D10FB301-27F4-164E-A00D-1345554A7B00}" type="pres">
      <dgm:prSet presAssocID="{8CBE0FFE-EFD1-A846-A673-32BA9B8D09D7}" presName="Name13" presStyleLbl="parChTrans1D2" presStyleIdx="5" presStyleCnt="14"/>
      <dgm:spPr/>
    </dgm:pt>
    <dgm:pt modelId="{936E48F7-4236-FE40-9E07-91D8FBF1635C}" type="pres">
      <dgm:prSet presAssocID="{30ACC724-5675-EA46-BD14-130D30FF364F}" presName="childText" presStyleLbl="bgAcc1" presStyleIdx="5" presStyleCnt="14" custScaleX="307565">
        <dgm:presLayoutVars>
          <dgm:bulletEnabled val="1"/>
        </dgm:presLayoutVars>
      </dgm:prSet>
      <dgm:spPr/>
    </dgm:pt>
    <dgm:pt modelId="{40ED545D-287D-C141-885D-E246B5E4F0AC}" type="pres">
      <dgm:prSet presAssocID="{A87F89C8-A3E5-1A4A-92A6-3A8FA7C9F651}" presName="Name13" presStyleLbl="parChTrans1D2" presStyleIdx="6" presStyleCnt="14"/>
      <dgm:spPr/>
    </dgm:pt>
    <dgm:pt modelId="{361E30B0-32E3-6C49-9085-B0FC7F923612}" type="pres">
      <dgm:prSet presAssocID="{DBC05985-9E94-9C40-A21C-B48D8BC28D81}" presName="childText" presStyleLbl="bgAcc1" presStyleIdx="6" presStyleCnt="14" custScaleX="476635" custScaleY="141066">
        <dgm:presLayoutVars>
          <dgm:bulletEnabled val="1"/>
        </dgm:presLayoutVars>
      </dgm:prSet>
      <dgm:spPr/>
    </dgm:pt>
    <dgm:pt modelId="{A216BE8C-F0E1-B449-89B2-B155F89FBF9D}" type="pres">
      <dgm:prSet presAssocID="{A64A8246-1EAF-1047-A607-F4FA28898692}" presName="Name13" presStyleLbl="parChTrans1D2" presStyleIdx="7" presStyleCnt="14"/>
      <dgm:spPr/>
    </dgm:pt>
    <dgm:pt modelId="{186A85C1-A331-174B-A478-88A611080762}" type="pres">
      <dgm:prSet presAssocID="{2B63B59A-831D-8243-A2D5-8890093C1102}" presName="childText" presStyleLbl="bgAcc1" presStyleIdx="7" presStyleCnt="14" custScaleX="307565">
        <dgm:presLayoutVars>
          <dgm:bulletEnabled val="1"/>
        </dgm:presLayoutVars>
      </dgm:prSet>
      <dgm:spPr/>
    </dgm:pt>
    <dgm:pt modelId="{31C223A4-2AA4-9540-BBFD-8028CC4047EC}" type="pres">
      <dgm:prSet presAssocID="{CA5B58E0-047A-484D-9A66-4A36EAC0BB1B}" presName="Name13" presStyleLbl="parChTrans1D2" presStyleIdx="8" presStyleCnt="14"/>
      <dgm:spPr/>
    </dgm:pt>
    <dgm:pt modelId="{77760F1F-C97C-8145-9E80-32158E95C9BC}" type="pres">
      <dgm:prSet presAssocID="{75616830-9754-7848-88C8-2F6D02D8CD3A}" presName="childText" presStyleLbl="bgAcc1" presStyleIdx="8" presStyleCnt="14" custScaleX="307565">
        <dgm:presLayoutVars>
          <dgm:bulletEnabled val="1"/>
        </dgm:presLayoutVars>
      </dgm:prSet>
      <dgm:spPr/>
    </dgm:pt>
    <dgm:pt modelId="{5BD2E31C-EF17-B74E-9AF1-6EA8AE72BB17}" type="pres">
      <dgm:prSet presAssocID="{12F4C62E-44F3-8149-AD84-6B6F5F1A343F}" presName="Name13" presStyleLbl="parChTrans1D2" presStyleIdx="9" presStyleCnt="14"/>
      <dgm:spPr/>
    </dgm:pt>
    <dgm:pt modelId="{40142824-BC79-9646-A094-EFF1AF3B4394}" type="pres">
      <dgm:prSet presAssocID="{09E4F72F-D6DC-174C-8B49-95E3584C1E93}" presName="childText" presStyleLbl="bgAcc1" presStyleIdx="9" presStyleCnt="14" custScaleX="307565">
        <dgm:presLayoutVars>
          <dgm:bulletEnabled val="1"/>
        </dgm:presLayoutVars>
      </dgm:prSet>
      <dgm:spPr/>
    </dgm:pt>
    <dgm:pt modelId="{36D45499-D2B4-1946-AE8C-6B98412B9EDF}" type="pres">
      <dgm:prSet presAssocID="{BC83B4CF-AF7A-BC43-AE4B-BFAC82EC7772}" presName="Name13" presStyleLbl="parChTrans1D2" presStyleIdx="10" presStyleCnt="14"/>
      <dgm:spPr/>
    </dgm:pt>
    <dgm:pt modelId="{E3D396F6-AB7D-4240-BEEE-5BAF826AF446}" type="pres">
      <dgm:prSet presAssocID="{7FF3A996-42A2-7C4A-A64A-2784E300881A}" presName="childText" presStyleLbl="bgAcc1" presStyleIdx="10" presStyleCnt="14" custScaleX="307565">
        <dgm:presLayoutVars>
          <dgm:bulletEnabled val="1"/>
        </dgm:presLayoutVars>
      </dgm:prSet>
      <dgm:spPr/>
    </dgm:pt>
    <dgm:pt modelId="{37BA8E79-58B3-8442-8A6C-D6C51892D14D}" type="pres">
      <dgm:prSet presAssocID="{EAB65DF0-6B56-2042-BE71-08461ABD452F}" presName="Name13" presStyleLbl="parChTrans1D2" presStyleIdx="11" presStyleCnt="14"/>
      <dgm:spPr/>
    </dgm:pt>
    <dgm:pt modelId="{98BFB16D-611A-E340-824C-7A8C7562F773}" type="pres">
      <dgm:prSet presAssocID="{2E9D4F04-2A3C-6F43-9CC9-A5DD13B75D19}" presName="childText" presStyleLbl="bgAcc1" presStyleIdx="11" presStyleCnt="14" custScaleX="307565">
        <dgm:presLayoutVars>
          <dgm:bulletEnabled val="1"/>
        </dgm:presLayoutVars>
      </dgm:prSet>
      <dgm:spPr/>
    </dgm:pt>
    <dgm:pt modelId="{EEC487CC-6EF9-9345-9EDA-0E138100E01E}" type="pres">
      <dgm:prSet presAssocID="{72DABD66-42B3-8D4A-B30A-4AFFA85B9D37}" presName="Name13" presStyleLbl="parChTrans1D2" presStyleIdx="12" presStyleCnt="14"/>
      <dgm:spPr/>
    </dgm:pt>
    <dgm:pt modelId="{584EC2D1-4C13-8848-83DD-F41847573B71}" type="pres">
      <dgm:prSet presAssocID="{E9E353AD-7D43-C44D-894F-4DCE2B70FDDC}" presName="childText" presStyleLbl="bgAcc1" presStyleIdx="12" presStyleCnt="14" custScaleX="307721">
        <dgm:presLayoutVars>
          <dgm:bulletEnabled val="1"/>
        </dgm:presLayoutVars>
      </dgm:prSet>
      <dgm:spPr/>
    </dgm:pt>
    <dgm:pt modelId="{0C9E170C-52D9-3745-8562-90986B2BE394}" type="pres">
      <dgm:prSet presAssocID="{934328D6-2A0F-C846-A8AA-DEB7DF562214}" presName="Name13" presStyleLbl="parChTrans1D2" presStyleIdx="13" presStyleCnt="14"/>
      <dgm:spPr/>
    </dgm:pt>
    <dgm:pt modelId="{5AC13851-0814-9C4F-91E8-BF261D4F9227}" type="pres">
      <dgm:prSet presAssocID="{567D9C4B-75C6-F54E-9131-0A7BA9A4570C}" presName="childText" presStyleLbl="bgAcc1" presStyleIdx="13" presStyleCnt="14" custScaleX="307565">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A753EB0D-B3D8-AA40-9FC3-E66C0C2F531A}" srcId="{89000C22-FEA5-384E-9C5D-5DBFD16F50E3}" destId="{09E4F72F-D6DC-174C-8B49-95E3584C1E93}" srcOrd="9" destOrd="0" parTransId="{12F4C62E-44F3-8149-AD84-6B6F5F1A343F}" sibTransId="{B8F4D172-9EE4-7347-B3E6-E15BD1579BF8}"/>
    <dgm:cxn modelId="{CEABD00F-1A26-3F4D-B841-EADF388AD200}" srcId="{89000C22-FEA5-384E-9C5D-5DBFD16F50E3}" destId="{75616830-9754-7848-88C8-2F6D02D8CD3A}" srcOrd="8" destOrd="0" parTransId="{CA5B58E0-047A-484D-9A66-4A36EAC0BB1B}" sibTransId="{6318BEFA-1134-0347-B21A-F15F6465E82F}"/>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0CDFC917-4DD7-AF43-926A-2CE6BD29B8DD}" srcId="{89000C22-FEA5-384E-9C5D-5DBFD16F50E3}" destId="{2E9D4F04-2A3C-6F43-9CC9-A5DD13B75D19}" srcOrd="11" destOrd="0" parTransId="{EAB65DF0-6B56-2042-BE71-08461ABD452F}" sibTransId="{DEEAE400-120E-F345-BF71-0CF6C20553A8}"/>
    <dgm:cxn modelId="{1A800618-F65B-2B46-BDD9-4EE4A68A7EC1}" srcId="{89000C22-FEA5-384E-9C5D-5DBFD16F50E3}" destId="{DAED5489-332D-F340-95D4-AB0748F86E36}" srcOrd="2" destOrd="0" parTransId="{5670801A-6C6C-C541-BBA9-7B8B29143208}" sibTransId="{C6E752A7-0A57-944C-AAE1-C3D936C6DA1E}"/>
    <dgm:cxn modelId="{670EE723-5609-B34C-AB83-6DE138C30003}" type="presOf" srcId="{2C2B7EAF-F0D0-B84A-A51F-0B0AE9E6FAC3}" destId="{A31129D5-7A28-5F43-BC8F-F26638B60EB3}" srcOrd="0" destOrd="0" presId="urn:microsoft.com/office/officeart/2005/8/layout/hierarchy3"/>
    <dgm:cxn modelId="{3EA96643-C934-7348-84EE-0DD6BD219068}" srcId="{89000C22-FEA5-384E-9C5D-5DBFD16F50E3}" destId="{2B63B59A-831D-8243-A2D5-8890093C1102}" srcOrd="7" destOrd="0" parTransId="{A64A8246-1EAF-1047-A607-F4FA28898692}" sibTransId="{1812D7BA-2071-9E4D-84F6-3C90CE334F03}"/>
    <dgm:cxn modelId="{D208224D-BAD1-B74E-9C5C-0EB0C6FA966F}" type="presOf" srcId="{934328D6-2A0F-C846-A8AA-DEB7DF562214}" destId="{0C9E170C-52D9-3745-8562-90986B2BE394}" srcOrd="0" destOrd="0" presId="urn:microsoft.com/office/officeart/2005/8/layout/hierarchy3"/>
    <dgm:cxn modelId="{C8373D55-B2EA-F346-84EA-3B64179152A6}" srcId="{89000C22-FEA5-384E-9C5D-5DBFD16F50E3}" destId="{560053AC-0258-CC41-BDDD-D3FC85F8C2D3}" srcOrd="4" destOrd="0" parTransId="{1E2C4915-73A8-5947-894F-ECE9C3BC64B8}" sibTransId="{719008AB-F0A3-2245-83C4-53208B7DF5B8}"/>
    <dgm:cxn modelId="{47187E5A-0B71-F144-BA49-E9C8BC4EF348}" srcId="{89000C22-FEA5-384E-9C5D-5DBFD16F50E3}" destId="{E9E353AD-7D43-C44D-894F-4DCE2B70FDDC}" srcOrd="12" destOrd="0" parTransId="{72DABD66-42B3-8D4A-B30A-4AFFA85B9D37}" sibTransId="{D3857950-5D48-FF4D-9D90-BC44C72814F5}"/>
    <dgm:cxn modelId="{10422960-1599-F545-989D-4F6B90A1C4DA}" type="presOf" srcId="{5670801A-6C6C-C541-BBA9-7B8B29143208}" destId="{4CB1529D-DD40-8941-AA19-8C2A07F2DFD0}"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68D63463-206A-B84A-897A-47C014B62614}" type="presOf" srcId="{30ACC724-5675-EA46-BD14-130D30FF364F}" destId="{936E48F7-4236-FE40-9E07-91D8FBF1635C}" srcOrd="0" destOrd="0" presId="urn:microsoft.com/office/officeart/2005/8/layout/hierarchy3"/>
    <dgm:cxn modelId="{4F463C65-6AB1-DB42-95FF-B3A1FA490C84}" srcId="{89000C22-FEA5-384E-9C5D-5DBFD16F50E3}" destId="{DBC05985-9E94-9C40-A21C-B48D8BC28D81}" srcOrd="6" destOrd="0" parTransId="{A87F89C8-A3E5-1A4A-92A6-3A8FA7C9F651}" sibTransId="{293A3EF5-C3F5-7744-81BD-021B767F045C}"/>
    <dgm:cxn modelId="{06235867-A435-1B48-AD64-BDE888D67BD8}" type="presOf" srcId="{12F4C62E-44F3-8149-AD84-6B6F5F1A343F}" destId="{5BD2E31C-EF17-B74E-9AF1-6EA8AE72BB17}" srcOrd="0" destOrd="0" presId="urn:microsoft.com/office/officeart/2005/8/layout/hierarchy3"/>
    <dgm:cxn modelId="{9D76F96C-F0BA-3B48-832C-5758D127503C}" type="presOf" srcId="{7FF3A996-42A2-7C4A-A64A-2784E300881A}" destId="{E3D396F6-AB7D-4240-BEEE-5BAF826AF446}" srcOrd="0" destOrd="0" presId="urn:microsoft.com/office/officeart/2005/8/layout/hierarchy3"/>
    <dgm:cxn modelId="{0493BE6D-C7B5-9F4A-A819-F51914C629A0}" type="presOf" srcId="{72DABD66-42B3-8D4A-B30A-4AFFA85B9D37}" destId="{EEC487CC-6EF9-9345-9EDA-0E138100E01E}" srcOrd="0" destOrd="0" presId="urn:microsoft.com/office/officeart/2005/8/layout/hierarchy3"/>
    <dgm:cxn modelId="{B978A970-F6F3-BF4D-A81D-E8AC1E3E721D}" srcId="{89000C22-FEA5-384E-9C5D-5DBFD16F50E3}" destId="{7FF3A996-42A2-7C4A-A64A-2784E300881A}" srcOrd="10" destOrd="0" parTransId="{BC83B4CF-AF7A-BC43-AE4B-BFAC82EC7772}" sibTransId="{51CAF709-D215-9145-AD68-97DF77586561}"/>
    <dgm:cxn modelId="{F9508F77-A5D3-434D-9D53-8A417B90843E}" type="presOf" srcId="{560053AC-0258-CC41-BDDD-D3FC85F8C2D3}" destId="{B7257ED9-0841-0F4A-B327-F93FB70E0FE8}" srcOrd="0" destOrd="0" presId="urn:microsoft.com/office/officeart/2005/8/layout/hierarchy3"/>
    <dgm:cxn modelId="{9F60C778-16A2-084B-BA49-C4D9EC265B1B}" type="presOf" srcId="{75616830-9754-7848-88C8-2F6D02D8CD3A}" destId="{77760F1F-C97C-8145-9E80-32158E95C9BC}" srcOrd="0" destOrd="0" presId="urn:microsoft.com/office/officeart/2005/8/layout/hierarchy3"/>
    <dgm:cxn modelId="{20ACA87A-DD75-4F4A-90C8-A127C5CFE43E}" type="presOf" srcId="{A64A8246-1EAF-1047-A607-F4FA28898692}" destId="{A216BE8C-F0E1-B449-89B2-B155F89FBF9D}"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452CB083-A26D-984C-B22D-B8EBDD309BBB}" srcId="{89000C22-FEA5-384E-9C5D-5DBFD16F50E3}" destId="{30ACC724-5675-EA46-BD14-130D30FF364F}" srcOrd="5" destOrd="0" parTransId="{8CBE0FFE-EFD1-A846-A673-32BA9B8D09D7}" sibTransId="{9E1A579C-CECA-A645-BB3A-E83EAA82F70B}"/>
    <dgm:cxn modelId="{2497F985-08AA-2C49-B308-5C574D524412}" type="presOf" srcId="{CC69FECA-93AA-6845-87DF-680A103E257B}" destId="{7CFB17C0-7D78-934E-9D1E-8A4C8C7F6C1F}"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A16F318F-068C-D74E-8E78-E6EDCD9CABF8}" type="presOf" srcId="{2E9D4F04-2A3C-6F43-9CC9-A5DD13B75D19}" destId="{98BFB16D-611A-E340-824C-7A8C7562F773}" srcOrd="0" destOrd="0" presId="urn:microsoft.com/office/officeart/2005/8/layout/hierarchy3"/>
    <dgm:cxn modelId="{DF7AED90-D019-494D-AEA1-1B736C7D9A72}" type="presOf" srcId="{567D9C4B-75C6-F54E-9131-0A7BA9A4570C}" destId="{5AC13851-0814-9C4F-91E8-BF261D4F9227}"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A7AE84A1-5A8A-4C4A-AEAF-FCAD2AD0CA86}" type="presOf" srcId="{EAB65DF0-6B56-2042-BE71-08461ABD452F}" destId="{37BA8E79-58B3-8442-8A6C-D6C51892D14D}" srcOrd="0" destOrd="0" presId="urn:microsoft.com/office/officeart/2005/8/layout/hierarchy3"/>
    <dgm:cxn modelId="{54C51AA8-2CAA-5C4A-8D63-E56C888FC53C}" type="presOf" srcId="{BC83B4CF-AF7A-BC43-AE4B-BFAC82EC7772}" destId="{36D45499-D2B4-1946-AE8C-6B98412B9EDF}"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6B7E3DB2-C2FA-E045-9AFE-8105A6F423C0}" srcId="{89000C22-FEA5-384E-9C5D-5DBFD16F50E3}" destId="{567D9C4B-75C6-F54E-9131-0A7BA9A4570C}" srcOrd="13" destOrd="0" parTransId="{934328D6-2A0F-C846-A8AA-DEB7DF562214}" sibTransId="{B71C52B7-0F38-114F-8AC5-327FB6FE080D}"/>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BB59F1C5-A16E-804D-BCF4-14E13347C6F4}" type="presOf" srcId="{8CBE0FFE-EFD1-A846-A673-32BA9B8D09D7}" destId="{D10FB301-27F4-164E-A00D-1345554A7B00}" srcOrd="0" destOrd="0" presId="urn:microsoft.com/office/officeart/2005/8/layout/hierarchy3"/>
    <dgm:cxn modelId="{820531CE-566D-D845-9E82-0DA63E42A14F}" type="presOf" srcId="{09E4F72F-D6DC-174C-8B49-95E3584C1E93}" destId="{40142824-BC79-9646-A094-EFF1AF3B4394}" srcOrd="0" destOrd="0" presId="urn:microsoft.com/office/officeart/2005/8/layout/hierarchy3"/>
    <dgm:cxn modelId="{71DA30D1-EC68-CD41-ACEE-0761212B01AA}" type="presOf" srcId="{CA5B58E0-047A-484D-9A66-4A36EAC0BB1B}" destId="{31C223A4-2AA4-9540-BBFD-8028CC4047EC}"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65BBEFD6-51DB-824A-B3CF-B4A47F058785}" type="presOf" srcId="{2B63B59A-831D-8243-A2D5-8890093C1102}" destId="{186A85C1-A331-174B-A478-88A611080762}"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52050CF4-E058-5047-B152-5EBE01534C4C}" type="presOf" srcId="{E9E353AD-7D43-C44D-894F-4DCE2B70FDDC}" destId="{584EC2D1-4C13-8848-83DD-F41847573B71}"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64756059-C841-2741-AE6A-5F5D8AB034E2}" type="presParOf" srcId="{626C2B61-5D1A-A247-B3C0-7F0637E532F7}" destId="{D10FB301-27F4-164E-A00D-1345554A7B00}" srcOrd="10" destOrd="0" presId="urn:microsoft.com/office/officeart/2005/8/layout/hierarchy3"/>
    <dgm:cxn modelId="{2F88CFE3-CF3F-F04A-98B1-880B822B0CD3}" type="presParOf" srcId="{626C2B61-5D1A-A247-B3C0-7F0637E532F7}" destId="{936E48F7-4236-FE40-9E07-91D8FBF1635C}" srcOrd="11" destOrd="0" presId="urn:microsoft.com/office/officeart/2005/8/layout/hierarchy3"/>
    <dgm:cxn modelId="{C13FD89E-D137-4F41-81BB-8FF264C2E053}" type="presParOf" srcId="{626C2B61-5D1A-A247-B3C0-7F0637E532F7}" destId="{40ED545D-287D-C141-885D-E246B5E4F0AC}" srcOrd="12" destOrd="0" presId="urn:microsoft.com/office/officeart/2005/8/layout/hierarchy3"/>
    <dgm:cxn modelId="{2E669BCF-F06C-F742-90CB-AF3F2F895485}" type="presParOf" srcId="{626C2B61-5D1A-A247-B3C0-7F0637E532F7}" destId="{361E30B0-32E3-6C49-9085-B0FC7F923612}" srcOrd="13" destOrd="0" presId="urn:microsoft.com/office/officeart/2005/8/layout/hierarchy3"/>
    <dgm:cxn modelId="{B7DADE57-B579-0242-800E-8ABC06C024AF}" type="presParOf" srcId="{626C2B61-5D1A-A247-B3C0-7F0637E532F7}" destId="{A216BE8C-F0E1-B449-89B2-B155F89FBF9D}" srcOrd="14" destOrd="0" presId="urn:microsoft.com/office/officeart/2005/8/layout/hierarchy3"/>
    <dgm:cxn modelId="{3532B1D8-0F9C-5D49-A1DC-11DCB075BE0F}" type="presParOf" srcId="{626C2B61-5D1A-A247-B3C0-7F0637E532F7}" destId="{186A85C1-A331-174B-A478-88A611080762}" srcOrd="15" destOrd="0" presId="urn:microsoft.com/office/officeart/2005/8/layout/hierarchy3"/>
    <dgm:cxn modelId="{DCEEE259-C2DF-6547-A661-F91F8B8B0C51}" type="presParOf" srcId="{626C2B61-5D1A-A247-B3C0-7F0637E532F7}" destId="{31C223A4-2AA4-9540-BBFD-8028CC4047EC}" srcOrd="16" destOrd="0" presId="urn:microsoft.com/office/officeart/2005/8/layout/hierarchy3"/>
    <dgm:cxn modelId="{57476D42-1E49-534C-B036-8742FE644CE9}" type="presParOf" srcId="{626C2B61-5D1A-A247-B3C0-7F0637E532F7}" destId="{77760F1F-C97C-8145-9E80-32158E95C9BC}" srcOrd="17" destOrd="0" presId="urn:microsoft.com/office/officeart/2005/8/layout/hierarchy3"/>
    <dgm:cxn modelId="{3EAAE10B-9CBA-F94A-9833-4527E4743748}" type="presParOf" srcId="{626C2B61-5D1A-A247-B3C0-7F0637E532F7}" destId="{5BD2E31C-EF17-B74E-9AF1-6EA8AE72BB17}" srcOrd="18" destOrd="0" presId="urn:microsoft.com/office/officeart/2005/8/layout/hierarchy3"/>
    <dgm:cxn modelId="{34C907AC-CD6C-A646-B206-53AB6BEC55D1}" type="presParOf" srcId="{626C2B61-5D1A-A247-B3C0-7F0637E532F7}" destId="{40142824-BC79-9646-A094-EFF1AF3B4394}" srcOrd="19" destOrd="0" presId="urn:microsoft.com/office/officeart/2005/8/layout/hierarchy3"/>
    <dgm:cxn modelId="{0F33C897-1845-C241-8B75-35C8A86AB38F}" type="presParOf" srcId="{626C2B61-5D1A-A247-B3C0-7F0637E532F7}" destId="{36D45499-D2B4-1946-AE8C-6B98412B9EDF}" srcOrd="20" destOrd="0" presId="urn:microsoft.com/office/officeart/2005/8/layout/hierarchy3"/>
    <dgm:cxn modelId="{F9148AC1-6071-3546-A72E-563A039C216D}" type="presParOf" srcId="{626C2B61-5D1A-A247-B3C0-7F0637E532F7}" destId="{E3D396F6-AB7D-4240-BEEE-5BAF826AF446}" srcOrd="21" destOrd="0" presId="urn:microsoft.com/office/officeart/2005/8/layout/hierarchy3"/>
    <dgm:cxn modelId="{DA02A13C-422D-B94C-9785-D9B0C276D82F}" type="presParOf" srcId="{626C2B61-5D1A-A247-B3C0-7F0637E532F7}" destId="{37BA8E79-58B3-8442-8A6C-D6C51892D14D}" srcOrd="22" destOrd="0" presId="urn:microsoft.com/office/officeart/2005/8/layout/hierarchy3"/>
    <dgm:cxn modelId="{1858163F-9A91-2048-B3AE-E96132AB95A7}" type="presParOf" srcId="{626C2B61-5D1A-A247-B3C0-7F0637E532F7}" destId="{98BFB16D-611A-E340-824C-7A8C7562F773}" srcOrd="23" destOrd="0" presId="urn:microsoft.com/office/officeart/2005/8/layout/hierarchy3"/>
    <dgm:cxn modelId="{A829A731-0ADD-E144-8765-F4A5FF087FBF}" type="presParOf" srcId="{626C2B61-5D1A-A247-B3C0-7F0637E532F7}" destId="{EEC487CC-6EF9-9345-9EDA-0E138100E01E}" srcOrd="24" destOrd="0" presId="urn:microsoft.com/office/officeart/2005/8/layout/hierarchy3"/>
    <dgm:cxn modelId="{95FD8122-7B22-3844-BAB5-786128624ADC}" type="presParOf" srcId="{626C2B61-5D1A-A247-B3C0-7F0637E532F7}" destId="{584EC2D1-4C13-8848-83DD-F41847573B71}" srcOrd="25" destOrd="0" presId="urn:microsoft.com/office/officeart/2005/8/layout/hierarchy3"/>
    <dgm:cxn modelId="{54E9497F-98A1-AA45-8242-7C08180BF111}" type="presParOf" srcId="{626C2B61-5D1A-A247-B3C0-7F0637E532F7}" destId="{0C9E170C-52D9-3745-8562-90986B2BE394}" srcOrd="26" destOrd="0" presId="urn:microsoft.com/office/officeart/2005/8/layout/hierarchy3"/>
    <dgm:cxn modelId="{B6AD029B-98B4-ED48-979A-F0A6CBAA3AE3}" type="presParOf" srcId="{626C2B61-5D1A-A247-B3C0-7F0637E532F7}" destId="{5AC13851-0814-9C4F-91E8-BF261D4F922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600" b="1" dirty="0">
              <a:solidFill>
                <a:srgbClr val="C00000"/>
              </a:solidFill>
            </a:rPr>
            <a:t>SEQUENCE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C7F54975-1E57-E44C-BDBE-28CFAA311030}">
      <dgm:prSet custT="1"/>
      <dgm:spPr/>
      <dgm:t>
        <a:bodyPr/>
        <a:lstStyle/>
        <a:p>
          <a:r>
            <a:rPr lang="en-US" sz="1000" b="1" dirty="0"/>
            <a:t>ERD (DATABASE DESIGN)</a:t>
          </a:r>
        </a:p>
      </dgm:t>
    </dgm:pt>
    <dgm:pt modelId="{A69540F1-F8CE-984E-99BB-B194BEF5A413}" cxnId="{64723812-F2AC-244F-844F-8B6331CB33EE}" type="parTrans">
      <dgm:prSet/>
      <dgm:spPr/>
      <dgm:t>
        <a:bodyPr/>
        <a:lstStyle/>
        <a:p>
          <a:endParaRPr lang="en-US"/>
        </a:p>
      </dgm:t>
    </dgm:pt>
    <dgm:pt modelId="{73D95B0A-ED20-EE47-865B-1ACE99B4AD8E}" cxnId="{64723812-F2AC-244F-844F-8B6331CB33EE}" type="sibTrans">
      <dgm:prSet/>
      <dgm:spPr/>
      <dgm:t>
        <a:bodyPr/>
        <a:lstStyle/>
        <a:p>
          <a:endParaRPr lang="en-US"/>
        </a:p>
      </dgm:t>
    </dgm:pt>
    <dgm:pt modelId="{0A439D26-CC12-1742-B7DE-46AD358668FC}">
      <dgm:prSet custT="1"/>
      <dgm:spPr/>
      <dgm:t>
        <a:bodyPr/>
        <a:lstStyle/>
        <a:p>
          <a:r>
            <a:rPr lang="en-US" sz="1000" b="1" dirty="0"/>
            <a:t>USER INTERFACE DESIGN(PROTOTYPE)</a:t>
          </a:r>
        </a:p>
      </dgm:t>
    </dgm:pt>
    <dgm:pt modelId="{425C2082-E6E4-1946-9F57-C116962B721D}" cxnId="{710CDD37-7A68-794D-B78C-D55769E3C444}" type="parTrans">
      <dgm:prSet/>
      <dgm:spPr/>
      <dgm:t>
        <a:bodyPr/>
        <a:lstStyle/>
        <a:p>
          <a:endParaRPr lang="en-US"/>
        </a:p>
      </dgm:t>
    </dgm:pt>
    <dgm:pt modelId="{930ABEA2-1FF0-744F-9CAE-EEBED2542E75}" cxnId="{710CDD37-7A68-794D-B78C-D55769E3C444}" type="sibTrans">
      <dgm:prSet/>
      <dgm:spPr/>
      <dgm:t>
        <a:bodyPr/>
        <a:lstStyle/>
        <a:p>
          <a:endParaRPr lang="en-US"/>
        </a:p>
      </dgm:t>
    </dgm:pt>
    <dgm:pt modelId="{ACC5E305-634A-9A46-93AC-D4B53B8C8117}">
      <dgm:prSet custT="1"/>
      <dgm:spPr/>
      <dgm:t>
        <a:bodyPr/>
        <a:lstStyle/>
        <a:p>
          <a:r>
            <a:rPr lang="en-US" sz="9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B19BA0AF-D1FC-1A43-BE7E-7C0B48C0D365}">
      <dgm:prSet custT="1"/>
      <dgm:spPr/>
      <dgm:t>
        <a:bodyPr/>
        <a:lstStyle/>
        <a:p>
          <a:r>
            <a:rPr lang="en-US" sz="1000" b="1" dirty="0"/>
            <a:t>SYSTEM EVALUATION</a:t>
          </a:r>
        </a:p>
      </dgm:t>
    </dgm:pt>
    <dgm:pt modelId="{6402896D-E0D4-DD4E-9BB1-F4F69B5F5BDD}" cxnId="{E37F3F29-E32C-6A43-BC38-021F53D778C1}" type="parTrans">
      <dgm:prSet/>
      <dgm:spPr/>
      <dgm:t>
        <a:bodyPr/>
        <a:lstStyle/>
        <a:p>
          <a:endParaRPr lang="en-US"/>
        </a:p>
      </dgm:t>
    </dgm:pt>
    <dgm:pt modelId="{B766FF54-0F6E-EA4A-BFB0-CC072AB13396}" cxnId="{E37F3F29-E32C-6A43-BC38-021F53D778C1}"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299319">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299319">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299319">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299319">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299319">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299319">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299319">
        <dgm:presLayoutVars>
          <dgm:bulletEnabled val="1"/>
        </dgm:presLayoutVars>
      </dgm:prSet>
      <dgm:spPr/>
    </dgm:pt>
    <dgm:pt modelId="{40ED545D-287D-C141-885D-E246B5E4F0AC}" type="pres">
      <dgm:prSet presAssocID="{A87F89C8-A3E5-1A4A-92A6-3A8FA7C9F651}" presName="Name13" presStyleLbl="parChTrans1D2" presStyleIdx="7" presStyleCnt="14"/>
      <dgm:spPr/>
    </dgm:pt>
    <dgm:pt modelId="{361E30B0-32E3-6C49-9085-B0FC7F923612}" type="pres">
      <dgm:prSet presAssocID="{DBC05985-9E94-9C40-A21C-B48D8BC28D81}" presName="childText" presStyleLbl="bgAcc1" presStyleIdx="7" presStyleCnt="14" custScaleX="467526" custScaleY="114750">
        <dgm:presLayoutVars>
          <dgm:bulletEnabled val="1"/>
        </dgm:presLayoutVars>
      </dgm:prSet>
      <dgm:spPr/>
    </dgm:pt>
    <dgm:pt modelId="{EEAD8606-24DB-2742-87B5-A8CB30B0ECBD}" type="pres">
      <dgm:prSet presAssocID="{A69540F1-F8CE-984E-99BB-B194BEF5A413}" presName="Name13" presStyleLbl="parChTrans1D2" presStyleIdx="8" presStyleCnt="14"/>
      <dgm:spPr/>
    </dgm:pt>
    <dgm:pt modelId="{55B13CDD-4EC6-F148-AE18-D48AA086E8C6}" type="pres">
      <dgm:prSet presAssocID="{C7F54975-1E57-E44C-BDBE-28CFAA311030}" presName="childText" presStyleLbl="bgAcc1" presStyleIdx="8" presStyleCnt="14" custScaleX="299319">
        <dgm:presLayoutVars>
          <dgm:bulletEnabled val="1"/>
        </dgm:presLayoutVars>
      </dgm:prSet>
      <dgm:spPr/>
    </dgm:pt>
    <dgm:pt modelId="{E259CC6D-45B1-6E4F-97C5-0444F4600354}" type="pres">
      <dgm:prSet presAssocID="{425C2082-E6E4-1946-9F57-C116962B721D}" presName="Name13" presStyleLbl="parChTrans1D2" presStyleIdx="9" presStyleCnt="14"/>
      <dgm:spPr/>
    </dgm:pt>
    <dgm:pt modelId="{0AD80733-76E3-5A4C-9A43-5F29B432D3C7}" type="pres">
      <dgm:prSet presAssocID="{0A439D26-CC12-1742-B7DE-46AD358668FC}" presName="childText" presStyleLbl="bgAcc1" presStyleIdx="9" presStyleCnt="14" custScaleX="299319">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299319">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299319">
        <dgm:presLayoutVars>
          <dgm:bulletEnabled val="1"/>
        </dgm:presLayoutVars>
      </dgm:prSet>
      <dgm:spPr/>
    </dgm:pt>
    <dgm:pt modelId="{EE1B3F8B-D469-8A4F-9500-DE04DCA28FD4}" type="pres">
      <dgm:prSet presAssocID="{6402896D-E0D4-DD4E-9BB1-F4F69B5F5BDD}" presName="Name13" presStyleLbl="parChTrans1D2" presStyleIdx="12" presStyleCnt="14"/>
      <dgm:spPr/>
    </dgm:pt>
    <dgm:pt modelId="{DA795618-7D6B-9940-A2B3-6A9662DF71F5}" type="pres">
      <dgm:prSet presAssocID="{B19BA0AF-D1FC-1A43-BE7E-7C0B48C0D365}" presName="childText" presStyleLbl="bgAcc1" presStyleIdx="12" presStyleCnt="14" custScaleX="298300">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299319">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64723812-F2AC-244F-844F-8B6331CB33EE}" srcId="{89000C22-FEA5-384E-9C5D-5DBFD16F50E3}" destId="{C7F54975-1E57-E44C-BDBE-28CFAA311030}" srcOrd="8" destOrd="0" parTransId="{A69540F1-F8CE-984E-99BB-B194BEF5A413}" sibTransId="{73D95B0A-ED20-EE47-865B-1ACE99B4AD8E}"/>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59B9F524-F0E0-C649-ACE2-8006FB550E1B}" type="presOf" srcId="{6402896D-E0D4-DD4E-9BB1-F4F69B5F5BDD}" destId="{EE1B3F8B-D469-8A4F-9500-DE04DCA28FD4}" srcOrd="0" destOrd="0" presId="urn:microsoft.com/office/officeart/2005/8/layout/hierarchy3"/>
    <dgm:cxn modelId="{E37F3F29-E32C-6A43-BC38-021F53D778C1}" srcId="{89000C22-FEA5-384E-9C5D-5DBFD16F50E3}" destId="{B19BA0AF-D1FC-1A43-BE7E-7C0B48C0D365}" srcOrd="12" destOrd="0" parTransId="{6402896D-E0D4-DD4E-9BB1-F4F69B5F5BDD}" sibTransId="{B766FF54-0F6E-EA4A-BFB0-CC072AB13396}"/>
    <dgm:cxn modelId="{710CDD37-7A68-794D-B78C-D55769E3C444}" srcId="{89000C22-FEA5-384E-9C5D-5DBFD16F50E3}" destId="{0A439D26-CC12-1742-B7DE-46AD358668FC}" srcOrd="9" destOrd="0" parTransId="{425C2082-E6E4-1946-9F57-C116962B721D}" sibTransId="{930ABEA2-1FF0-744F-9CAE-EEBED2542E75}"/>
    <dgm:cxn modelId="{C088183C-7241-5A47-B2B9-6CE4CF26C33C}" type="presOf" srcId="{0A439D26-CC12-1742-B7DE-46AD358668FC}" destId="{0AD80733-76E3-5A4C-9A43-5F29B432D3C7}"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4F463C65-6AB1-DB42-95FF-B3A1FA490C84}" srcId="{89000C22-FEA5-384E-9C5D-5DBFD16F50E3}" destId="{DBC05985-9E94-9C40-A21C-B48D8BC28D81}" srcOrd="7"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6CEAA17B-D37A-574C-BAB6-826D06462348}" type="presOf" srcId="{A69540F1-F8CE-984E-99BB-B194BEF5A413}" destId="{EEAD8606-24DB-2742-87B5-A8CB30B0ECB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242A6C8D-4DAC-164B-8167-58136D505530}" type="presOf" srcId="{C7F54975-1E57-E44C-BDBE-28CFAA311030}" destId="{55B13CDD-4EC6-F148-AE18-D48AA086E8C6}"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D6A792BE-CFAC-1B45-B571-F7ACB6FDC4AD}" type="presOf" srcId="{B19BA0AF-D1FC-1A43-BE7E-7C0B48C0D365}" destId="{DA795618-7D6B-9940-A2B3-6A9662DF71F5}"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1D6D0D9-6BE5-E74F-AD61-49BCD36C689D}" type="presOf" srcId="{425C2082-E6E4-1946-9F57-C116962B721D}" destId="{E259CC6D-45B1-6E4F-97C5-0444F4600354}" srcOrd="0" destOrd="0" presId="urn:microsoft.com/office/officeart/2005/8/layout/hierarchy3"/>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C13FD89E-D137-4F41-81BB-8FF264C2E053}" type="presParOf" srcId="{626C2B61-5D1A-A247-B3C0-7F0637E532F7}" destId="{40ED545D-287D-C141-885D-E246B5E4F0AC}" srcOrd="14" destOrd="0" presId="urn:microsoft.com/office/officeart/2005/8/layout/hierarchy3"/>
    <dgm:cxn modelId="{2E669BCF-F06C-F742-90CB-AF3F2F895485}" type="presParOf" srcId="{626C2B61-5D1A-A247-B3C0-7F0637E532F7}" destId="{361E30B0-32E3-6C49-9085-B0FC7F923612}" srcOrd="15" destOrd="0" presId="urn:microsoft.com/office/officeart/2005/8/layout/hierarchy3"/>
    <dgm:cxn modelId="{2063BFCE-A039-BA4D-893C-C2BE60C3217B}" type="presParOf" srcId="{626C2B61-5D1A-A247-B3C0-7F0637E532F7}" destId="{EEAD8606-24DB-2742-87B5-A8CB30B0ECBD}" srcOrd="16" destOrd="0" presId="urn:microsoft.com/office/officeart/2005/8/layout/hierarchy3"/>
    <dgm:cxn modelId="{BF512BB2-87BD-B34D-A28B-DDB4DCC7A3FD}" type="presParOf" srcId="{626C2B61-5D1A-A247-B3C0-7F0637E532F7}" destId="{55B13CDD-4EC6-F148-AE18-D48AA086E8C6}" srcOrd="17" destOrd="0" presId="urn:microsoft.com/office/officeart/2005/8/layout/hierarchy3"/>
    <dgm:cxn modelId="{F0270EF2-B2D5-014C-BCE1-15BEE28B9D61}" type="presParOf" srcId="{626C2B61-5D1A-A247-B3C0-7F0637E532F7}" destId="{E259CC6D-45B1-6E4F-97C5-0444F4600354}" srcOrd="18" destOrd="0" presId="urn:microsoft.com/office/officeart/2005/8/layout/hierarchy3"/>
    <dgm:cxn modelId="{EC929574-FC2C-804B-8F1D-DF891B55E8DD}" type="presParOf" srcId="{626C2B61-5D1A-A247-B3C0-7F0637E532F7}" destId="{0AD80733-76E3-5A4C-9A43-5F29B432D3C7}"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9DC8879C-831C-6B49-8C88-51AF91F56A8D}" type="presParOf" srcId="{626C2B61-5D1A-A247-B3C0-7F0637E532F7}" destId="{EE1B3F8B-D469-8A4F-9500-DE04DCA28FD4}" srcOrd="24" destOrd="0" presId="urn:microsoft.com/office/officeart/2005/8/layout/hierarchy3"/>
    <dgm:cxn modelId="{E21F3ACF-C8D7-304A-9DD3-7471F265392B}" type="presParOf" srcId="{626C2B61-5D1A-A247-B3C0-7F0637E532F7}" destId="{DA795618-7D6B-9940-A2B3-6A9662DF71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600" b="1" dirty="0">
              <a:solidFill>
                <a:srgbClr val="C00000"/>
              </a:solidFill>
            </a:rPr>
            <a:t>SEQUENCE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C7F54975-1E57-E44C-BDBE-28CFAA311030}">
      <dgm:prSet custT="1"/>
      <dgm:spPr/>
      <dgm:t>
        <a:bodyPr/>
        <a:lstStyle/>
        <a:p>
          <a:r>
            <a:rPr lang="en-US" sz="1000" b="1" dirty="0"/>
            <a:t>ERD (DATABASE DESIGN)</a:t>
          </a:r>
        </a:p>
      </dgm:t>
    </dgm:pt>
    <dgm:pt modelId="{A69540F1-F8CE-984E-99BB-B194BEF5A413}" cxnId="{64723812-F2AC-244F-844F-8B6331CB33EE}" type="parTrans">
      <dgm:prSet/>
      <dgm:spPr/>
      <dgm:t>
        <a:bodyPr/>
        <a:lstStyle/>
        <a:p>
          <a:endParaRPr lang="en-US"/>
        </a:p>
      </dgm:t>
    </dgm:pt>
    <dgm:pt modelId="{73D95B0A-ED20-EE47-865B-1ACE99B4AD8E}" cxnId="{64723812-F2AC-244F-844F-8B6331CB33EE}" type="sibTrans">
      <dgm:prSet/>
      <dgm:spPr/>
      <dgm:t>
        <a:bodyPr/>
        <a:lstStyle/>
        <a:p>
          <a:endParaRPr lang="en-US"/>
        </a:p>
      </dgm:t>
    </dgm:pt>
    <dgm:pt modelId="{0A439D26-CC12-1742-B7DE-46AD358668FC}">
      <dgm:prSet custT="1"/>
      <dgm:spPr/>
      <dgm:t>
        <a:bodyPr/>
        <a:lstStyle/>
        <a:p>
          <a:r>
            <a:rPr lang="en-US" sz="1000" b="1" dirty="0"/>
            <a:t>USER INTERFACE DESIGN(PROTOTYPE)</a:t>
          </a:r>
        </a:p>
      </dgm:t>
    </dgm:pt>
    <dgm:pt modelId="{425C2082-E6E4-1946-9F57-C116962B721D}" cxnId="{710CDD37-7A68-794D-B78C-D55769E3C444}" type="parTrans">
      <dgm:prSet/>
      <dgm:spPr/>
      <dgm:t>
        <a:bodyPr/>
        <a:lstStyle/>
        <a:p>
          <a:endParaRPr lang="en-US"/>
        </a:p>
      </dgm:t>
    </dgm:pt>
    <dgm:pt modelId="{930ABEA2-1FF0-744F-9CAE-EEBED2542E75}" cxnId="{710CDD37-7A68-794D-B78C-D55769E3C444}" type="sibTrans">
      <dgm:prSet/>
      <dgm:spPr/>
      <dgm:t>
        <a:bodyPr/>
        <a:lstStyle/>
        <a:p>
          <a:endParaRPr lang="en-US"/>
        </a:p>
      </dgm:t>
    </dgm:pt>
    <dgm:pt modelId="{ACC5E305-634A-9A46-93AC-D4B53B8C8117}">
      <dgm:prSet custT="1"/>
      <dgm:spPr/>
      <dgm:t>
        <a:bodyPr/>
        <a:lstStyle/>
        <a:p>
          <a:r>
            <a:rPr lang="en-US" sz="9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B19BA0AF-D1FC-1A43-BE7E-7C0B48C0D365}">
      <dgm:prSet custT="1"/>
      <dgm:spPr/>
      <dgm:t>
        <a:bodyPr/>
        <a:lstStyle/>
        <a:p>
          <a:r>
            <a:rPr lang="en-US" sz="1000" b="1" dirty="0"/>
            <a:t>SYSTEM EVALUATION</a:t>
          </a:r>
        </a:p>
      </dgm:t>
    </dgm:pt>
    <dgm:pt modelId="{6402896D-E0D4-DD4E-9BB1-F4F69B5F5BDD}" cxnId="{E37F3F29-E32C-6A43-BC38-021F53D778C1}" type="parTrans">
      <dgm:prSet/>
      <dgm:spPr/>
      <dgm:t>
        <a:bodyPr/>
        <a:lstStyle/>
        <a:p>
          <a:endParaRPr lang="en-US"/>
        </a:p>
      </dgm:t>
    </dgm:pt>
    <dgm:pt modelId="{B766FF54-0F6E-EA4A-BFB0-CC072AB13396}" cxnId="{E37F3F29-E32C-6A43-BC38-021F53D778C1}"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299319">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299319">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299319">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299319">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299319">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299319">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299319">
        <dgm:presLayoutVars>
          <dgm:bulletEnabled val="1"/>
        </dgm:presLayoutVars>
      </dgm:prSet>
      <dgm:spPr/>
    </dgm:pt>
    <dgm:pt modelId="{40ED545D-287D-C141-885D-E246B5E4F0AC}" type="pres">
      <dgm:prSet presAssocID="{A87F89C8-A3E5-1A4A-92A6-3A8FA7C9F651}" presName="Name13" presStyleLbl="parChTrans1D2" presStyleIdx="7" presStyleCnt="14"/>
      <dgm:spPr/>
    </dgm:pt>
    <dgm:pt modelId="{361E30B0-32E3-6C49-9085-B0FC7F923612}" type="pres">
      <dgm:prSet presAssocID="{DBC05985-9E94-9C40-A21C-B48D8BC28D81}" presName="childText" presStyleLbl="bgAcc1" presStyleIdx="7" presStyleCnt="14" custScaleX="467526" custScaleY="114750">
        <dgm:presLayoutVars>
          <dgm:bulletEnabled val="1"/>
        </dgm:presLayoutVars>
      </dgm:prSet>
      <dgm:spPr/>
    </dgm:pt>
    <dgm:pt modelId="{EEAD8606-24DB-2742-87B5-A8CB30B0ECBD}" type="pres">
      <dgm:prSet presAssocID="{A69540F1-F8CE-984E-99BB-B194BEF5A413}" presName="Name13" presStyleLbl="parChTrans1D2" presStyleIdx="8" presStyleCnt="14"/>
      <dgm:spPr/>
    </dgm:pt>
    <dgm:pt modelId="{55B13CDD-4EC6-F148-AE18-D48AA086E8C6}" type="pres">
      <dgm:prSet presAssocID="{C7F54975-1E57-E44C-BDBE-28CFAA311030}" presName="childText" presStyleLbl="bgAcc1" presStyleIdx="8" presStyleCnt="14" custScaleX="299319">
        <dgm:presLayoutVars>
          <dgm:bulletEnabled val="1"/>
        </dgm:presLayoutVars>
      </dgm:prSet>
      <dgm:spPr/>
    </dgm:pt>
    <dgm:pt modelId="{E259CC6D-45B1-6E4F-97C5-0444F4600354}" type="pres">
      <dgm:prSet presAssocID="{425C2082-E6E4-1946-9F57-C116962B721D}" presName="Name13" presStyleLbl="parChTrans1D2" presStyleIdx="9" presStyleCnt="14"/>
      <dgm:spPr/>
    </dgm:pt>
    <dgm:pt modelId="{0AD80733-76E3-5A4C-9A43-5F29B432D3C7}" type="pres">
      <dgm:prSet presAssocID="{0A439D26-CC12-1742-B7DE-46AD358668FC}" presName="childText" presStyleLbl="bgAcc1" presStyleIdx="9" presStyleCnt="14" custScaleX="299319">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299319">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299319">
        <dgm:presLayoutVars>
          <dgm:bulletEnabled val="1"/>
        </dgm:presLayoutVars>
      </dgm:prSet>
      <dgm:spPr/>
    </dgm:pt>
    <dgm:pt modelId="{EE1B3F8B-D469-8A4F-9500-DE04DCA28FD4}" type="pres">
      <dgm:prSet presAssocID="{6402896D-E0D4-DD4E-9BB1-F4F69B5F5BDD}" presName="Name13" presStyleLbl="parChTrans1D2" presStyleIdx="12" presStyleCnt="14"/>
      <dgm:spPr/>
    </dgm:pt>
    <dgm:pt modelId="{DA795618-7D6B-9940-A2B3-6A9662DF71F5}" type="pres">
      <dgm:prSet presAssocID="{B19BA0AF-D1FC-1A43-BE7E-7C0B48C0D365}" presName="childText" presStyleLbl="bgAcc1" presStyleIdx="12" presStyleCnt="14" custScaleX="298300">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299319">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64723812-F2AC-244F-844F-8B6331CB33EE}" srcId="{89000C22-FEA5-384E-9C5D-5DBFD16F50E3}" destId="{C7F54975-1E57-E44C-BDBE-28CFAA311030}" srcOrd="8" destOrd="0" parTransId="{A69540F1-F8CE-984E-99BB-B194BEF5A413}" sibTransId="{73D95B0A-ED20-EE47-865B-1ACE99B4AD8E}"/>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59B9F524-F0E0-C649-ACE2-8006FB550E1B}" type="presOf" srcId="{6402896D-E0D4-DD4E-9BB1-F4F69B5F5BDD}" destId="{EE1B3F8B-D469-8A4F-9500-DE04DCA28FD4}" srcOrd="0" destOrd="0" presId="urn:microsoft.com/office/officeart/2005/8/layout/hierarchy3"/>
    <dgm:cxn modelId="{E37F3F29-E32C-6A43-BC38-021F53D778C1}" srcId="{89000C22-FEA5-384E-9C5D-5DBFD16F50E3}" destId="{B19BA0AF-D1FC-1A43-BE7E-7C0B48C0D365}" srcOrd="12" destOrd="0" parTransId="{6402896D-E0D4-DD4E-9BB1-F4F69B5F5BDD}" sibTransId="{B766FF54-0F6E-EA4A-BFB0-CC072AB13396}"/>
    <dgm:cxn modelId="{710CDD37-7A68-794D-B78C-D55769E3C444}" srcId="{89000C22-FEA5-384E-9C5D-5DBFD16F50E3}" destId="{0A439D26-CC12-1742-B7DE-46AD358668FC}" srcOrd="9" destOrd="0" parTransId="{425C2082-E6E4-1946-9F57-C116962B721D}" sibTransId="{930ABEA2-1FF0-744F-9CAE-EEBED2542E75}"/>
    <dgm:cxn modelId="{C088183C-7241-5A47-B2B9-6CE4CF26C33C}" type="presOf" srcId="{0A439D26-CC12-1742-B7DE-46AD358668FC}" destId="{0AD80733-76E3-5A4C-9A43-5F29B432D3C7}"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4F463C65-6AB1-DB42-95FF-B3A1FA490C84}" srcId="{89000C22-FEA5-384E-9C5D-5DBFD16F50E3}" destId="{DBC05985-9E94-9C40-A21C-B48D8BC28D81}" srcOrd="7"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6CEAA17B-D37A-574C-BAB6-826D06462348}" type="presOf" srcId="{A69540F1-F8CE-984E-99BB-B194BEF5A413}" destId="{EEAD8606-24DB-2742-87B5-A8CB30B0ECB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242A6C8D-4DAC-164B-8167-58136D505530}" type="presOf" srcId="{C7F54975-1E57-E44C-BDBE-28CFAA311030}" destId="{55B13CDD-4EC6-F148-AE18-D48AA086E8C6}"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D6A792BE-CFAC-1B45-B571-F7ACB6FDC4AD}" type="presOf" srcId="{B19BA0AF-D1FC-1A43-BE7E-7C0B48C0D365}" destId="{DA795618-7D6B-9940-A2B3-6A9662DF71F5}"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1D6D0D9-6BE5-E74F-AD61-49BCD36C689D}" type="presOf" srcId="{425C2082-E6E4-1946-9F57-C116962B721D}" destId="{E259CC6D-45B1-6E4F-97C5-0444F4600354}" srcOrd="0" destOrd="0" presId="urn:microsoft.com/office/officeart/2005/8/layout/hierarchy3"/>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C13FD89E-D137-4F41-81BB-8FF264C2E053}" type="presParOf" srcId="{626C2B61-5D1A-A247-B3C0-7F0637E532F7}" destId="{40ED545D-287D-C141-885D-E246B5E4F0AC}" srcOrd="14" destOrd="0" presId="urn:microsoft.com/office/officeart/2005/8/layout/hierarchy3"/>
    <dgm:cxn modelId="{2E669BCF-F06C-F742-90CB-AF3F2F895485}" type="presParOf" srcId="{626C2B61-5D1A-A247-B3C0-7F0637E532F7}" destId="{361E30B0-32E3-6C49-9085-B0FC7F923612}" srcOrd="15" destOrd="0" presId="urn:microsoft.com/office/officeart/2005/8/layout/hierarchy3"/>
    <dgm:cxn modelId="{2063BFCE-A039-BA4D-893C-C2BE60C3217B}" type="presParOf" srcId="{626C2B61-5D1A-A247-B3C0-7F0637E532F7}" destId="{EEAD8606-24DB-2742-87B5-A8CB30B0ECBD}" srcOrd="16" destOrd="0" presId="urn:microsoft.com/office/officeart/2005/8/layout/hierarchy3"/>
    <dgm:cxn modelId="{BF512BB2-87BD-B34D-A28B-DDB4DCC7A3FD}" type="presParOf" srcId="{626C2B61-5D1A-A247-B3C0-7F0637E532F7}" destId="{55B13CDD-4EC6-F148-AE18-D48AA086E8C6}" srcOrd="17" destOrd="0" presId="urn:microsoft.com/office/officeart/2005/8/layout/hierarchy3"/>
    <dgm:cxn modelId="{F0270EF2-B2D5-014C-BCE1-15BEE28B9D61}" type="presParOf" srcId="{626C2B61-5D1A-A247-B3C0-7F0637E532F7}" destId="{E259CC6D-45B1-6E4F-97C5-0444F4600354}" srcOrd="18" destOrd="0" presId="urn:microsoft.com/office/officeart/2005/8/layout/hierarchy3"/>
    <dgm:cxn modelId="{EC929574-FC2C-804B-8F1D-DF891B55E8DD}" type="presParOf" srcId="{626C2B61-5D1A-A247-B3C0-7F0637E532F7}" destId="{0AD80733-76E3-5A4C-9A43-5F29B432D3C7}"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9DC8879C-831C-6B49-8C88-51AF91F56A8D}" type="presParOf" srcId="{626C2B61-5D1A-A247-B3C0-7F0637E532F7}" destId="{EE1B3F8B-D469-8A4F-9500-DE04DCA28FD4}" srcOrd="24" destOrd="0" presId="urn:microsoft.com/office/officeart/2005/8/layout/hierarchy3"/>
    <dgm:cxn modelId="{E21F3ACF-C8D7-304A-9DD3-7471F265392B}" type="presParOf" srcId="{626C2B61-5D1A-A247-B3C0-7F0637E532F7}" destId="{DA795618-7D6B-9940-A2B3-6A9662DF71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600" b="1" dirty="0">
              <a:solidFill>
                <a:srgbClr val="C00000"/>
              </a:solidFill>
            </a:rPr>
            <a:t>SEQUENCE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C7F54975-1E57-E44C-BDBE-28CFAA311030}">
      <dgm:prSet custT="1"/>
      <dgm:spPr/>
      <dgm:t>
        <a:bodyPr/>
        <a:lstStyle/>
        <a:p>
          <a:r>
            <a:rPr lang="en-US" sz="1000" b="1" dirty="0"/>
            <a:t>ERD (DATABASE DESIGN)</a:t>
          </a:r>
        </a:p>
      </dgm:t>
    </dgm:pt>
    <dgm:pt modelId="{A69540F1-F8CE-984E-99BB-B194BEF5A413}" cxnId="{64723812-F2AC-244F-844F-8B6331CB33EE}" type="parTrans">
      <dgm:prSet/>
      <dgm:spPr/>
      <dgm:t>
        <a:bodyPr/>
        <a:lstStyle/>
        <a:p>
          <a:endParaRPr lang="en-US"/>
        </a:p>
      </dgm:t>
    </dgm:pt>
    <dgm:pt modelId="{73D95B0A-ED20-EE47-865B-1ACE99B4AD8E}" cxnId="{64723812-F2AC-244F-844F-8B6331CB33EE}" type="sibTrans">
      <dgm:prSet/>
      <dgm:spPr/>
      <dgm:t>
        <a:bodyPr/>
        <a:lstStyle/>
        <a:p>
          <a:endParaRPr lang="en-US"/>
        </a:p>
      </dgm:t>
    </dgm:pt>
    <dgm:pt modelId="{0A439D26-CC12-1742-B7DE-46AD358668FC}">
      <dgm:prSet custT="1"/>
      <dgm:spPr/>
      <dgm:t>
        <a:bodyPr/>
        <a:lstStyle/>
        <a:p>
          <a:r>
            <a:rPr lang="en-US" sz="1000" b="1" dirty="0"/>
            <a:t>USER INTERFACE DESIGN(PROTOTYPE)</a:t>
          </a:r>
        </a:p>
      </dgm:t>
    </dgm:pt>
    <dgm:pt modelId="{425C2082-E6E4-1946-9F57-C116962B721D}" cxnId="{710CDD37-7A68-794D-B78C-D55769E3C444}" type="parTrans">
      <dgm:prSet/>
      <dgm:spPr/>
      <dgm:t>
        <a:bodyPr/>
        <a:lstStyle/>
        <a:p>
          <a:endParaRPr lang="en-US"/>
        </a:p>
      </dgm:t>
    </dgm:pt>
    <dgm:pt modelId="{930ABEA2-1FF0-744F-9CAE-EEBED2542E75}" cxnId="{710CDD37-7A68-794D-B78C-D55769E3C444}" type="sibTrans">
      <dgm:prSet/>
      <dgm:spPr/>
      <dgm:t>
        <a:bodyPr/>
        <a:lstStyle/>
        <a:p>
          <a:endParaRPr lang="en-US"/>
        </a:p>
      </dgm:t>
    </dgm:pt>
    <dgm:pt modelId="{ACC5E305-634A-9A46-93AC-D4B53B8C8117}">
      <dgm:prSet custT="1"/>
      <dgm:spPr/>
      <dgm:t>
        <a:bodyPr/>
        <a:lstStyle/>
        <a:p>
          <a:r>
            <a:rPr lang="en-US" sz="9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B19BA0AF-D1FC-1A43-BE7E-7C0B48C0D365}">
      <dgm:prSet custT="1"/>
      <dgm:spPr/>
      <dgm:t>
        <a:bodyPr/>
        <a:lstStyle/>
        <a:p>
          <a:r>
            <a:rPr lang="en-US" sz="1000" b="1" dirty="0"/>
            <a:t>SYSTEM EVALUATION</a:t>
          </a:r>
        </a:p>
      </dgm:t>
    </dgm:pt>
    <dgm:pt modelId="{6402896D-E0D4-DD4E-9BB1-F4F69B5F5BDD}" cxnId="{E37F3F29-E32C-6A43-BC38-021F53D778C1}" type="parTrans">
      <dgm:prSet/>
      <dgm:spPr/>
      <dgm:t>
        <a:bodyPr/>
        <a:lstStyle/>
        <a:p>
          <a:endParaRPr lang="en-US"/>
        </a:p>
      </dgm:t>
    </dgm:pt>
    <dgm:pt modelId="{B766FF54-0F6E-EA4A-BFB0-CC072AB13396}" cxnId="{E37F3F29-E32C-6A43-BC38-021F53D778C1}"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299319">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299319">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299319">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299319">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299319">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299319">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299319">
        <dgm:presLayoutVars>
          <dgm:bulletEnabled val="1"/>
        </dgm:presLayoutVars>
      </dgm:prSet>
      <dgm:spPr/>
    </dgm:pt>
    <dgm:pt modelId="{40ED545D-287D-C141-885D-E246B5E4F0AC}" type="pres">
      <dgm:prSet presAssocID="{A87F89C8-A3E5-1A4A-92A6-3A8FA7C9F651}" presName="Name13" presStyleLbl="parChTrans1D2" presStyleIdx="7" presStyleCnt="14"/>
      <dgm:spPr/>
    </dgm:pt>
    <dgm:pt modelId="{361E30B0-32E3-6C49-9085-B0FC7F923612}" type="pres">
      <dgm:prSet presAssocID="{DBC05985-9E94-9C40-A21C-B48D8BC28D81}" presName="childText" presStyleLbl="bgAcc1" presStyleIdx="7" presStyleCnt="14" custScaleX="467526" custScaleY="114750">
        <dgm:presLayoutVars>
          <dgm:bulletEnabled val="1"/>
        </dgm:presLayoutVars>
      </dgm:prSet>
      <dgm:spPr/>
    </dgm:pt>
    <dgm:pt modelId="{EEAD8606-24DB-2742-87B5-A8CB30B0ECBD}" type="pres">
      <dgm:prSet presAssocID="{A69540F1-F8CE-984E-99BB-B194BEF5A413}" presName="Name13" presStyleLbl="parChTrans1D2" presStyleIdx="8" presStyleCnt="14"/>
      <dgm:spPr/>
    </dgm:pt>
    <dgm:pt modelId="{55B13CDD-4EC6-F148-AE18-D48AA086E8C6}" type="pres">
      <dgm:prSet presAssocID="{C7F54975-1E57-E44C-BDBE-28CFAA311030}" presName="childText" presStyleLbl="bgAcc1" presStyleIdx="8" presStyleCnt="14" custScaleX="299319">
        <dgm:presLayoutVars>
          <dgm:bulletEnabled val="1"/>
        </dgm:presLayoutVars>
      </dgm:prSet>
      <dgm:spPr/>
    </dgm:pt>
    <dgm:pt modelId="{E259CC6D-45B1-6E4F-97C5-0444F4600354}" type="pres">
      <dgm:prSet presAssocID="{425C2082-E6E4-1946-9F57-C116962B721D}" presName="Name13" presStyleLbl="parChTrans1D2" presStyleIdx="9" presStyleCnt="14"/>
      <dgm:spPr/>
    </dgm:pt>
    <dgm:pt modelId="{0AD80733-76E3-5A4C-9A43-5F29B432D3C7}" type="pres">
      <dgm:prSet presAssocID="{0A439D26-CC12-1742-B7DE-46AD358668FC}" presName="childText" presStyleLbl="bgAcc1" presStyleIdx="9" presStyleCnt="14" custScaleX="299319">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299319">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299319">
        <dgm:presLayoutVars>
          <dgm:bulletEnabled val="1"/>
        </dgm:presLayoutVars>
      </dgm:prSet>
      <dgm:spPr/>
    </dgm:pt>
    <dgm:pt modelId="{EE1B3F8B-D469-8A4F-9500-DE04DCA28FD4}" type="pres">
      <dgm:prSet presAssocID="{6402896D-E0D4-DD4E-9BB1-F4F69B5F5BDD}" presName="Name13" presStyleLbl="parChTrans1D2" presStyleIdx="12" presStyleCnt="14"/>
      <dgm:spPr/>
    </dgm:pt>
    <dgm:pt modelId="{DA795618-7D6B-9940-A2B3-6A9662DF71F5}" type="pres">
      <dgm:prSet presAssocID="{B19BA0AF-D1FC-1A43-BE7E-7C0B48C0D365}" presName="childText" presStyleLbl="bgAcc1" presStyleIdx="12" presStyleCnt="14" custScaleX="298300">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299319">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64723812-F2AC-244F-844F-8B6331CB33EE}" srcId="{89000C22-FEA5-384E-9C5D-5DBFD16F50E3}" destId="{C7F54975-1E57-E44C-BDBE-28CFAA311030}" srcOrd="8" destOrd="0" parTransId="{A69540F1-F8CE-984E-99BB-B194BEF5A413}" sibTransId="{73D95B0A-ED20-EE47-865B-1ACE99B4AD8E}"/>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59B9F524-F0E0-C649-ACE2-8006FB550E1B}" type="presOf" srcId="{6402896D-E0D4-DD4E-9BB1-F4F69B5F5BDD}" destId="{EE1B3F8B-D469-8A4F-9500-DE04DCA28FD4}" srcOrd="0" destOrd="0" presId="urn:microsoft.com/office/officeart/2005/8/layout/hierarchy3"/>
    <dgm:cxn modelId="{E37F3F29-E32C-6A43-BC38-021F53D778C1}" srcId="{89000C22-FEA5-384E-9C5D-5DBFD16F50E3}" destId="{B19BA0AF-D1FC-1A43-BE7E-7C0B48C0D365}" srcOrd="12" destOrd="0" parTransId="{6402896D-E0D4-DD4E-9BB1-F4F69B5F5BDD}" sibTransId="{B766FF54-0F6E-EA4A-BFB0-CC072AB13396}"/>
    <dgm:cxn modelId="{710CDD37-7A68-794D-B78C-D55769E3C444}" srcId="{89000C22-FEA5-384E-9C5D-5DBFD16F50E3}" destId="{0A439D26-CC12-1742-B7DE-46AD358668FC}" srcOrd="9" destOrd="0" parTransId="{425C2082-E6E4-1946-9F57-C116962B721D}" sibTransId="{930ABEA2-1FF0-744F-9CAE-EEBED2542E75}"/>
    <dgm:cxn modelId="{C088183C-7241-5A47-B2B9-6CE4CF26C33C}" type="presOf" srcId="{0A439D26-CC12-1742-B7DE-46AD358668FC}" destId="{0AD80733-76E3-5A4C-9A43-5F29B432D3C7}"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4F463C65-6AB1-DB42-95FF-B3A1FA490C84}" srcId="{89000C22-FEA5-384E-9C5D-5DBFD16F50E3}" destId="{DBC05985-9E94-9C40-A21C-B48D8BC28D81}" srcOrd="7"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6CEAA17B-D37A-574C-BAB6-826D06462348}" type="presOf" srcId="{A69540F1-F8CE-984E-99BB-B194BEF5A413}" destId="{EEAD8606-24DB-2742-87B5-A8CB30B0ECB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242A6C8D-4DAC-164B-8167-58136D505530}" type="presOf" srcId="{C7F54975-1E57-E44C-BDBE-28CFAA311030}" destId="{55B13CDD-4EC6-F148-AE18-D48AA086E8C6}"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D6A792BE-CFAC-1B45-B571-F7ACB6FDC4AD}" type="presOf" srcId="{B19BA0AF-D1FC-1A43-BE7E-7C0B48C0D365}" destId="{DA795618-7D6B-9940-A2B3-6A9662DF71F5}"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1D6D0D9-6BE5-E74F-AD61-49BCD36C689D}" type="presOf" srcId="{425C2082-E6E4-1946-9F57-C116962B721D}" destId="{E259CC6D-45B1-6E4F-97C5-0444F4600354}" srcOrd="0" destOrd="0" presId="urn:microsoft.com/office/officeart/2005/8/layout/hierarchy3"/>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C13FD89E-D137-4F41-81BB-8FF264C2E053}" type="presParOf" srcId="{626C2B61-5D1A-A247-B3C0-7F0637E532F7}" destId="{40ED545D-287D-C141-885D-E246B5E4F0AC}" srcOrd="14" destOrd="0" presId="urn:microsoft.com/office/officeart/2005/8/layout/hierarchy3"/>
    <dgm:cxn modelId="{2E669BCF-F06C-F742-90CB-AF3F2F895485}" type="presParOf" srcId="{626C2B61-5D1A-A247-B3C0-7F0637E532F7}" destId="{361E30B0-32E3-6C49-9085-B0FC7F923612}" srcOrd="15" destOrd="0" presId="urn:microsoft.com/office/officeart/2005/8/layout/hierarchy3"/>
    <dgm:cxn modelId="{2063BFCE-A039-BA4D-893C-C2BE60C3217B}" type="presParOf" srcId="{626C2B61-5D1A-A247-B3C0-7F0637E532F7}" destId="{EEAD8606-24DB-2742-87B5-A8CB30B0ECBD}" srcOrd="16" destOrd="0" presId="urn:microsoft.com/office/officeart/2005/8/layout/hierarchy3"/>
    <dgm:cxn modelId="{BF512BB2-87BD-B34D-A28B-DDB4DCC7A3FD}" type="presParOf" srcId="{626C2B61-5D1A-A247-B3C0-7F0637E532F7}" destId="{55B13CDD-4EC6-F148-AE18-D48AA086E8C6}" srcOrd="17" destOrd="0" presId="urn:microsoft.com/office/officeart/2005/8/layout/hierarchy3"/>
    <dgm:cxn modelId="{F0270EF2-B2D5-014C-BCE1-15BEE28B9D61}" type="presParOf" srcId="{626C2B61-5D1A-A247-B3C0-7F0637E532F7}" destId="{E259CC6D-45B1-6E4F-97C5-0444F4600354}" srcOrd="18" destOrd="0" presId="urn:microsoft.com/office/officeart/2005/8/layout/hierarchy3"/>
    <dgm:cxn modelId="{EC929574-FC2C-804B-8F1D-DF891B55E8DD}" type="presParOf" srcId="{626C2B61-5D1A-A247-B3C0-7F0637E532F7}" destId="{0AD80733-76E3-5A4C-9A43-5F29B432D3C7}"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9DC8879C-831C-6B49-8C88-51AF91F56A8D}" type="presParOf" srcId="{626C2B61-5D1A-A247-B3C0-7F0637E532F7}" destId="{EE1B3F8B-D469-8A4F-9500-DE04DCA28FD4}" srcOrd="24" destOrd="0" presId="urn:microsoft.com/office/officeart/2005/8/layout/hierarchy3"/>
    <dgm:cxn modelId="{E21F3ACF-C8D7-304A-9DD3-7471F265392B}" type="presParOf" srcId="{626C2B61-5D1A-A247-B3C0-7F0637E532F7}" destId="{DA795618-7D6B-9940-A2B3-6A9662DF71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600" b="1" dirty="0">
              <a:solidFill>
                <a:srgbClr val="C00000"/>
              </a:solidFill>
            </a:rPr>
            <a:t>SEQUENCE DIAGRAM</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C7F54975-1E57-E44C-BDBE-28CFAA311030}">
      <dgm:prSet custT="1"/>
      <dgm:spPr/>
      <dgm:t>
        <a:bodyPr/>
        <a:lstStyle/>
        <a:p>
          <a:r>
            <a:rPr lang="en-US" sz="1000" b="1" dirty="0"/>
            <a:t>ERD (DATABASE DESIGN)</a:t>
          </a:r>
        </a:p>
      </dgm:t>
    </dgm:pt>
    <dgm:pt modelId="{A69540F1-F8CE-984E-99BB-B194BEF5A413}" cxnId="{64723812-F2AC-244F-844F-8B6331CB33EE}" type="parTrans">
      <dgm:prSet/>
      <dgm:spPr/>
      <dgm:t>
        <a:bodyPr/>
        <a:lstStyle/>
        <a:p>
          <a:endParaRPr lang="en-US"/>
        </a:p>
      </dgm:t>
    </dgm:pt>
    <dgm:pt modelId="{73D95B0A-ED20-EE47-865B-1ACE99B4AD8E}" cxnId="{64723812-F2AC-244F-844F-8B6331CB33EE}" type="sibTrans">
      <dgm:prSet/>
      <dgm:spPr/>
      <dgm:t>
        <a:bodyPr/>
        <a:lstStyle/>
        <a:p>
          <a:endParaRPr lang="en-US"/>
        </a:p>
      </dgm:t>
    </dgm:pt>
    <dgm:pt modelId="{0A439D26-CC12-1742-B7DE-46AD358668FC}">
      <dgm:prSet custT="1"/>
      <dgm:spPr/>
      <dgm:t>
        <a:bodyPr/>
        <a:lstStyle/>
        <a:p>
          <a:r>
            <a:rPr lang="en-US" sz="1000" b="1" dirty="0"/>
            <a:t>USER INTERFACE DESIGN(PROTOTYPE)</a:t>
          </a:r>
        </a:p>
      </dgm:t>
    </dgm:pt>
    <dgm:pt modelId="{425C2082-E6E4-1946-9F57-C116962B721D}" cxnId="{710CDD37-7A68-794D-B78C-D55769E3C444}" type="parTrans">
      <dgm:prSet/>
      <dgm:spPr/>
      <dgm:t>
        <a:bodyPr/>
        <a:lstStyle/>
        <a:p>
          <a:endParaRPr lang="en-US"/>
        </a:p>
      </dgm:t>
    </dgm:pt>
    <dgm:pt modelId="{930ABEA2-1FF0-744F-9CAE-EEBED2542E75}" cxnId="{710CDD37-7A68-794D-B78C-D55769E3C444}" type="sibTrans">
      <dgm:prSet/>
      <dgm:spPr/>
      <dgm:t>
        <a:bodyPr/>
        <a:lstStyle/>
        <a:p>
          <a:endParaRPr lang="en-US"/>
        </a:p>
      </dgm:t>
    </dgm:pt>
    <dgm:pt modelId="{ACC5E305-634A-9A46-93AC-D4B53B8C8117}">
      <dgm:prSet custT="1"/>
      <dgm:spPr/>
      <dgm:t>
        <a:bodyPr/>
        <a:lstStyle/>
        <a:p>
          <a:r>
            <a:rPr lang="en-US" sz="9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B19BA0AF-D1FC-1A43-BE7E-7C0B48C0D365}">
      <dgm:prSet custT="1"/>
      <dgm:spPr/>
      <dgm:t>
        <a:bodyPr/>
        <a:lstStyle/>
        <a:p>
          <a:r>
            <a:rPr lang="en-US" sz="1000" b="1" dirty="0"/>
            <a:t>SYSTEM EVALUATION</a:t>
          </a:r>
        </a:p>
      </dgm:t>
    </dgm:pt>
    <dgm:pt modelId="{6402896D-E0D4-DD4E-9BB1-F4F69B5F5BDD}" cxnId="{E37F3F29-E32C-6A43-BC38-021F53D778C1}" type="parTrans">
      <dgm:prSet/>
      <dgm:spPr/>
      <dgm:t>
        <a:bodyPr/>
        <a:lstStyle/>
        <a:p>
          <a:endParaRPr lang="en-US"/>
        </a:p>
      </dgm:t>
    </dgm:pt>
    <dgm:pt modelId="{B766FF54-0F6E-EA4A-BFB0-CC072AB13396}" cxnId="{E37F3F29-E32C-6A43-BC38-021F53D778C1}"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299319">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299319">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299319">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299319">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299319">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299319">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299319">
        <dgm:presLayoutVars>
          <dgm:bulletEnabled val="1"/>
        </dgm:presLayoutVars>
      </dgm:prSet>
      <dgm:spPr/>
    </dgm:pt>
    <dgm:pt modelId="{40ED545D-287D-C141-885D-E246B5E4F0AC}" type="pres">
      <dgm:prSet presAssocID="{A87F89C8-A3E5-1A4A-92A6-3A8FA7C9F651}" presName="Name13" presStyleLbl="parChTrans1D2" presStyleIdx="7" presStyleCnt="14"/>
      <dgm:spPr/>
    </dgm:pt>
    <dgm:pt modelId="{361E30B0-32E3-6C49-9085-B0FC7F923612}" type="pres">
      <dgm:prSet presAssocID="{DBC05985-9E94-9C40-A21C-B48D8BC28D81}" presName="childText" presStyleLbl="bgAcc1" presStyleIdx="7" presStyleCnt="14" custScaleX="467526" custScaleY="114750">
        <dgm:presLayoutVars>
          <dgm:bulletEnabled val="1"/>
        </dgm:presLayoutVars>
      </dgm:prSet>
      <dgm:spPr/>
    </dgm:pt>
    <dgm:pt modelId="{EEAD8606-24DB-2742-87B5-A8CB30B0ECBD}" type="pres">
      <dgm:prSet presAssocID="{A69540F1-F8CE-984E-99BB-B194BEF5A413}" presName="Name13" presStyleLbl="parChTrans1D2" presStyleIdx="8" presStyleCnt="14"/>
      <dgm:spPr/>
    </dgm:pt>
    <dgm:pt modelId="{55B13CDD-4EC6-F148-AE18-D48AA086E8C6}" type="pres">
      <dgm:prSet presAssocID="{C7F54975-1E57-E44C-BDBE-28CFAA311030}" presName="childText" presStyleLbl="bgAcc1" presStyleIdx="8" presStyleCnt="14" custScaleX="299319">
        <dgm:presLayoutVars>
          <dgm:bulletEnabled val="1"/>
        </dgm:presLayoutVars>
      </dgm:prSet>
      <dgm:spPr/>
    </dgm:pt>
    <dgm:pt modelId="{E259CC6D-45B1-6E4F-97C5-0444F4600354}" type="pres">
      <dgm:prSet presAssocID="{425C2082-E6E4-1946-9F57-C116962B721D}" presName="Name13" presStyleLbl="parChTrans1D2" presStyleIdx="9" presStyleCnt="14"/>
      <dgm:spPr/>
    </dgm:pt>
    <dgm:pt modelId="{0AD80733-76E3-5A4C-9A43-5F29B432D3C7}" type="pres">
      <dgm:prSet presAssocID="{0A439D26-CC12-1742-B7DE-46AD358668FC}" presName="childText" presStyleLbl="bgAcc1" presStyleIdx="9" presStyleCnt="14" custScaleX="299319">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299319">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299319">
        <dgm:presLayoutVars>
          <dgm:bulletEnabled val="1"/>
        </dgm:presLayoutVars>
      </dgm:prSet>
      <dgm:spPr/>
    </dgm:pt>
    <dgm:pt modelId="{EE1B3F8B-D469-8A4F-9500-DE04DCA28FD4}" type="pres">
      <dgm:prSet presAssocID="{6402896D-E0D4-DD4E-9BB1-F4F69B5F5BDD}" presName="Name13" presStyleLbl="parChTrans1D2" presStyleIdx="12" presStyleCnt="14"/>
      <dgm:spPr/>
    </dgm:pt>
    <dgm:pt modelId="{DA795618-7D6B-9940-A2B3-6A9662DF71F5}" type="pres">
      <dgm:prSet presAssocID="{B19BA0AF-D1FC-1A43-BE7E-7C0B48C0D365}" presName="childText" presStyleLbl="bgAcc1" presStyleIdx="12" presStyleCnt="14" custScaleX="298300">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299319">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64723812-F2AC-244F-844F-8B6331CB33EE}" srcId="{89000C22-FEA5-384E-9C5D-5DBFD16F50E3}" destId="{C7F54975-1E57-E44C-BDBE-28CFAA311030}" srcOrd="8" destOrd="0" parTransId="{A69540F1-F8CE-984E-99BB-B194BEF5A413}" sibTransId="{73D95B0A-ED20-EE47-865B-1ACE99B4AD8E}"/>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59B9F524-F0E0-C649-ACE2-8006FB550E1B}" type="presOf" srcId="{6402896D-E0D4-DD4E-9BB1-F4F69B5F5BDD}" destId="{EE1B3F8B-D469-8A4F-9500-DE04DCA28FD4}" srcOrd="0" destOrd="0" presId="urn:microsoft.com/office/officeart/2005/8/layout/hierarchy3"/>
    <dgm:cxn modelId="{E37F3F29-E32C-6A43-BC38-021F53D778C1}" srcId="{89000C22-FEA5-384E-9C5D-5DBFD16F50E3}" destId="{B19BA0AF-D1FC-1A43-BE7E-7C0B48C0D365}" srcOrd="12" destOrd="0" parTransId="{6402896D-E0D4-DD4E-9BB1-F4F69B5F5BDD}" sibTransId="{B766FF54-0F6E-EA4A-BFB0-CC072AB13396}"/>
    <dgm:cxn modelId="{710CDD37-7A68-794D-B78C-D55769E3C444}" srcId="{89000C22-FEA5-384E-9C5D-5DBFD16F50E3}" destId="{0A439D26-CC12-1742-B7DE-46AD358668FC}" srcOrd="9" destOrd="0" parTransId="{425C2082-E6E4-1946-9F57-C116962B721D}" sibTransId="{930ABEA2-1FF0-744F-9CAE-EEBED2542E75}"/>
    <dgm:cxn modelId="{C088183C-7241-5A47-B2B9-6CE4CF26C33C}" type="presOf" srcId="{0A439D26-CC12-1742-B7DE-46AD358668FC}" destId="{0AD80733-76E3-5A4C-9A43-5F29B432D3C7}"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4F463C65-6AB1-DB42-95FF-B3A1FA490C84}" srcId="{89000C22-FEA5-384E-9C5D-5DBFD16F50E3}" destId="{DBC05985-9E94-9C40-A21C-B48D8BC28D81}" srcOrd="7"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6CEAA17B-D37A-574C-BAB6-826D06462348}" type="presOf" srcId="{A69540F1-F8CE-984E-99BB-B194BEF5A413}" destId="{EEAD8606-24DB-2742-87B5-A8CB30B0ECB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242A6C8D-4DAC-164B-8167-58136D505530}" type="presOf" srcId="{C7F54975-1E57-E44C-BDBE-28CFAA311030}" destId="{55B13CDD-4EC6-F148-AE18-D48AA086E8C6}"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D6A792BE-CFAC-1B45-B571-F7ACB6FDC4AD}" type="presOf" srcId="{B19BA0AF-D1FC-1A43-BE7E-7C0B48C0D365}" destId="{DA795618-7D6B-9940-A2B3-6A9662DF71F5}"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1D6D0D9-6BE5-E74F-AD61-49BCD36C689D}" type="presOf" srcId="{425C2082-E6E4-1946-9F57-C116962B721D}" destId="{E259CC6D-45B1-6E4F-97C5-0444F4600354}" srcOrd="0" destOrd="0" presId="urn:microsoft.com/office/officeart/2005/8/layout/hierarchy3"/>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C13FD89E-D137-4F41-81BB-8FF264C2E053}" type="presParOf" srcId="{626C2B61-5D1A-A247-B3C0-7F0637E532F7}" destId="{40ED545D-287D-C141-885D-E246B5E4F0AC}" srcOrd="14" destOrd="0" presId="urn:microsoft.com/office/officeart/2005/8/layout/hierarchy3"/>
    <dgm:cxn modelId="{2E669BCF-F06C-F742-90CB-AF3F2F895485}" type="presParOf" srcId="{626C2B61-5D1A-A247-B3C0-7F0637E532F7}" destId="{361E30B0-32E3-6C49-9085-B0FC7F923612}" srcOrd="15" destOrd="0" presId="urn:microsoft.com/office/officeart/2005/8/layout/hierarchy3"/>
    <dgm:cxn modelId="{2063BFCE-A039-BA4D-893C-C2BE60C3217B}" type="presParOf" srcId="{626C2B61-5D1A-A247-B3C0-7F0637E532F7}" destId="{EEAD8606-24DB-2742-87B5-A8CB30B0ECBD}" srcOrd="16" destOrd="0" presId="urn:microsoft.com/office/officeart/2005/8/layout/hierarchy3"/>
    <dgm:cxn modelId="{BF512BB2-87BD-B34D-A28B-DDB4DCC7A3FD}" type="presParOf" srcId="{626C2B61-5D1A-A247-B3C0-7F0637E532F7}" destId="{55B13CDD-4EC6-F148-AE18-D48AA086E8C6}" srcOrd="17" destOrd="0" presId="urn:microsoft.com/office/officeart/2005/8/layout/hierarchy3"/>
    <dgm:cxn modelId="{F0270EF2-B2D5-014C-BCE1-15BEE28B9D61}" type="presParOf" srcId="{626C2B61-5D1A-A247-B3C0-7F0637E532F7}" destId="{E259CC6D-45B1-6E4F-97C5-0444F4600354}" srcOrd="18" destOrd="0" presId="urn:microsoft.com/office/officeart/2005/8/layout/hierarchy3"/>
    <dgm:cxn modelId="{EC929574-FC2C-804B-8F1D-DF891B55E8DD}" type="presParOf" srcId="{626C2B61-5D1A-A247-B3C0-7F0637E532F7}" destId="{0AD80733-76E3-5A4C-9A43-5F29B432D3C7}"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9DC8879C-831C-6B49-8C88-51AF91F56A8D}" type="presParOf" srcId="{626C2B61-5D1A-A247-B3C0-7F0637E532F7}" destId="{EE1B3F8B-D469-8A4F-9500-DE04DCA28FD4}" srcOrd="24" destOrd="0" presId="urn:microsoft.com/office/officeart/2005/8/layout/hierarchy3"/>
    <dgm:cxn modelId="{E21F3ACF-C8D7-304A-9DD3-7471F265392B}" type="presParOf" srcId="{626C2B61-5D1A-A247-B3C0-7F0637E532F7}" destId="{DA795618-7D6B-9940-A2B3-6A9662DF71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9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ERD (DATABASE DESIGN)</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0A439D26-CC12-1742-B7DE-46AD358668FC}">
      <dgm:prSet custT="1"/>
      <dgm:spPr/>
      <dgm:t>
        <a:bodyPr/>
        <a:lstStyle/>
        <a:p>
          <a:r>
            <a:rPr lang="en-US" sz="1000" b="1" dirty="0"/>
            <a:t>USER INTERFACE DESIGN(PROTOTYPE)</a:t>
          </a:r>
        </a:p>
      </dgm:t>
    </dgm:pt>
    <dgm:pt modelId="{425C2082-E6E4-1946-9F57-C116962B721D}" cxnId="{710CDD37-7A68-794D-B78C-D55769E3C444}" type="parTrans">
      <dgm:prSet/>
      <dgm:spPr/>
      <dgm:t>
        <a:bodyPr/>
        <a:lstStyle/>
        <a:p>
          <a:endParaRPr lang="en-US"/>
        </a:p>
      </dgm:t>
    </dgm:pt>
    <dgm:pt modelId="{930ABEA2-1FF0-744F-9CAE-EEBED2542E75}" cxnId="{710CDD37-7A68-794D-B78C-D55769E3C444}" type="sibTrans">
      <dgm:prSet/>
      <dgm:spPr/>
      <dgm:t>
        <a:bodyPr/>
        <a:lstStyle/>
        <a:p>
          <a:endParaRPr lang="en-US"/>
        </a:p>
      </dgm:t>
    </dgm:pt>
    <dgm:pt modelId="{ACC5E305-634A-9A46-93AC-D4B53B8C8117}">
      <dgm:prSet custT="1"/>
      <dgm:spPr/>
      <dgm:t>
        <a:bodyPr/>
        <a:lstStyle/>
        <a:p>
          <a:r>
            <a:rPr lang="en-US" sz="9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4ACFEB57-6386-D34D-AC97-E83D4DB8E9B6}">
      <dgm:prSet custT="1"/>
      <dgm:spPr/>
      <dgm:t>
        <a:bodyPr/>
        <a:lstStyle/>
        <a:p>
          <a:r>
            <a:rPr lang="en-US" sz="1000" b="1" dirty="0"/>
            <a:t>SYSTEM EVALUATION</a:t>
          </a:r>
        </a:p>
      </dgm:t>
    </dgm:pt>
    <dgm:pt modelId="{753CCEE8-EF9E-5341-BBD6-342F94F9EA09}" cxnId="{B9433A35-6780-A146-9CB2-A61084EFD95D}" type="parTrans">
      <dgm:prSet/>
      <dgm:spPr/>
      <dgm:t>
        <a:bodyPr/>
        <a:lstStyle/>
        <a:p>
          <a:endParaRPr lang="en-US"/>
        </a:p>
      </dgm:t>
    </dgm:pt>
    <dgm:pt modelId="{E22FF2B0-58F1-8B4F-8647-56C466E4A846}" cxnId="{B9433A35-6780-A146-9CB2-A61084EFD95D}"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299319">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299319">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299319">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299319">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299319">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299319">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299319">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298731">
        <dgm:presLayoutVars>
          <dgm:bulletEnabled val="1"/>
        </dgm:presLayoutVars>
      </dgm:prSet>
      <dgm:spPr/>
    </dgm:pt>
    <dgm:pt modelId="{40ED545D-287D-C141-885D-E246B5E4F0AC}" type="pres">
      <dgm:prSet presAssocID="{A87F89C8-A3E5-1A4A-92A6-3A8FA7C9F651}" presName="Name13" presStyleLbl="parChTrans1D2" presStyleIdx="8" presStyleCnt="14"/>
      <dgm:spPr/>
    </dgm:pt>
    <dgm:pt modelId="{361E30B0-32E3-6C49-9085-B0FC7F923612}" type="pres">
      <dgm:prSet presAssocID="{DBC05985-9E94-9C40-A21C-B48D8BC28D81}" presName="childText" presStyleLbl="bgAcc1" presStyleIdx="8" presStyleCnt="14" custScaleX="472250" custScaleY="114750">
        <dgm:presLayoutVars>
          <dgm:bulletEnabled val="1"/>
        </dgm:presLayoutVars>
      </dgm:prSet>
      <dgm:spPr/>
    </dgm:pt>
    <dgm:pt modelId="{E259CC6D-45B1-6E4F-97C5-0444F4600354}" type="pres">
      <dgm:prSet presAssocID="{425C2082-E6E4-1946-9F57-C116962B721D}" presName="Name13" presStyleLbl="parChTrans1D2" presStyleIdx="9" presStyleCnt="14"/>
      <dgm:spPr/>
    </dgm:pt>
    <dgm:pt modelId="{0AD80733-76E3-5A4C-9A43-5F29B432D3C7}" type="pres">
      <dgm:prSet presAssocID="{0A439D26-CC12-1742-B7DE-46AD358668FC}" presName="childText" presStyleLbl="bgAcc1" presStyleIdx="9" presStyleCnt="14" custScaleX="299319">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299319">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299319">
        <dgm:presLayoutVars>
          <dgm:bulletEnabled val="1"/>
        </dgm:presLayoutVars>
      </dgm:prSet>
      <dgm:spPr/>
    </dgm:pt>
    <dgm:pt modelId="{6C9EDC34-17D7-EB4E-9124-26554E6AD55E}" type="pres">
      <dgm:prSet presAssocID="{753CCEE8-EF9E-5341-BBD6-342F94F9EA09}" presName="Name13" presStyleLbl="parChTrans1D2" presStyleIdx="12" presStyleCnt="14"/>
      <dgm:spPr/>
    </dgm:pt>
    <dgm:pt modelId="{780D163E-C96E-0144-A8CD-786FF624EEBD}" type="pres">
      <dgm:prSet presAssocID="{4ACFEB57-6386-D34D-AC97-E83D4DB8E9B6}" presName="childText" presStyleLbl="bgAcc1" presStyleIdx="12" presStyleCnt="14" custScaleX="297732">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299319">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B9433A35-6780-A146-9CB2-A61084EFD95D}" srcId="{89000C22-FEA5-384E-9C5D-5DBFD16F50E3}" destId="{4ACFEB57-6386-D34D-AC97-E83D4DB8E9B6}" srcOrd="12" destOrd="0" parTransId="{753CCEE8-EF9E-5341-BBD6-342F94F9EA09}" sibTransId="{E22FF2B0-58F1-8B4F-8647-56C466E4A846}"/>
    <dgm:cxn modelId="{710CDD37-7A68-794D-B78C-D55769E3C444}" srcId="{89000C22-FEA5-384E-9C5D-5DBFD16F50E3}" destId="{0A439D26-CC12-1742-B7DE-46AD358668FC}" srcOrd="9" destOrd="0" parTransId="{425C2082-E6E4-1946-9F57-C116962B721D}" sibTransId="{930ABEA2-1FF0-744F-9CAE-EEBED2542E75}"/>
    <dgm:cxn modelId="{C088183C-7241-5A47-B2B9-6CE4CF26C33C}" type="presOf" srcId="{0A439D26-CC12-1742-B7DE-46AD358668FC}" destId="{0AD80733-76E3-5A4C-9A43-5F29B432D3C7}" srcOrd="0" destOrd="0" presId="urn:microsoft.com/office/officeart/2005/8/layout/hierarchy3"/>
    <dgm:cxn modelId="{18AD2E3D-D52F-5E45-A97E-50B224D6399E}" type="presOf" srcId="{4ACFEB57-6386-D34D-AC97-E83D4DB8E9B6}" destId="{780D163E-C96E-0144-A8CD-786FF624EEBD}"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8"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1D6D0D9-6BE5-E74F-AD61-49BCD36C689D}" type="presOf" srcId="{425C2082-E6E4-1946-9F57-C116962B721D}" destId="{E259CC6D-45B1-6E4F-97C5-0444F4600354}" srcOrd="0" destOrd="0" presId="urn:microsoft.com/office/officeart/2005/8/layout/hierarchy3"/>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450E5FFC-9EDD-264B-9619-32164E23F690}" type="presOf" srcId="{753CCEE8-EF9E-5341-BBD6-342F94F9EA09}" destId="{6C9EDC34-17D7-EB4E-9124-26554E6AD55E}"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C13FD89E-D137-4F41-81BB-8FF264C2E053}" type="presParOf" srcId="{626C2B61-5D1A-A247-B3C0-7F0637E532F7}" destId="{40ED545D-287D-C141-885D-E246B5E4F0AC}" srcOrd="16" destOrd="0" presId="urn:microsoft.com/office/officeart/2005/8/layout/hierarchy3"/>
    <dgm:cxn modelId="{2E669BCF-F06C-F742-90CB-AF3F2F895485}" type="presParOf" srcId="{626C2B61-5D1A-A247-B3C0-7F0637E532F7}" destId="{361E30B0-32E3-6C49-9085-B0FC7F923612}" srcOrd="17" destOrd="0" presId="urn:microsoft.com/office/officeart/2005/8/layout/hierarchy3"/>
    <dgm:cxn modelId="{F0270EF2-B2D5-014C-BCE1-15BEE28B9D61}" type="presParOf" srcId="{626C2B61-5D1A-A247-B3C0-7F0637E532F7}" destId="{E259CC6D-45B1-6E4F-97C5-0444F4600354}" srcOrd="18" destOrd="0" presId="urn:microsoft.com/office/officeart/2005/8/layout/hierarchy3"/>
    <dgm:cxn modelId="{EC929574-FC2C-804B-8F1D-DF891B55E8DD}" type="presParOf" srcId="{626C2B61-5D1A-A247-B3C0-7F0637E532F7}" destId="{0AD80733-76E3-5A4C-9A43-5F29B432D3C7}"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0FF52D93-0459-EC4D-A5F4-2787CC8804CA}" type="presParOf" srcId="{626C2B61-5D1A-A247-B3C0-7F0637E532F7}" destId="{6C9EDC34-17D7-EB4E-9124-26554E6AD55E}" srcOrd="24" destOrd="0" presId="urn:microsoft.com/office/officeart/2005/8/layout/hierarchy3"/>
    <dgm:cxn modelId="{B5108B49-472E-5C40-84FC-ED61C2487687}" type="presParOf" srcId="{626C2B61-5D1A-A247-B3C0-7F0637E532F7}" destId="{780D163E-C96E-0144-A8CD-786FF624EEBD}"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custLinFactNeighborX="-4789" custLinFactNeighborY="-7661">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600" b="1" dirty="0">
              <a:solidFill>
                <a:srgbClr val="C00000"/>
              </a:solidFill>
            </a:rPr>
            <a:t>USER INTERFACE DESIGN (PROTOTYPE)</a:t>
          </a:r>
          <a:endParaRPr lang="en-PH" sz="16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800" b="1" dirty="0"/>
            <a:t>SOFTWARE PLATFORMS, DEVELOPMENT,ENVIRONMENTS &amp; TOOLS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DEC2A1B0-3F16-4142-A022-2D922C20F040}">
      <dgm:prSet custT="1"/>
      <dgm:spPr/>
      <dgm:t>
        <a:bodyPr/>
        <a:lstStyle/>
        <a:p>
          <a:r>
            <a:rPr lang="en-US" sz="1000" b="1" dirty="0"/>
            <a:t>HARDWARE TOOLS</a:t>
          </a:r>
        </a:p>
      </dgm:t>
    </dgm:pt>
    <dgm:pt modelId="{A194B73C-9D5F-084C-82F7-1E2598ACF4EA}" cxnId="{E7B1F86C-0ACD-0242-8FCF-AD1C6E29C17C}" type="parTrans">
      <dgm:prSet/>
      <dgm:spPr/>
      <dgm:t>
        <a:bodyPr/>
        <a:lstStyle/>
        <a:p>
          <a:endParaRPr lang="en-US"/>
        </a:p>
      </dgm:t>
    </dgm:pt>
    <dgm:pt modelId="{BB13D144-8D82-E74B-AB2D-C481C59F7B2D}" cxnId="{E7B1F86C-0ACD-0242-8FCF-AD1C6E29C17C}"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E4F45C3F-E70E-504E-AAAB-705A70004D6B}">
      <dgm:prSet custT="1"/>
      <dgm:spPr/>
      <dgm:t>
        <a:bodyPr/>
        <a:lstStyle/>
        <a:p>
          <a:r>
            <a:rPr lang="en-US" sz="1000" b="1" dirty="0"/>
            <a:t>SYSTEM EVALUATION</a:t>
          </a:r>
        </a:p>
      </dgm:t>
    </dgm:pt>
    <dgm:pt modelId="{87E5D811-53F8-CE4A-BB9F-8CAECB8BFA67}" cxnId="{CC37ED26-A205-984C-841C-343B84A54434}" type="parTrans">
      <dgm:prSet/>
      <dgm:spPr/>
      <dgm:t>
        <a:bodyPr/>
        <a:lstStyle/>
        <a:p>
          <a:endParaRPr lang="en-US"/>
        </a:p>
      </dgm:t>
    </dgm:pt>
    <dgm:pt modelId="{382C8D52-9E6A-0448-9B23-64AB0B22FC69}" cxnId="{CC37ED26-A205-984C-841C-343B84A54434}"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0ED545D-287D-C141-885D-E246B5E4F0AC}" type="pres">
      <dgm:prSet presAssocID="{A87F89C8-A3E5-1A4A-92A6-3A8FA7C9F651}" presName="Name13" presStyleLbl="parChTrans1D2" presStyleIdx="9" presStyleCnt="14"/>
      <dgm:spPr/>
    </dgm:pt>
    <dgm:pt modelId="{361E30B0-32E3-6C49-9085-B0FC7F923612}" type="pres">
      <dgm:prSet presAssocID="{DBC05985-9E94-9C40-A21C-B48D8BC28D81}" presName="childText" presStyleLbl="bgAcc1" presStyleIdx="9" presStyleCnt="14" custScaleX="525014" custScaleY="114750">
        <dgm:presLayoutVars>
          <dgm:bulletEnabled val="1"/>
        </dgm:presLayoutVars>
      </dgm:prSet>
      <dgm:spPr/>
    </dgm:pt>
    <dgm:pt modelId="{241F573C-149D-9347-A165-89C2C768AC9B}" type="pres">
      <dgm:prSet presAssocID="{89E36CAF-907D-DF4F-93BE-4E82145B4F4F}" presName="Name13" presStyleLbl="parChTrans1D2" presStyleIdx="10" presStyleCnt="14"/>
      <dgm:spPr/>
    </dgm:pt>
    <dgm:pt modelId="{B727C589-B43E-0542-8F51-1BBEE4E9A9BD}" type="pres">
      <dgm:prSet presAssocID="{ACC5E305-634A-9A46-93AC-D4B53B8C8117}" presName="childText" presStyleLbl="bgAcc1" presStyleIdx="10" presStyleCnt="14" custScaleX="322332">
        <dgm:presLayoutVars>
          <dgm:bulletEnabled val="1"/>
        </dgm:presLayoutVars>
      </dgm:prSet>
      <dgm:spPr/>
    </dgm:pt>
    <dgm:pt modelId="{4346028D-AF0F-574E-9CA3-9C624390DA6F}" type="pres">
      <dgm:prSet presAssocID="{A194B73C-9D5F-084C-82F7-1E2598ACF4EA}" presName="Name13" presStyleLbl="parChTrans1D2" presStyleIdx="11" presStyleCnt="14"/>
      <dgm:spPr/>
    </dgm:pt>
    <dgm:pt modelId="{8272133A-3B24-DA42-AC7A-609E744790C0}" type="pres">
      <dgm:prSet presAssocID="{DEC2A1B0-3F16-4142-A022-2D922C20F040}" presName="childText" presStyleLbl="bgAcc1" presStyleIdx="11" presStyleCnt="14" custScaleX="322332">
        <dgm:presLayoutVars>
          <dgm:bulletEnabled val="1"/>
        </dgm:presLayoutVars>
      </dgm:prSet>
      <dgm:spPr/>
    </dgm:pt>
    <dgm:pt modelId="{9AABE76E-1265-EB49-8FD8-B512F7018CC9}" type="pres">
      <dgm:prSet presAssocID="{87E5D811-53F8-CE4A-BB9F-8CAECB8BFA67}" presName="Name13" presStyleLbl="parChTrans1D2" presStyleIdx="12" presStyleCnt="14"/>
      <dgm:spPr/>
    </dgm:pt>
    <dgm:pt modelId="{B982DBFF-802F-5044-A080-89C9F0AAEFF5}" type="pres">
      <dgm:prSet presAssocID="{E4F45C3F-E70E-504E-AAAB-705A70004D6B}" presName="childText" presStyleLbl="bgAcc1" presStyleIdx="12" presStyleCnt="14" custScaleX="323046">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CC37ED26-A205-984C-841C-343B84A54434}" srcId="{89000C22-FEA5-384E-9C5D-5DBFD16F50E3}" destId="{E4F45C3F-E70E-504E-AAAB-705A70004D6B}" srcOrd="12" destOrd="0" parTransId="{87E5D811-53F8-CE4A-BB9F-8CAECB8BFA67}" sibTransId="{382C8D52-9E6A-0448-9B23-64AB0B22FC69}"/>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9" destOrd="0" parTransId="{A87F89C8-A3E5-1A4A-92A6-3A8FA7C9F651}" sibTransId="{293A3EF5-C3F5-7744-81BD-021B767F045C}"/>
    <dgm:cxn modelId="{E7B1F86C-0ACD-0242-8FCF-AD1C6E29C17C}" srcId="{89000C22-FEA5-384E-9C5D-5DBFD16F50E3}" destId="{DEC2A1B0-3F16-4142-A022-2D922C20F040}" srcOrd="11" destOrd="0" parTransId="{A194B73C-9D5F-084C-82F7-1E2598ACF4EA}" sibTransId="{BB13D144-8D82-E74B-AB2D-C481C59F7B2D}"/>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6BB9818D-C032-344E-B018-11A0A5D92079}" type="presOf" srcId="{DEC2A1B0-3F16-4142-A022-2D922C20F040}" destId="{8272133A-3B24-DA42-AC7A-609E744790C0}"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FBBDA499-B1AA-3E49-A6C8-92AC790DEA2E}" type="presOf" srcId="{87E5D811-53F8-CE4A-BB9F-8CAECB8BFA67}" destId="{9AABE76E-1265-EB49-8FD8-B512F7018CC9}"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B3B04AA0-372F-8448-B557-CD64A388B57E}" type="presOf" srcId="{E4F45C3F-E70E-504E-AAAB-705A70004D6B}" destId="{B982DBFF-802F-5044-A080-89C9F0AAEFF5}"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D1C8B4B0-3ACF-A445-8016-EE64FA013D59}" type="presOf" srcId="{A194B73C-9D5F-084C-82F7-1E2598ACF4EA}" destId="{4346028D-AF0F-574E-9CA3-9C624390D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0"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C13FD89E-D137-4F41-81BB-8FF264C2E053}" type="presParOf" srcId="{626C2B61-5D1A-A247-B3C0-7F0637E532F7}" destId="{40ED545D-287D-C141-885D-E246B5E4F0AC}" srcOrd="18" destOrd="0" presId="urn:microsoft.com/office/officeart/2005/8/layout/hierarchy3"/>
    <dgm:cxn modelId="{2E669BCF-F06C-F742-90CB-AF3F2F895485}" type="presParOf" srcId="{626C2B61-5D1A-A247-B3C0-7F0637E532F7}" destId="{361E30B0-32E3-6C49-9085-B0FC7F923612}" srcOrd="19" destOrd="0" presId="urn:microsoft.com/office/officeart/2005/8/layout/hierarchy3"/>
    <dgm:cxn modelId="{A4DB5670-B732-E64C-BC79-06DABABD7A16}" type="presParOf" srcId="{626C2B61-5D1A-A247-B3C0-7F0637E532F7}" destId="{241F573C-149D-9347-A165-89C2C768AC9B}" srcOrd="20" destOrd="0" presId="urn:microsoft.com/office/officeart/2005/8/layout/hierarchy3"/>
    <dgm:cxn modelId="{1A23193D-09BB-F142-ACBD-8889525DB32A}" type="presParOf" srcId="{626C2B61-5D1A-A247-B3C0-7F0637E532F7}" destId="{B727C589-B43E-0542-8F51-1BBEE4E9A9BD}" srcOrd="21" destOrd="0" presId="urn:microsoft.com/office/officeart/2005/8/layout/hierarchy3"/>
    <dgm:cxn modelId="{0A64447A-D4E9-744A-92DB-7C57985C70B2}" type="presParOf" srcId="{626C2B61-5D1A-A247-B3C0-7F0637E532F7}" destId="{4346028D-AF0F-574E-9CA3-9C624390DA6F}" srcOrd="22" destOrd="0" presId="urn:microsoft.com/office/officeart/2005/8/layout/hierarchy3"/>
    <dgm:cxn modelId="{AAF32F0A-4F7C-5449-97D7-2799E8ABAB28}" type="presParOf" srcId="{626C2B61-5D1A-A247-B3C0-7F0637E532F7}" destId="{8272133A-3B24-DA42-AC7A-609E744790C0}" srcOrd="23" destOrd="0" presId="urn:microsoft.com/office/officeart/2005/8/layout/hierarchy3"/>
    <dgm:cxn modelId="{716F444A-C729-2D49-BE90-8C8A430D5185}" type="presParOf" srcId="{626C2B61-5D1A-A247-B3C0-7F0637E532F7}" destId="{9AABE76E-1265-EB49-8FD8-B512F7018CC9}" srcOrd="24" destOrd="0" presId="urn:microsoft.com/office/officeart/2005/8/layout/hierarchy3"/>
    <dgm:cxn modelId="{36036DD4-7F96-4048-BFC9-FA081613EF16}" type="presParOf" srcId="{626C2B61-5D1A-A247-B3C0-7F0637E532F7}" destId="{B982DBFF-802F-5044-A080-89C9F0AAEFF5}"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200" b="1" dirty="0">
              <a:solidFill>
                <a:srgbClr val="C00000"/>
              </a:solidFill>
            </a:rPr>
            <a:t>SOFTWARE PLATFORMS,DEVELOPMENT,ENVIRONMENTS &amp; TOOLS</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a:t>
          </a:r>
        </a:p>
        <a:p>
          <a:r>
            <a:rPr lang="en-US" sz="1000" b="1" dirty="0"/>
            <a:t>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C5E305-634A-9A46-93AC-D4B53B8C8117}">
      <dgm:prSet custT="1"/>
      <dgm:spPr/>
      <dgm:t>
        <a:bodyPr/>
        <a:lstStyle/>
        <a:p>
          <a:r>
            <a:rPr lang="en-US" sz="900" b="1" dirty="0"/>
            <a:t>HARDWARE REQUIREMENTS</a:t>
          </a:r>
        </a:p>
      </dgm:t>
    </dgm:pt>
    <dgm:pt modelId="{89E36CAF-907D-DF4F-93BE-4E82145B4F4F}" cxnId="{74CBC1DF-AC87-5247-9BA6-33C04641570A}" type="parTrans">
      <dgm:prSet/>
      <dgm:spPr/>
      <dgm:t>
        <a:bodyPr/>
        <a:lstStyle/>
        <a:p>
          <a:endParaRPr lang="en-US"/>
        </a:p>
      </dgm:t>
    </dgm:pt>
    <dgm:pt modelId="{B68E2E01-C1BC-4841-94C0-C8705E759793}" cxnId="{74CBC1DF-AC87-5247-9BA6-33C04641570A}"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A8B56086-B603-0244-A298-565F2EDB1961}">
      <dgm:prSet custT="1"/>
      <dgm:spPr/>
      <dgm:t>
        <a:bodyPr/>
        <a:lstStyle/>
        <a:p>
          <a:r>
            <a:rPr lang="en-US" sz="1000" b="1" dirty="0"/>
            <a:t>USER INTERFACE DESIGN(PROTOTYPE)</a:t>
          </a:r>
        </a:p>
      </dgm:t>
    </dgm:pt>
    <dgm:pt modelId="{93FC0E14-2B9C-DF43-BF6D-93AAF7F30119}" cxnId="{F6E29EB6-ECAC-F64D-B688-50B4004CCDD7}" type="parTrans">
      <dgm:prSet/>
      <dgm:spPr/>
      <dgm:t>
        <a:bodyPr/>
        <a:lstStyle/>
        <a:p>
          <a:endParaRPr lang="en-US"/>
        </a:p>
      </dgm:t>
    </dgm:pt>
    <dgm:pt modelId="{0A3D1C9C-BC51-9C43-9A22-635E7412A67C}" cxnId="{F6E29EB6-ECAC-F64D-B688-50B4004CCDD7}" type="sibTrans">
      <dgm:prSet/>
      <dgm:spPr/>
      <dgm:t>
        <a:bodyPr/>
        <a:lstStyle/>
        <a:p>
          <a:endParaRPr lang="en-US"/>
        </a:p>
      </dgm:t>
    </dgm:pt>
    <dgm:pt modelId="{C328B76C-B905-FE4A-9D99-92703491F4E1}">
      <dgm:prSet custT="1"/>
      <dgm:spPr/>
      <dgm:t>
        <a:bodyPr/>
        <a:lstStyle/>
        <a:p>
          <a:r>
            <a:rPr lang="en-US" sz="1000" b="1" dirty="0"/>
            <a:t>SYSTEM EVALUATION</a:t>
          </a:r>
        </a:p>
      </dgm:t>
    </dgm:pt>
    <dgm:pt modelId="{DFC72177-A112-2D42-9574-E5C7512C0F2B}" cxnId="{3FC1F0E7-9F8C-B14E-AB7C-7DB44B2F99A2}" type="parTrans">
      <dgm:prSet/>
      <dgm:spPr/>
      <dgm:t>
        <a:bodyPr/>
        <a:lstStyle/>
        <a:p>
          <a:endParaRPr lang="en-US"/>
        </a:p>
      </dgm:t>
    </dgm:pt>
    <dgm:pt modelId="{5AFE280A-B505-A343-BFC1-519CCB4D402C}" cxnId="{3FC1F0E7-9F8C-B14E-AB7C-7DB44B2F99A2}"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09963"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1C2E004E-853A-BD4C-A002-7A578D569BBB}" type="pres">
      <dgm:prSet presAssocID="{93FC0E14-2B9C-DF43-BF6D-93AAF7F30119}" presName="Name13" presStyleLbl="parChTrans1D2" presStyleIdx="9" presStyleCnt="14"/>
      <dgm:spPr/>
    </dgm:pt>
    <dgm:pt modelId="{F7757484-AB7E-B545-BD40-DBC6E3CDE07E}" type="pres">
      <dgm:prSet presAssocID="{A8B56086-B603-0244-A298-565F2EDB1961}" presName="childText" presStyleLbl="bgAcc1" presStyleIdx="9" presStyleCnt="14" custScaleX="319280">
        <dgm:presLayoutVars>
          <dgm:bulletEnabled val="1"/>
        </dgm:presLayoutVars>
      </dgm:prSet>
      <dgm:spPr/>
    </dgm:pt>
    <dgm:pt modelId="{40ED545D-287D-C141-885D-E246B5E4F0AC}" type="pres">
      <dgm:prSet presAssocID="{A87F89C8-A3E5-1A4A-92A6-3A8FA7C9F651}" presName="Name13" presStyleLbl="parChTrans1D2" presStyleIdx="10" presStyleCnt="14"/>
      <dgm:spPr/>
    </dgm:pt>
    <dgm:pt modelId="{361E30B0-32E3-6C49-9085-B0FC7F923612}" type="pres">
      <dgm:prSet presAssocID="{DBC05985-9E94-9C40-A21C-B48D8BC28D81}" presName="childText" presStyleLbl="bgAcc1" presStyleIdx="10" presStyleCnt="14" custScaleX="659662" custScaleY="147090">
        <dgm:presLayoutVars>
          <dgm:bulletEnabled val="1"/>
        </dgm:presLayoutVars>
      </dgm:prSet>
      <dgm:spPr/>
    </dgm:pt>
    <dgm:pt modelId="{241F573C-149D-9347-A165-89C2C768AC9B}" type="pres">
      <dgm:prSet presAssocID="{89E36CAF-907D-DF4F-93BE-4E82145B4F4F}" presName="Name13" presStyleLbl="parChTrans1D2" presStyleIdx="11" presStyleCnt="14"/>
      <dgm:spPr/>
    </dgm:pt>
    <dgm:pt modelId="{B727C589-B43E-0542-8F51-1BBEE4E9A9BD}" type="pres">
      <dgm:prSet presAssocID="{ACC5E305-634A-9A46-93AC-D4B53B8C8117}" presName="childText" presStyleLbl="bgAcc1" presStyleIdx="11" presStyleCnt="14" custScaleX="322332">
        <dgm:presLayoutVars>
          <dgm:bulletEnabled val="1"/>
        </dgm:presLayoutVars>
      </dgm:prSet>
      <dgm:spPr/>
    </dgm:pt>
    <dgm:pt modelId="{FAF0AB37-3C2E-C442-844B-1E0856264996}" type="pres">
      <dgm:prSet presAssocID="{DFC72177-A112-2D42-9574-E5C7512C0F2B}" presName="Name13" presStyleLbl="parChTrans1D2" presStyleIdx="12" presStyleCnt="14"/>
      <dgm:spPr/>
    </dgm:pt>
    <dgm:pt modelId="{D799B56C-F3D4-A841-AD2B-5652FFD78B33}" type="pres">
      <dgm:prSet presAssocID="{C328B76C-B905-FE4A-9D99-92703491F4E1}" presName="childText" presStyleLbl="bgAcc1" presStyleIdx="12" presStyleCnt="14" custScaleX="317179">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A5A36111-8938-224A-A853-BD717DD6E859}" type="presOf" srcId="{A8B56086-B603-0244-A298-565F2EDB1961}" destId="{F7757484-AB7E-B545-BD40-DBC6E3CDE07E}"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CF2F8824-F1FA-A344-900D-A40AD1BAD971}" type="presOf" srcId="{89E36CAF-907D-DF4F-93BE-4E82145B4F4F}" destId="{241F573C-149D-9347-A165-89C2C768AC9B}" srcOrd="0" destOrd="0" presId="urn:microsoft.com/office/officeart/2005/8/layout/hierarchy3"/>
    <dgm:cxn modelId="{F0AB8529-2A1D-9D47-901C-525098B4F3D9}" type="presOf" srcId="{2106306D-5EAC-3844-B2F6-5D9A2FC95BE9}" destId="{174EF6B6-AD75-7F48-9A8A-1E91D55820AE}"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934D333F-D3DC-8E40-BA3B-C4BBB221DC74}" type="presOf" srcId="{DFC72177-A112-2D42-9574-E5C7512C0F2B}" destId="{FAF0AB37-3C2E-C442-844B-1E0856264996}" srcOrd="0" destOrd="0" presId="urn:microsoft.com/office/officeart/2005/8/layout/hierarchy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10" destOrd="0" parTransId="{A87F89C8-A3E5-1A4A-92A6-3A8FA7C9F651}" sibTransId="{293A3EF5-C3F5-7744-81BD-021B767F045C}"/>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F5FFF58E-81C5-D645-A38A-481F997CC136}" srcId="{89000C22-FEA5-384E-9C5D-5DBFD16F50E3}" destId="{6EB2A584-11A8-C044-9C86-8C4606C1C0E3}" srcOrd="3" destOrd="0" parTransId="{15888E78-97F8-C24C-B803-18D21A168BC6}" sibTransId="{09ABF0A1-91CC-3E40-85D9-B5590A70F28F}"/>
    <dgm:cxn modelId="{9222A790-3537-084F-AAA9-624FEB14359F}" type="presOf" srcId="{C328B76C-B905-FE4A-9D99-92703491F4E1}" destId="{D799B56C-F3D4-A841-AD2B-5652FFD78B33}" srcOrd="0" destOrd="0" presId="urn:microsoft.com/office/officeart/2005/8/layout/hierarchy3"/>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F6E29EB6-ECAC-F64D-B688-50B4004CCDD7}" srcId="{89000C22-FEA5-384E-9C5D-5DBFD16F50E3}" destId="{A8B56086-B603-0244-A298-565F2EDB1961}" srcOrd="9" destOrd="0" parTransId="{93FC0E14-2B9C-DF43-BF6D-93AAF7F30119}" sibTransId="{0A3D1C9C-BC51-9C43-9A22-635E7412A67C}"/>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74CBC1DF-AC87-5247-9BA6-33C04641570A}" srcId="{89000C22-FEA5-384E-9C5D-5DBFD16F50E3}" destId="{ACC5E305-634A-9A46-93AC-D4B53B8C8117}" srcOrd="11" destOrd="0" parTransId="{89E36CAF-907D-DF4F-93BE-4E82145B4F4F}" sibTransId="{B68E2E01-C1BC-4841-94C0-C8705E75979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3FC1F0E7-9F8C-B14E-AB7C-7DB44B2F99A2}" srcId="{89000C22-FEA5-384E-9C5D-5DBFD16F50E3}" destId="{C328B76C-B905-FE4A-9D99-92703491F4E1}" srcOrd="12" destOrd="0" parTransId="{DFC72177-A112-2D42-9574-E5C7512C0F2B}" sibTransId="{5AFE280A-B505-A343-BFC1-519CCB4D402C}"/>
    <dgm:cxn modelId="{BF6C16E9-D8F4-7949-896E-4E2A04F1C657}" type="presOf" srcId="{93FC0E14-2B9C-DF43-BF6D-93AAF7F30119}" destId="{1C2E004E-853A-BD4C-A002-7A578D569BBB}" srcOrd="0" destOrd="0" presId="urn:microsoft.com/office/officeart/2005/8/layout/hierarchy3"/>
    <dgm:cxn modelId="{30188DFA-0B4E-B743-8F0F-A4D74EE138D8}" type="presOf" srcId="{ACC5E305-634A-9A46-93AC-D4B53B8C8117}" destId="{B727C589-B43E-0542-8F51-1BBEE4E9A9BD}"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5E29F439-3170-7342-A3A9-67D80BBCE0CE}" type="presParOf" srcId="{626C2B61-5D1A-A247-B3C0-7F0637E532F7}" destId="{1C2E004E-853A-BD4C-A002-7A578D569BBB}" srcOrd="18" destOrd="0" presId="urn:microsoft.com/office/officeart/2005/8/layout/hierarchy3"/>
    <dgm:cxn modelId="{0CE26E9D-4BA5-094A-8112-E6DD4A54BE09}" type="presParOf" srcId="{626C2B61-5D1A-A247-B3C0-7F0637E532F7}" destId="{F7757484-AB7E-B545-BD40-DBC6E3CDE07E}" srcOrd="19" destOrd="0" presId="urn:microsoft.com/office/officeart/2005/8/layout/hierarchy3"/>
    <dgm:cxn modelId="{C13FD89E-D137-4F41-81BB-8FF264C2E053}" type="presParOf" srcId="{626C2B61-5D1A-A247-B3C0-7F0637E532F7}" destId="{40ED545D-287D-C141-885D-E246B5E4F0AC}" srcOrd="20" destOrd="0" presId="urn:microsoft.com/office/officeart/2005/8/layout/hierarchy3"/>
    <dgm:cxn modelId="{2E669BCF-F06C-F742-90CB-AF3F2F895485}" type="presParOf" srcId="{626C2B61-5D1A-A247-B3C0-7F0637E532F7}" destId="{361E30B0-32E3-6C49-9085-B0FC7F923612}" srcOrd="21" destOrd="0" presId="urn:microsoft.com/office/officeart/2005/8/layout/hierarchy3"/>
    <dgm:cxn modelId="{A4DB5670-B732-E64C-BC79-06DABABD7A16}" type="presParOf" srcId="{626C2B61-5D1A-A247-B3C0-7F0637E532F7}" destId="{241F573C-149D-9347-A165-89C2C768AC9B}" srcOrd="22" destOrd="0" presId="urn:microsoft.com/office/officeart/2005/8/layout/hierarchy3"/>
    <dgm:cxn modelId="{1A23193D-09BB-F142-ACBD-8889525DB32A}" type="presParOf" srcId="{626C2B61-5D1A-A247-B3C0-7F0637E532F7}" destId="{B727C589-B43E-0542-8F51-1BBEE4E9A9BD}" srcOrd="23" destOrd="0" presId="urn:microsoft.com/office/officeart/2005/8/layout/hierarchy3"/>
    <dgm:cxn modelId="{5DFA5958-87DA-884C-BDA5-888E11020CB1}" type="presParOf" srcId="{626C2B61-5D1A-A247-B3C0-7F0637E532F7}" destId="{FAF0AB37-3C2E-C442-844B-1E0856264996}" srcOrd="24" destOrd="0" presId="urn:microsoft.com/office/officeart/2005/8/layout/hierarchy3"/>
    <dgm:cxn modelId="{19B1DAA0-1D20-784F-B360-94A43AC51012}" type="presParOf" srcId="{626C2B61-5D1A-A247-B3C0-7F0637E532F7}" destId="{D799B56C-F3D4-A841-AD2B-5652FFD78B33}"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800" b="1" dirty="0">
              <a:solidFill>
                <a:srgbClr val="C00000"/>
              </a:solidFill>
            </a:rPr>
            <a:t>HARDWARE REQUIREMENTS</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C6FB1164-C898-6E45-901B-EBFEDC211A48}">
      <dgm:prSet custT="1"/>
      <dgm:spPr/>
      <dgm:t>
        <a:bodyPr/>
        <a:lstStyle/>
        <a:p>
          <a:r>
            <a:rPr lang="en-US" sz="1000" b="1" dirty="0"/>
            <a:t>RESEARCH ETHICAL STANDARDS</a:t>
          </a:r>
        </a:p>
      </dgm:t>
    </dgm:pt>
    <dgm:pt modelId="{6B239156-39FB-714E-AAA6-1987BDDD14B2}" cxnId="{EC9B593D-E013-234D-9478-FECAFCB0487A}" type="parTrans">
      <dgm:prSet/>
      <dgm:spPr/>
      <dgm:t>
        <a:bodyPr/>
        <a:lstStyle/>
        <a:p>
          <a:endParaRPr lang="en-US"/>
        </a:p>
      </dgm:t>
    </dgm:pt>
    <dgm:pt modelId="{8092EA62-81D4-2E4A-9C50-B556E86FA9D9}" cxnId="{EC9B593D-E013-234D-9478-FECAFCB0487A}"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87AC5DFF-D55F-CB4D-8250-C79A45FF582B}">
      <dgm:prSet custT="1"/>
      <dgm:spPr/>
      <dgm:t>
        <a:bodyPr/>
        <a:lstStyle/>
        <a:p>
          <a:r>
            <a:rPr lang="en-US" sz="1000" b="1" dirty="0"/>
            <a:t>USER INTERFACE DESIGN(PROTOTYPE)</a:t>
          </a:r>
        </a:p>
      </dgm:t>
    </dgm:pt>
    <dgm:pt modelId="{02A2264F-E618-DC41-A3A2-7276EE41119D}" cxnId="{47865001-788B-3940-8738-A146B2349D25}" type="parTrans">
      <dgm:prSet/>
      <dgm:spPr/>
      <dgm:t>
        <a:bodyPr/>
        <a:lstStyle/>
        <a:p>
          <a:endParaRPr lang="en-US"/>
        </a:p>
      </dgm:t>
    </dgm:pt>
    <dgm:pt modelId="{C05490B1-0629-9942-BCDA-AE7C5CEAB257}" cxnId="{47865001-788B-3940-8738-A146B2349D25}" type="sibTrans">
      <dgm:prSet/>
      <dgm:spPr/>
      <dgm:t>
        <a:bodyPr/>
        <a:lstStyle/>
        <a:p>
          <a:endParaRPr lang="en-US"/>
        </a:p>
      </dgm:t>
    </dgm:pt>
    <dgm:pt modelId="{A8B0B502-BBC7-3B42-80D8-0F374167D620}">
      <dgm:prSet custT="1"/>
      <dgm:spPr/>
      <dgm:t>
        <a:bodyPr/>
        <a:lstStyle/>
        <a:p>
          <a:r>
            <a:rPr lang="en-US" sz="800" b="1" dirty="0"/>
            <a:t>SOFTWARE PLATFORMS,DEVELOPMENT, ENVIRONMENTS &amp; TOOLS</a:t>
          </a:r>
        </a:p>
      </dgm:t>
    </dgm:pt>
    <dgm:pt modelId="{BF2C28F4-B8F9-324D-8CC1-D23D7410E3EC}" cxnId="{3D60C88A-5C59-034E-A967-AC21305A040B}" type="parTrans">
      <dgm:prSet/>
      <dgm:spPr/>
      <dgm:t>
        <a:bodyPr/>
        <a:lstStyle/>
        <a:p>
          <a:endParaRPr lang="en-US"/>
        </a:p>
      </dgm:t>
    </dgm:pt>
    <dgm:pt modelId="{3388340F-F464-C540-B9A6-A6A2A22D8566}" cxnId="{3D60C88A-5C59-034E-A967-AC21305A040B}" type="sibTrans">
      <dgm:prSet/>
      <dgm:spPr/>
      <dgm:t>
        <a:bodyPr/>
        <a:lstStyle/>
        <a:p>
          <a:endParaRPr lang="en-US"/>
        </a:p>
      </dgm:t>
    </dgm:pt>
    <dgm:pt modelId="{2FFFA884-71F4-764E-8E4D-F032A56FC4E5}">
      <dgm:prSet custT="1"/>
      <dgm:spPr/>
      <dgm:t>
        <a:bodyPr/>
        <a:lstStyle/>
        <a:p>
          <a:r>
            <a:rPr lang="en-US" sz="1000" b="1" dirty="0"/>
            <a:t>SYSTEM EVALUATION</a:t>
          </a:r>
        </a:p>
      </dgm:t>
    </dgm:pt>
    <dgm:pt modelId="{329B5C54-0285-4144-9B13-7675A395608B}" cxnId="{D8BA30C9-A2DA-AF4F-9A5D-F8218B47AD68}" type="parTrans">
      <dgm:prSet/>
      <dgm:spPr/>
      <dgm:t>
        <a:bodyPr/>
        <a:lstStyle/>
        <a:p>
          <a:endParaRPr lang="en-US"/>
        </a:p>
      </dgm:t>
    </dgm:pt>
    <dgm:pt modelId="{7907BE22-B0F0-674B-9302-6C6541478E87}" cxnId="{D8BA30C9-A2DA-AF4F-9A5D-F8218B47AD68}"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381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92A118A-FD4C-194E-8939-78EB3D90DBA4}" type="pres">
      <dgm:prSet presAssocID="{02A2264F-E618-DC41-A3A2-7276EE41119D}" presName="Name13" presStyleLbl="parChTrans1D2" presStyleIdx="9" presStyleCnt="14"/>
      <dgm:spPr/>
    </dgm:pt>
    <dgm:pt modelId="{0BB44A91-BB76-9F49-A02D-7651ADF611A1}" type="pres">
      <dgm:prSet presAssocID="{87AC5DFF-D55F-CB4D-8250-C79A45FF582B}" presName="childText" presStyleLbl="bgAcc1" presStyleIdx="9" presStyleCnt="14" custScaleX="324459">
        <dgm:presLayoutVars>
          <dgm:bulletEnabled val="1"/>
        </dgm:presLayoutVars>
      </dgm:prSet>
      <dgm:spPr/>
    </dgm:pt>
    <dgm:pt modelId="{ACC786AA-E49D-F148-9348-5AD11974422D}" type="pres">
      <dgm:prSet presAssocID="{BF2C28F4-B8F9-324D-8CC1-D23D7410E3EC}" presName="Name13" presStyleLbl="parChTrans1D2" presStyleIdx="10" presStyleCnt="14"/>
      <dgm:spPr/>
    </dgm:pt>
    <dgm:pt modelId="{2908A42F-3390-4842-86A0-08BF3F83E339}" type="pres">
      <dgm:prSet presAssocID="{A8B0B502-BBC7-3B42-80D8-0F374167D620}" presName="childText" presStyleLbl="bgAcc1" presStyleIdx="10" presStyleCnt="14" custScaleX="324459">
        <dgm:presLayoutVars>
          <dgm:bulletEnabled val="1"/>
        </dgm:presLayoutVars>
      </dgm:prSet>
      <dgm:spPr/>
    </dgm:pt>
    <dgm:pt modelId="{40ED545D-287D-C141-885D-E246B5E4F0AC}" type="pres">
      <dgm:prSet presAssocID="{A87F89C8-A3E5-1A4A-92A6-3A8FA7C9F651}" presName="Name13" presStyleLbl="parChTrans1D2" presStyleIdx="11" presStyleCnt="14"/>
      <dgm:spPr/>
    </dgm:pt>
    <dgm:pt modelId="{361E30B0-32E3-6C49-9085-B0FC7F923612}" type="pres">
      <dgm:prSet presAssocID="{DBC05985-9E94-9C40-A21C-B48D8BC28D81}" presName="childText" presStyleLbl="bgAcc1" presStyleIdx="11" presStyleCnt="14" custScaleX="595750" custScaleY="147090">
        <dgm:presLayoutVars>
          <dgm:bulletEnabled val="1"/>
        </dgm:presLayoutVars>
      </dgm:prSet>
      <dgm:spPr/>
    </dgm:pt>
    <dgm:pt modelId="{032EA522-8B44-5D49-949F-8D5023C50D20}" type="pres">
      <dgm:prSet presAssocID="{329B5C54-0285-4144-9B13-7675A395608B}" presName="Name13" presStyleLbl="parChTrans1D2" presStyleIdx="12" presStyleCnt="14"/>
      <dgm:spPr/>
    </dgm:pt>
    <dgm:pt modelId="{F780F9F5-53D4-434A-8EB3-689966DD715C}" type="pres">
      <dgm:prSet presAssocID="{2FFFA884-71F4-764E-8E4D-F032A56FC4E5}" presName="childText" presStyleLbl="bgAcc1" presStyleIdx="12" presStyleCnt="14" custScaleX="321345">
        <dgm:presLayoutVars>
          <dgm:bulletEnabled val="1"/>
        </dgm:presLayoutVars>
      </dgm:prSet>
      <dgm:spPr/>
    </dgm:pt>
    <dgm:pt modelId="{54A495E5-B170-F04E-B636-AFD463633DB3}" type="pres">
      <dgm:prSet presAssocID="{6B239156-39FB-714E-AAA6-1987BDDD14B2}" presName="Name13" presStyleLbl="parChTrans1D2" presStyleIdx="13" presStyleCnt="14"/>
      <dgm:spPr/>
    </dgm:pt>
    <dgm:pt modelId="{1629B4D8-0856-334D-BFED-103CAC3558C3}" type="pres">
      <dgm:prSet presAssocID="{C6FB1164-C898-6E45-901B-EBFEDC211A48}" presName="childText" presStyleLbl="bgAcc1" presStyleIdx="13" presStyleCnt="14" custScaleX="322332">
        <dgm:presLayoutVars>
          <dgm:bulletEnabled val="1"/>
        </dgm:presLayoutVars>
      </dgm:prSet>
      <dgm:spPr/>
    </dgm:pt>
  </dgm:ptLst>
  <dgm:cxnLst>
    <dgm:cxn modelId="{47865001-788B-3940-8738-A146B2349D25}" srcId="{89000C22-FEA5-384E-9C5D-5DBFD16F50E3}" destId="{87AC5DFF-D55F-CB4D-8250-C79A45FF582B}" srcOrd="9" destOrd="0" parTransId="{02A2264F-E618-DC41-A3A2-7276EE41119D}" sibTransId="{C05490B1-0629-9942-BCDA-AE7C5CEAB257}"/>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1C81CB1A-0DA2-A644-A7B8-F00F18ADE660}" type="presOf" srcId="{A8B0B502-BBC7-3B42-80D8-0F374167D620}" destId="{2908A42F-3390-4842-86A0-08BF3F83E339}" srcOrd="0" destOrd="0" presId="urn:microsoft.com/office/officeart/2005/8/layout/hierarchy3"/>
    <dgm:cxn modelId="{AC23671C-95E3-E547-8241-2139E291AA4D}" type="presOf" srcId="{9D58612D-A3F0-FB49-84DC-EAFFF2AE809B}" destId="{B28370AA-BA54-A944-8F0A-53F5C92903B0}"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F0AB8529-2A1D-9D47-901C-525098B4F3D9}" type="presOf" srcId="{2106306D-5EAC-3844-B2F6-5D9A2FC95BE9}" destId="{174EF6B6-AD75-7F48-9A8A-1E91D55820AE}" srcOrd="0" destOrd="0" presId="urn:microsoft.com/office/officeart/2005/8/layout/hierarchy3"/>
    <dgm:cxn modelId="{B5F4ED36-E070-794F-BE9B-E63A6285A63C}" type="presOf" srcId="{2FFFA884-71F4-764E-8E4D-F032A56FC4E5}" destId="{F780F9F5-53D4-434A-8EB3-689966DD715C}" srcOrd="0" destOrd="0" presId="urn:microsoft.com/office/officeart/2005/8/layout/hierarchy3"/>
    <dgm:cxn modelId="{EC9B593D-E013-234D-9478-FECAFCB0487A}" srcId="{89000C22-FEA5-384E-9C5D-5DBFD16F50E3}" destId="{C6FB1164-C898-6E45-901B-EBFEDC211A48}" srcOrd="13" destOrd="0" parTransId="{6B239156-39FB-714E-AAA6-1987BDDD14B2}" sibTransId="{8092EA62-81D4-2E4A-9C50-B556E86FA9D9}"/>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11" destOrd="0" parTransId="{A87F89C8-A3E5-1A4A-92A6-3A8FA7C9F651}" sibTransId="{293A3EF5-C3F5-7744-81BD-021B767F045C}"/>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B93B1F83-E760-5646-9097-1E82DFE6293D}" type="presOf" srcId="{BF2C28F4-B8F9-324D-8CC1-D23D7410E3EC}" destId="{ACC786AA-E49D-F148-9348-5AD11974422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3D60C88A-5C59-034E-A967-AC21305A040B}" srcId="{89000C22-FEA5-384E-9C5D-5DBFD16F50E3}" destId="{A8B0B502-BBC7-3B42-80D8-0F374167D620}" srcOrd="10" destOrd="0" parTransId="{BF2C28F4-B8F9-324D-8CC1-D23D7410E3EC}" sibTransId="{3388340F-F464-C540-B9A6-A6A2A22D8566}"/>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D5A68395-C6AD-884C-964B-1F4CCAB8074C}" type="presOf" srcId="{6B239156-39FB-714E-AAA6-1987BDDD14B2}" destId="{54A495E5-B170-F04E-B636-AFD463633DB3}"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2346779D-2C16-EB41-9129-729116D1A552}" type="presOf" srcId="{C6FB1164-C898-6E45-901B-EBFEDC211A48}" destId="{1629B4D8-0856-334D-BFED-103CAC3558C3}"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9A5CADBA-9A5D-B846-9111-862092541F1E}" type="presOf" srcId="{329B5C54-0285-4144-9B13-7675A395608B}" destId="{032EA522-8B44-5D49-949F-8D5023C50D20}"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8BA30C9-A2DA-AF4F-9A5D-F8218B47AD68}" srcId="{89000C22-FEA5-384E-9C5D-5DBFD16F50E3}" destId="{2FFFA884-71F4-764E-8E4D-F032A56FC4E5}" srcOrd="12" destOrd="0" parTransId="{329B5C54-0285-4144-9B13-7675A395608B}" sibTransId="{7907BE22-B0F0-674B-9302-6C6541478E87}"/>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B8A905E7-823B-3A40-9303-CA32833EFD03}" type="presOf" srcId="{02A2264F-E618-DC41-A3A2-7276EE41119D}" destId="{492A118A-FD4C-194E-8939-78EB3D90DBA4}" srcOrd="0" destOrd="0" presId="urn:microsoft.com/office/officeart/2005/8/layout/hierarchy3"/>
    <dgm:cxn modelId="{25A9FFEE-1DE1-CD42-ABD6-F1EC48992441}" type="presOf" srcId="{87AC5DFF-D55F-CB4D-8250-C79A45FF582B}" destId="{0BB44A91-BB76-9F49-A02D-7651ADF611A1}"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A8503FFC-9C4F-9446-9E43-790188291075}" type="presParOf" srcId="{626C2B61-5D1A-A247-B3C0-7F0637E532F7}" destId="{492A118A-FD4C-194E-8939-78EB3D90DBA4}" srcOrd="18" destOrd="0" presId="urn:microsoft.com/office/officeart/2005/8/layout/hierarchy3"/>
    <dgm:cxn modelId="{FE2EE601-4DEE-FA4F-9BF4-50EB5E902EE5}" type="presParOf" srcId="{626C2B61-5D1A-A247-B3C0-7F0637E532F7}" destId="{0BB44A91-BB76-9F49-A02D-7651ADF611A1}" srcOrd="19" destOrd="0" presId="urn:microsoft.com/office/officeart/2005/8/layout/hierarchy3"/>
    <dgm:cxn modelId="{070D9C91-EDF9-D040-95EF-CCAB0F4FFD17}" type="presParOf" srcId="{626C2B61-5D1A-A247-B3C0-7F0637E532F7}" destId="{ACC786AA-E49D-F148-9348-5AD11974422D}" srcOrd="20" destOrd="0" presId="urn:microsoft.com/office/officeart/2005/8/layout/hierarchy3"/>
    <dgm:cxn modelId="{36C1F6C6-7369-FD42-8EED-D7FBE6054CF7}" type="presParOf" srcId="{626C2B61-5D1A-A247-B3C0-7F0637E532F7}" destId="{2908A42F-3390-4842-86A0-08BF3F83E339}" srcOrd="21" destOrd="0" presId="urn:microsoft.com/office/officeart/2005/8/layout/hierarchy3"/>
    <dgm:cxn modelId="{C13FD89E-D137-4F41-81BB-8FF264C2E053}" type="presParOf" srcId="{626C2B61-5D1A-A247-B3C0-7F0637E532F7}" destId="{40ED545D-287D-C141-885D-E246B5E4F0AC}" srcOrd="22" destOrd="0" presId="urn:microsoft.com/office/officeart/2005/8/layout/hierarchy3"/>
    <dgm:cxn modelId="{2E669BCF-F06C-F742-90CB-AF3F2F895485}" type="presParOf" srcId="{626C2B61-5D1A-A247-B3C0-7F0637E532F7}" destId="{361E30B0-32E3-6C49-9085-B0FC7F923612}" srcOrd="23" destOrd="0" presId="urn:microsoft.com/office/officeart/2005/8/layout/hierarchy3"/>
    <dgm:cxn modelId="{1EA71B15-2CBA-E046-9076-93A18F3321E6}" type="presParOf" srcId="{626C2B61-5D1A-A247-B3C0-7F0637E532F7}" destId="{032EA522-8B44-5D49-949F-8D5023C50D20}" srcOrd="24" destOrd="0" presId="urn:microsoft.com/office/officeart/2005/8/layout/hierarchy3"/>
    <dgm:cxn modelId="{189B5B09-8ECD-DD4E-BB4F-7D80B8F2852E}" type="presParOf" srcId="{626C2B61-5D1A-A247-B3C0-7F0637E532F7}" destId="{F780F9F5-53D4-434A-8EB3-689966DD715C}" srcOrd="25" destOrd="0" presId="urn:microsoft.com/office/officeart/2005/8/layout/hierarchy3"/>
    <dgm:cxn modelId="{D6E6F5F2-A027-A347-9909-E101739158D0}" type="presParOf" srcId="{626C2B61-5D1A-A247-B3C0-7F0637E532F7}" destId="{54A495E5-B170-F04E-B636-AFD463633DB3}" srcOrd="26" destOrd="0" presId="urn:microsoft.com/office/officeart/2005/8/layout/hierarchy3"/>
    <dgm:cxn modelId="{D0EFFE81-B9EB-E14B-9D1D-EF0116CCD0B1}" type="presParOf" srcId="{626C2B61-5D1A-A247-B3C0-7F0637E532F7}" destId="{1629B4D8-0856-334D-BFED-103CAC3558C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US" sz="1800" b="1" dirty="0">
              <a:solidFill>
                <a:srgbClr val="C00000"/>
              </a:solidFill>
            </a:rPr>
            <a:t>SYSTEM EVALUATION</a:t>
          </a:r>
          <a:endParaRPr lang="en-PH" sz="1800" b="1" dirty="0">
            <a:solidFill>
              <a:srgbClr val="C00000"/>
            </a:solidFill>
          </a:endParaRP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87AC5DFF-D55F-CB4D-8250-C79A45FF582B}">
      <dgm:prSet custT="1"/>
      <dgm:spPr/>
      <dgm:t>
        <a:bodyPr/>
        <a:lstStyle/>
        <a:p>
          <a:r>
            <a:rPr lang="en-US" sz="1000" b="1" dirty="0"/>
            <a:t>USER INTERFACE DESIGN(PROTOTYPE)</a:t>
          </a:r>
        </a:p>
      </dgm:t>
    </dgm:pt>
    <dgm:pt modelId="{02A2264F-E618-DC41-A3A2-7276EE41119D}" cxnId="{47865001-788B-3940-8738-A146B2349D25}" type="parTrans">
      <dgm:prSet/>
      <dgm:spPr/>
      <dgm:t>
        <a:bodyPr/>
        <a:lstStyle/>
        <a:p>
          <a:endParaRPr lang="en-US"/>
        </a:p>
      </dgm:t>
    </dgm:pt>
    <dgm:pt modelId="{C05490B1-0629-9942-BCDA-AE7C5CEAB257}" cxnId="{47865001-788B-3940-8738-A146B2349D25}" type="sibTrans">
      <dgm:prSet/>
      <dgm:spPr/>
      <dgm:t>
        <a:bodyPr/>
        <a:lstStyle/>
        <a:p>
          <a:endParaRPr lang="en-US"/>
        </a:p>
      </dgm:t>
    </dgm:pt>
    <dgm:pt modelId="{A8B0B502-BBC7-3B42-80D8-0F374167D620}">
      <dgm:prSet custT="1"/>
      <dgm:spPr/>
      <dgm:t>
        <a:bodyPr/>
        <a:lstStyle/>
        <a:p>
          <a:r>
            <a:rPr lang="en-US" sz="800" b="1" dirty="0"/>
            <a:t>SOFTWARE PLATFORMS,DEVELOPMENT, ENVIRONMENTS &amp; TOOLS</a:t>
          </a:r>
        </a:p>
      </dgm:t>
    </dgm:pt>
    <dgm:pt modelId="{BF2C28F4-B8F9-324D-8CC1-D23D7410E3EC}" cxnId="{3D60C88A-5C59-034E-A967-AC21305A040B}" type="parTrans">
      <dgm:prSet/>
      <dgm:spPr/>
      <dgm:t>
        <a:bodyPr/>
        <a:lstStyle/>
        <a:p>
          <a:endParaRPr lang="en-US"/>
        </a:p>
      </dgm:t>
    </dgm:pt>
    <dgm:pt modelId="{3388340F-F464-C540-B9A6-A6A2A22D8566}" cxnId="{3D60C88A-5C59-034E-A967-AC21305A040B}" type="sibTrans">
      <dgm:prSet/>
      <dgm:spPr/>
      <dgm:t>
        <a:bodyPr/>
        <a:lstStyle/>
        <a:p>
          <a:endParaRPr lang="en-US"/>
        </a:p>
      </dgm:t>
    </dgm:pt>
    <dgm:pt modelId="{644AE229-D51E-A946-B910-7BB816C4C452}">
      <dgm:prSet custT="1"/>
      <dgm:spPr/>
      <dgm:t>
        <a:bodyPr/>
        <a:lstStyle/>
        <a:p>
          <a:r>
            <a:rPr lang="en-US" sz="1000" b="1" dirty="0">
              <a:solidFill>
                <a:schemeClr val="tx1"/>
              </a:solidFill>
            </a:rPr>
            <a:t>RESEARCH ETHICAL STANDARDS</a:t>
          </a:r>
          <a:endParaRPr lang="en-US" sz="1000" dirty="0">
            <a:solidFill>
              <a:schemeClr val="tx1"/>
            </a:solidFill>
          </a:endParaRPr>
        </a:p>
      </dgm:t>
    </dgm:pt>
    <dgm:pt modelId="{FEE9C83C-7CC6-EB43-95FE-1D5300C09E79}" cxnId="{6A1F5475-0CC5-E445-B6C8-117716D9228B}" type="parTrans">
      <dgm:prSet/>
      <dgm:spPr/>
      <dgm:t>
        <a:bodyPr/>
        <a:lstStyle/>
        <a:p>
          <a:endParaRPr lang="en-US"/>
        </a:p>
      </dgm:t>
    </dgm:pt>
    <dgm:pt modelId="{944A6682-9817-814F-9254-ABAFA4608107}" cxnId="{6A1F5475-0CC5-E445-B6C8-117716D9228B}" type="sibTrans">
      <dgm:prSet/>
      <dgm:spPr/>
      <dgm:t>
        <a:bodyPr/>
        <a:lstStyle/>
        <a:p>
          <a:endParaRPr lang="en-US"/>
        </a:p>
      </dgm:t>
    </dgm:pt>
    <dgm:pt modelId="{6F088594-11FC-C943-B63E-8F97C8FA31E3}">
      <dgm:prSet custT="1"/>
      <dgm:spPr/>
      <dgm:t>
        <a:bodyPr/>
        <a:lstStyle/>
        <a:p>
          <a:r>
            <a:rPr lang="en-US" sz="1000" b="1" dirty="0"/>
            <a:t>HARDWARE REQUIREMENTS</a:t>
          </a:r>
        </a:p>
      </dgm:t>
    </dgm:pt>
    <dgm:pt modelId="{0CC3E8F5-0171-DC4F-A243-DBDF3D279A30}" cxnId="{D04A5215-67AA-294F-AFB6-120E6EEFB17E}" type="parTrans">
      <dgm:prSet/>
      <dgm:spPr/>
      <dgm:t>
        <a:bodyPr/>
        <a:lstStyle/>
        <a:p>
          <a:endParaRPr lang="en-US"/>
        </a:p>
      </dgm:t>
    </dgm:pt>
    <dgm:pt modelId="{ADCE1DBD-3DAD-C041-BA11-B8F908442875}" cxnId="{D04A5215-67AA-294F-AFB6-120E6EEFB17E}"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296400"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92A118A-FD4C-194E-8939-78EB3D90DBA4}" type="pres">
      <dgm:prSet presAssocID="{02A2264F-E618-DC41-A3A2-7276EE41119D}" presName="Name13" presStyleLbl="parChTrans1D2" presStyleIdx="9" presStyleCnt="14"/>
      <dgm:spPr/>
    </dgm:pt>
    <dgm:pt modelId="{0BB44A91-BB76-9F49-A02D-7651ADF611A1}" type="pres">
      <dgm:prSet presAssocID="{87AC5DFF-D55F-CB4D-8250-C79A45FF582B}" presName="childText" presStyleLbl="bgAcc1" presStyleIdx="9" presStyleCnt="14" custScaleX="324459">
        <dgm:presLayoutVars>
          <dgm:bulletEnabled val="1"/>
        </dgm:presLayoutVars>
      </dgm:prSet>
      <dgm:spPr/>
    </dgm:pt>
    <dgm:pt modelId="{ACC786AA-E49D-F148-9348-5AD11974422D}" type="pres">
      <dgm:prSet presAssocID="{BF2C28F4-B8F9-324D-8CC1-D23D7410E3EC}" presName="Name13" presStyleLbl="parChTrans1D2" presStyleIdx="10" presStyleCnt="14"/>
      <dgm:spPr/>
    </dgm:pt>
    <dgm:pt modelId="{2908A42F-3390-4842-86A0-08BF3F83E339}" type="pres">
      <dgm:prSet presAssocID="{A8B0B502-BBC7-3B42-80D8-0F374167D620}" presName="childText" presStyleLbl="bgAcc1" presStyleIdx="10" presStyleCnt="14" custScaleX="324459">
        <dgm:presLayoutVars>
          <dgm:bulletEnabled val="1"/>
        </dgm:presLayoutVars>
      </dgm:prSet>
      <dgm:spPr/>
    </dgm:pt>
    <dgm:pt modelId="{BC5633CA-3CB9-A646-B857-512461B94DCD}" type="pres">
      <dgm:prSet presAssocID="{0CC3E8F5-0171-DC4F-A243-DBDF3D279A30}" presName="Name13" presStyleLbl="parChTrans1D2" presStyleIdx="11" presStyleCnt="14"/>
      <dgm:spPr/>
    </dgm:pt>
    <dgm:pt modelId="{7F116E25-6E5E-3C47-8A3A-AD4C08378E35}" type="pres">
      <dgm:prSet presAssocID="{6F088594-11FC-C943-B63E-8F97C8FA31E3}" presName="childText" presStyleLbl="bgAcc1" presStyleIdx="11" presStyleCnt="14" custScaleX="319729">
        <dgm:presLayoutVars>
          <dgm:bulletEnabled val="1"/>
        </dgm:presLayoutVars>
      </dgm:prSet>
      <dgm:spPr/>
    </dgm:pt>
    <dgm:pt modelId="{40ED545D-287D-C141-885D-E246B5E4F0AC}" type="pres">
      <dgm:prSet presAssocID="{A87F89C8-A3E5-1A4A-92A6-3A8FA7C9F651}" presName="Name13" presStyleLbl="parChTrans1D2" presStyleIdx="12" presStyleCnt="14"/>
      <dgm:spPr/>
    </dgm:pt>
    <dgm:pt modelId="{361E30B0-32E3-6C49-9085-B0FC7F923612}" type="pres">
      <dgm:prSet presAssocID="{DBC05985-9E94-9C40-A21C-B48D8BC28D81}" presName="childText" presStyleLbl="bgAcc1" presStyleIdx="12" presStyleCnt="14" custScaleX="534301" custScaleY="107675">
        <dgm:presLayoutVars>
          <dgm:bulletEnabled val="1"/>
        </dgm:presLayoutVars>
      </dgm:prSet>
      <dgm:spPr/>
    </dgm:pt>
    <dgm:pt modelId="{93FFD732-BF2A-7F4F-85EA-137D17366A6F}" type="pres">
      <dgm:prSet presAssocID="{FEE9C83C-7CC6-EB43-95FE-1D5300C09E79}" presName="Name13" presStyleLbl="parChTrans1D2" presStyleIdx="13" presStyleCnt="14"/>
      <dgm:spPr/>
    </dgm:pt>
    <dgm:pt modelId="{F94A1A01-DA38-9448-95C8-3C4097E70363}" type="pres">
      <dgm:prSet presAssocID="{644AE229-D51E-A946-B910-7BB816C4C452}" presName="childText" presStyleLbl="bgAcc1" presStyleIdx="13" presStyleCnt="14" custScaleX="325844" custScaleY="86668">
        <dgm:presLayoutVars>
          <dgm:bulletEnabled val="1"/>
        </dgm:presLayoutVars>
      </dgm:prSet>
      <dgm:spPr/>
    </dgm:pt>
  </dgm:ptLst>
  <dgm:cxnLst>
    <dgm:cxn modelId="{47865001-788B-3940-8738-A146B2349D25}" srcId="{89000C22-FEA5-384E-9C5D-5DBFD16F50E3}" destId="{87AC5DFF-D55F-CB4D-8250-C79A45FF582B}" srcOrd="9" destOrd="0" parTransId="{02A2264F-E618-DC41-A3A2-7276EE41119D}" sibTransId="{C05490B1-0629-9942-BCDA-AE7C5CEAB257}"/>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66E0EA12-681D-CB4E-B3D2-16E58F4B00A3}" type="presOf" srcId="{6F088594-11FC-C943-B63E-8F97C8FA31E3}" destId="{7F116E25-6E5E-3C47-8A3A-AD4C08378E35}"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D04A5215-67AA-294F-AFB6-120E6EEFB17E}" srcId="{89000C22-FEA5-384E-9C5D-5DBFD16F50E3}" destId="{6F088594-11FC-C943-B63E-8F97C8FA31E3}" srcOrd="11" destOrd="0" parTransId="{0CC3E8F5-0171-DC4F-A243-DBDF3D279A30}" sibTransId="{ADCE1DBD-3DAD-C041-BA11-B8F908442875}"/>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1C81CB1A-0DA2-A644-A7B8-F00F18ADE660}" type="presOf" srcId="{A8B0B502-BBC7-3B42-80D8-0F374167D620}" destId="{2908A42F-3390-4842-86A0-08BF3F83E339}" srcOrd="0" destOrd="0" presId="urn:microsoft.com/office/officeart/2005/8/layout/hierarchy3"/>
    <dgm:cxn modelId="{AC23671C-95E3-E547-8241-2139E291AA4D}" type="presOf" srcId="{9D58612D-A3F0-FB49-84DC-EAFFF2AE809B}" destId="{B28370AA-BA54-A944-8F0A-53F5C92903B0}" srcOrd="0" destOrd="0" presId="urn:microsoft.com/office/officeart/2005/8/layout/hierarchy3"/>
    <dgm:cxn modelId="{2949E51E-2B01-164D-B8B8-A62906FEE89A}" type="presOf" srcId="{644AE229-D51E-A946-B910-7BB816C4C452}" destId="{F94A1A01-DA38-9448-95C8-3C4097E70363}" srcOrd="0" destOrd="0" presId="urn:microsoft.com/office/officeart/2005/8/layout/hierarchy3"/>
    <dgm:cxn modelId="{516DC723-46D0-4F49-9F29-ABED5818B867}" type="presOf" srcId="{0CC3E8F5-0171-DC4F-A243-DBDF3D279A30}" destId="{BC5633CA-3CB9-A646-B857-512461B94DCD}"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F0AB8529-2A1D-9D47-901C-525098B4F3D9}" type="presOf" srcId="{2106306D-5EAC-3844-B2F6-5D9A2FC95BE9}" destId="{174EF6B6-AD75-7F48-9A8A-1E91D55820AE}" srcOrd="0" destOrd="0" presId="urn:microsoft.com/office/officeart/2005/8/layout/hierarchy3"/>
    <dgm:cxn modelId="{BBA9173F-3720-BF4E-9230-9276D9C4E6C3}" srcId="{89000C22-FEA5-384E-9C5D-5DBFD16F50E3}" destId="{1C50EFBD-3D8E-A14D-881B-DFA94852C9B0}" srcOrd="7" destOrd="0" parTransId="{AEAA1980-10E7-DA4D-A24A-A75749D21B3B}" sibTransId="{452357DB-6A60-9C48-A486-28ECD51222D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12" destOrd="0" parTransId="{A87F89C8-A3E5-1A4A-92A6-3A8FA7C9F651}" sibTransId="{293A3EF5-C3F5-7744-81BD-021B767F045C}"/>
    <dgm:cxn modelId="{B1E99B74-D096-FE4B-86B0-E91D659A6DB7}" type="presOf" srcId="{009F508A-627F-7141-A2A8-B9A0D63424E9}" destId="{AE24331F-02B4-A440-8423-B08D469F9255}" srcOrd="0" destOrd="0" presId="urn:microsoft.com/office/officeart/2005/8/layout/hierarchy3"/>
    <dgm:cxn modelId="{6A1F5475-0CC5-E445-B6C8-117716D9228B}" srcId="{89000C22-FEA5-384E-9C5D-5DBFD16F50E3}" destId="{644AE229-D51E-A946-B910-7BB816C4C452}" srcOrd="13" destOrd="0" parTransId="{FEE9C83C-7CC6-EB43-95FE-1D5300C09E79}" sibTransId="{944A6682-9817-814F-9254-ABAFA4608107}"/>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B93B1F83-E760-5646-9097-1E82DFE6293D}" type="presOf" srcId="{BF2C28F4-B8F9-324D-8CC1-D23D7410E3EC}" destId="{ACC786AA-E49D-F148-9348-5AD11974422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3D60C88A-5C59-034E-A967-AC21305A040B}" srcId="{89000C22-FEA5-384E-9C5D-5DBFD16F50E3}" destId="{A8B0B502-BBC7-3B42-80D8-0F374167D620}" srcOrd="10" destOrd="0" parTransId="{BF2C28F4-B8F9-324D-8CC1-D23D7410E3EC}" sibTransId="{3388340F-F464-C540-B9A6-A6A2A22D8566}"/>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5ADCD0BC-19A3-3C4E-9853-35D14EC8F62B}" type="presOf" srcId="{FEE9C83C-7CC6-EB43-95FE-1D5300C09E79}" destId="{93FFD732-BF2A-7F4F-85EA-137D17366A6F}"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B8A905E7-823B-3A40-9303-CA32833EFD03}" type="presOf" srcId="{02A2264F-E618-DC41-A3A2-7276EE41119D}" destId="{492A118A-FD4C-194E-8939-78EB3D90DBA4}" srcOrd="0" destOrd="0" presId="urn:microsoft.com/office/officeart/2005/8/layout/hierarchy3"/>
    <dgm:cxn modelId="{25A9FFEE-1DE1-CD42-ABD6-F1EC48992441}" type="presOf" srcId="{87AC5DFF-D55F-CB4D-8250-C79A45FF582B}" destId="{0BB44A91-BB76-9F49-A02D-7651ADF611A1}" srcOrd="0" destOrd="0" presId="urn:microsoft.com/office/officeart/2005/8/layout/hierarchy3"/>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A8503FFC-9C4F-9446-9E43-790188291075}" type="presParOf" srcId="{626C2B61-5D1A-A247-B3C0-7F0637E532F7}" destId="{492A118A-FD4C-194E-8939-78EB3D90DBA4}" srcOrd="18" destOrd="0" presId="urn:microsoft.com/office/officeart/2005/8/layout/hierarchy3"/>
    <dgm:cxn modelId="{FE2EE601-4DEE-FA4F-9BF4-50EB5E902EE5}" type="presParOf" srcId="{626C2B61-5D1A-A247-B3C0-7F0637E532F7}" destId="{0BB44A91-BB76-9F49-A02D-7651ADF611A1}" srcOrd="19" destOrd="0" presId="urn:microsoft.com/office/officeart/2005/8/layout/hierarchy3"/>
    <dgm:cxn modelId="{070D9C91-EDF9-D040-95EF-CCAB0F4FFD17}" type="presParOf" srcId="{626C2B61-5D1A-A247-B3C0-7F0637E532F7}" destId="{ACC786AA-E49D-F148-9348-5AD11974422D}" srcOrd="20" destOrd="0" presId="urn:microsoft.com/office/officeart/2005/8/layout/hierarchy3"/>
    <dgm:cxn modelId="{36C1F6C6-7369-FD42-8EED-D7FBE6054CF7}" type="presParOf" srcId="{626C2B61-5D1A-A247-B3C0-7F0637E532F7}" destId="{2908A42F-3390-4842-86A0-08BF3F83E339}" srcOrd="21" destOrd="0" presId="urn:microsoft.com/office/officeart/2005/8/layout/hierarchy3"/>
    <dgm:cxn modelId="{6F9E0844-5B6F-214D-B4A0-094D6308D63F}" type="presParOf" srcId="{626C2B61-5D1A-A247-B3C0-7F0637E532F7}" destId="{BC5633CA-3CB9-A646-B857-512461B94DCD}" srcOrd="22" destOrd="0" presId="urn:microsoft.com/office/officeart/2005/8/layout/hierarchy3"/>
    <dgm:cxn modelId="{F8F92FDF-04BD-EC40-8B05-1B8EE3D5A2FE}" type="presParOf" srcId="{626C2B61-5D1A-A247-B3C0-7F0637E532F7}" destId="{7F116E25-6E5E-3C47-8A3A-AD4C08378E35}" srcOrd="23" destOrd="0" presId="urn:microsoft.com/office/officeart/2005/8/layout/hierarchy3"/>
    <dgm:cxn modelId="{C13FD89E-D137-4F41-81BB-8FF264C2E053}" type="presParOf" srcId="{626C2B61-5D1A-A247-B3C0-7F0637E532F7}" destId="{40ED545D-287D-C141-885D-E246B5E4F0AC}" srcOrd="24" destOrd="0" presId="urn:microsoft.com/office/officeart/2005/8/layout/hierarchy3"/>
    <dgm:cxn modelId="{2E669BCF-F06C-F742-90CB-AF3F2F895485}" type="presParOf" srcId="{626C2B61-5D1A-A247-B3C0-7F0637E532F7}" destId="{361E30B0-32E3-6C49-9085-B0FC7F923612}" srcOrd="25" destOrd="0" presId="urn:microsoft.com/office/officeart/2005/8/layout/hierarchy3"/>
    <dgm:cxn modelId="{80CEFA69-9B01-0A47-A0C8-077FEE130E31}" type="presParOf" srcId="{626C2B61-5D1A-A247-B3C0-7F0637E532F7}" destId="{93FFD732-BF2A-7F4F-85EA-137D17366A6F}" srcOrd="26" destOrd="0" presId="urn:microsoft.com/office/officeart/2005/8/layout/hierarchy3"/>
    <dgm:cxn modelId="{7DE1C5F2-53E8-6149-B497-68EC66F56587}" type="presParOf" srcId="{626C2B61-5D1A-A247-B3C0-7F0637E532F7}" destId="{F94A1A01-DA38-9448-95C8-3C4097E70363}"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E886C307-5AC0-E94F-AFBC-B1E26CEDE0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89000C22-FEA5-384E-9C5D-5DBFD16F50E3}">
      <dgm:prSet custT="1"/>
      <dgm:spPr>
        <a:solidFill>
          <a:srgbClr val="FFFF00"/>
        </a:solidFill>
        <a:ln>
          <a:solidFill>
            <a:srgbClr val="002060"/>
          </a:solidFill>
        </a:ln>
      </dgm:spPr>
      <dgm:t>
        <a:bodyPr/>
        <a:lstStyle/>
        <a:p>
          <a:r>
            <a:rPr lang="en-PH" sz="2000" b="1" dirty="0">
              <a:solidFill>
                <a:schemeClr val="tx1"/>
              </a:solidFill>
            </a:rPr>
            <a:t>METHODOLOGY</a:t>
          </a:r>
        </a:p>
      </dgm:t>
    </dgm:pt>
    <dgm:pt modelId="{8E4D1E7A-90CB-7B4F-A478-E1AECC83D98E}" cxnId="{BE5E6517-1CED-F744-BD74-265C8770F636}" type="parTrans">
      <dgm:prSet/>
      <dgm:spPr/>
      <dgm:t>
        <a:bodyPr/>
        <a:lstStyle/>
        <a:p>
          <a:endParaRPr lang="en-US"/>
        </a:p>
      </dgm:t>
    </dgm:pt>
    <dgm:pt modelId="{72679D0B-00C4-C04C-9E2E-BD79127DC264}" cxnId="{BE5E6517-1CED-F744-BD74-265C8770F636}" type="sibTrans">
      <dgm:prSet/>
      <dgm:spPr/>
      <dgm:t>
        <a:bodyPr/>
        <a:lstStyle/>
        <a:p>
          <a:endParaRPr lang="en-US"/>
        </a:p>
      </dgm:t>
    </dgm:pt>
    <dgm:pt modelId="{A193DC30-7AA4-8F45-94E1-D8409D613215}">
      <dgm:prSet custT="1"/>
      <dgm:spPr/>
      <dgm:t>
        <a:bodyPr/>
        <a:lstStyle/>
        <a:p>
          <a:r>
            <a:rPr lang="en-PH" sz="1000" b="1" dirty="0"/>
            <a:t>RESEARCH DESIGN</a:t>
          </a:r>
        </a:p>
      </dgm:t>
    </dgm:pt>
    <dgm:pt modelId="{0CB1521A-FC49-2A48-AE32-8F839A7EE93A}" cxnId="{D0C66CC1-7D35-E148-9A38-A864B355F221}" type="parTrans">
      <dgm:prSet/>
      <dgm:spPr/>
      <dgm:t>
        <a:bodyPr/>
        <a:lstStyle/>
        <a:p>
          <a:endParaRPr lang="en-US"/>
        </a:p>
      </dgm:t>
    </dgm:pt>
    <dgm:pt modelId="{CBBC1CA2-4F03-9E4E-B118-7B93B2824A19}" cxnId="{D0C66CC1-7D35-E148-9A38-A864B355F221}" type="sibTrans">
      <dgm:prSet/>
      <dgm:spPr/>
      <dgm:t>
        <a:bodyPr/>
        <a:lstStyle/>
        <a:p>
          <a:endParaRPr lang="en-US"/>
        </a:p>
      </dgm:t>
    </dgm:pt>
    <dgm:pt modelId="{CC69FECA-93AA-6845-87DF-680A103E257B}">
      <dgm:prSet custT="1"/>
      <dgm:spPr/>
      <dgm:t>
        <a:bodyPr/>
        <a:lstStyle/>
        <a:p>
          <a:r>
            <a:rPr lang="en-PH" sz="1000" b="1" dirty="0"/>
            <a:t>SOFTWARE DEVELOPMENT LIFE CYCLE</a:t>
          </a:r>
        </a:p>
      </dgm:t>
    </dgm:pt>
    <dgm:pt modelId="{2C2B7EAF-F0D0-B84A-A51F-0B0AE9E6FAC3}" cxnId="{6271C47A-40EF-454A-9E1F-DA5E6190CE30}" type="parTrans">
      <dgm:prSet/>
      <dgm:spPr/>
      <dgm:t>
        <a:bodyPr/>
        <a:lstStyle/>
        <a:p>
          <a:endParaRPr lang="en-US"/>
        </a:p>
      </dgm:t>
    </dgm:pt>
    <dgm:pt modelId="{3AB3436D-6D59-FA43-9CCF-D67495F3AD93}" cxnId="{6271C47A-40EF-454A-9E1F-DA5E6190CE30}" type="sibTrans">
      <dgm:prSet/>
      <dgm:spPr/>
      <dgm:t>
        <a:bodyPr/>
        <a:lstStyle/>
        <a:p>
          <a:endParaRPr lang="en-US"/>
        </a:p>
      </dgm:t>
    </dgm:pt>
    <dgm:pt modelId="{DAED5489-332D-F340-95D4-AB0748F86E36}">
      <dgm:prSet custT="1"/>
      <dgm:spPr/>
      <dgm:t>
        <a:bodyPr/>
        <a:lstStyle/>
        <a:p>
          <a:r>
            <a:rPr lang="en-PH" sz="1000" b="1" dirty="0"/>
            <a:t>SYSTEM ARCHITECTURE</a:t>
          </a:r>
        </a:p>
      </dgm:t>
    </dgm:pt>
    <dgm:pt modelId="{5670801A-6C6C-C541-BBA9-7B8B29143208}" cxnId="{1A800618-F65B-2B46-BDD9-4EE4A68A7EC1}" type="parTrans">
      <dgm:prSet/>
      <dgm:spPr/>
      <dgm:t>
        <a:bodyPr/>
        <a:lstStyle/>
        <a:p>
          <a:endParaRPr lang="en-US"/>
        </a:p>
      </dgm:t>
    </dgm:pt>
    <dgm:pt modelId="{C6E752A7-0A57-944C-AAE1-C3D936C6DA1E}" cxnId="{1A800618-F65B-2B46-BDD9-4EE4A68A7EC1}" type="sibTrans">
      <dgm:prSet/>
      <dgm:spPr/>
      <dgm:t>
        <a:bodyPr/>
        <a:lstStyle/>
        <a:p>
          <a:endParaRPr lang="en-US"/>
        </a:p>
      </dgm:t>
    </dgm:pt>
    <dgm:pt modelId="{6EB2A584-11A8-C044-9C86-8C4606C1C0E3}">
      <dgm:prSet custT="1"/>
      <dgm:spPr/>
      <dgm:t>
        <a:bodyPr/>
        <a:lstStyle/>
        <a:p>
          <a:r>
            <a:rPr lang="en-PH" sz="1000" b="1" dirty="0"/>
            <a:t>CONCEPTUAL FRAMEWORK USED</a:t>
          </a:r>
        </a:p>
      </dgm:t>
    </dgm:pt>
    <dgm:pt modelId="{15888E78-97F8-C24C-B803-18D21A168BC6}" cxnId="{F5FFF58E-81C5-D645-A38A-481F997CC136}" type="parTrans">
      <dgm:prSet/>
      <dgm:spPr/>
      <dgm:t>
        <a:bodyPr/>
        <a:lstStyle/>
        <a:p>
          <a:endParaRPr lang="en-US"/>
        </a:p>
      </dgm:t>
    </dgm:pt>
    <dgm:pt modelId="{09ABF0A1-91CC-3E40-85D9-B5590A70F28F}" cxnId="{F5FFF58E-81C5-D645-A38A-481F997CC136}" type="sibTrans">
      <dgm:prSet/>
      <dgm:spPr/>
      <dgm:t>
        <a:bodyPr/>
        <a:lstStyle/>
        <a:p>
          <a:endParaRPr lang="en-US"/>
        </a:p>
      </dgm:t>
    </dgm:pt>
    <dgm:pt modelId="{DBC05985-9E94-9C40-A21C-B48D8BC28D81}">
      <dgm:prSet custT="1"/>
      <dgm:spPr/>
      <dgm:t>
        <a:bodyPr/>
        <a:lstStyle/>
        <a:p>
          <a:r>
            <a:rPr lang="en-PH" sz="1000" b="1" dirty="0">
              <a:solidFill>
                <a:schemeClr val="tx1"/>
              </a:solidFill>
            </a:rPr>
            <a:t>SYSTEM EVALUATION</a:t>
          </a:r>
        </a:p>
      </dgm:t>
    </dgm:pt>
    <dgm:pt modelId="{293A3EF5-C3F5-7744-81BD-021B767F045C}" cxnId="{4F463C65-6AB1-DB42-95FF-B3A1FA490C84}" type="sibTrans">
      <dgm:prSet/>
      <dgm:spPr/>
      <dgm:t>
        <a:bodyPr/>
        <a:lstStyle/>
        <a:p>
          <a:endParaRPr lang="en-US"/>
        </a:p>
      </dgm:t>
    </dgm:pt>
    <dgm:pt modelId="{A87F89C8-A3E5-1A4A-92A6-3A8FA7C9F651}" cxnId="{4F463C65-6AB1-DB42-95FF-B3A1FA490C84}" type="parTrans">
      <dgm:prSet/>
      <dgm:spPr/>
      <dgm:t>
        <a:bodyPr/>
        <a:lstStyle/>
        <a:p>
          <a:endParaRPr lang="en-US"/>
        </a:p>
      </dgm:t>
    </dgm:pt>
    <dgm:pt modelId="{560053AC-0258-CC41-BDDD-D3FC85F8C2D3}">
      <dgm:prSet custT="1"/>
      <dgm:spPr/>
      <dgm:t>
        <a:bodyPr/>
        <a:lstStyle/>
        <a:p>
          <a:r>
            <a:rPr lang="en-US" sz="1000" b="1" dirty="0"/>
            <a:t>ALGORITHMS/FRAMEWORK USED</a:t>
          </a:r>
        </a:p>
      </dgm:t>
    </dgm:pt>
    <dgm:pt modelId="{1E2C4915-73A8-5947-894F-ECE9C3BC64B8}" cxnId="{C8373D55-B2EA-F346-84EA-3B64179152A6}" type="parTrans">
      <dgm:prSet/>
      <dgm:spPr/>
      <dgm:t>
        <a:bodyPr/>
        <a:lstStyle/>
        <a:p>
          <a:endParaRPr lang="en-US"/>
        </a:p>
      </dgm:t>
    </dgm:pt>
    <dgm:pt modelId="{719008AB-F0A3-2245-83C4-53208B7DF5B8}" cxnId="{C8373D55-B2EA-F346-84EA-3B64179152A6}" type="sibTrans">
      <dgm:prSet/>
      <dgm:spPr/>
      <dgm:t>
        <a:bodyPr/>
        <a:lstStyle/>
        <a:p>
          <a:endParaRPr lang="en-US"/>
        </a:p>
      </dgm:t>
    </dgm:pt>
    <dgm:pt modelId="{ACE8B0F5-F4FB-B34B-93CA-FB69E7B802A1}">
      <dgm:prSet custT="1"/>
      <dgm:spPr/>
      <dgm:t>
        <a:bodyPr/>
        <a:lstStyle/>
        <a:p>
          <a:r>
            <a:rPr lang="en-US" sz="1000" b="1" dirty="0"/>
            <a:t>USE CASE DIAGRAM</a:t>
          </a:r>
        </a:p>
      </dgm:t>
    </dgm:pt>
    <dgm:pt modelId="{63C28B3A-35EE-6D46-A50B-AD30AC7A9580}" cxnId="{12BC68C1-19D3-0340-878F-257388528ADD}" type="parTrans">
      <dgm:prSet/>
      <dgm:spPr/>
      <dgm:t>
        <a:bodyPr/>
        <a:lstStyle/>
        <a:p>
          <a:endParaRPr lang="en-US"/>
        </a:p>
      </dgm:t>
    </dgm:pt>
    <dgm:pt modelId="{120378B3-E687-6C4B-A38C-94D32D1A5C57}" cxnId="{12BC68C1-19D3-0340-878F-257388528ADD}" type="sibTrans">
      <dgm:prSet/>
      <dgm:spPr/>
      <dgm:t>
        <a:bodyPr/>
        <a:lstStyle/>
        <a:p>
          <a:endParaRPr lang="en-US"/>
        </a:p>
      </dgm:t>
    </dgm:pt>
    <dgm:pt modelId="{9D58612D-A3F0-FB49-84DC-EAFFF2AE809B}">
      <dgm:prSet custT="1"/>
      <dgm:spPr/>
      <dgm:t>
        <a:bodyPr/>
        <a:lstStyle/>
        <a:p>
          <a:r>
            <a:rPr lang="en-US" sz="1000" b="1" dirty="0"/>
            <a:t>ACTIVITY DIAGRAM</a:t>
          </a:r>
        </a:p>
      </dgm:t>
    </dgm:pt>
    <dgm:pt modelId="{8311E4ED-4334-E54B-9CEF-1D091F1594FF}" cxnId="{C2A104E7-1D6B-6A43-9280-203CE375353F}" type="parTrans">
      <dgm:prSet/>
      <dgm:spPr/>
      <dgm:t>
        <a:bodyPr/>
        <a:lstStyle/>
        <a:p>
          <a:endParaRPr lang="en-US"/>
        </a:p>
      </dgm:t>
    </dgm:pt>
    <dgm:pt modelId="{7B5A266C-4D2A-B24B-A95F-01C7A343BB2E}" cxnId="{C2A104E7-1D6B-6A43-9280-203CE375353F}" type="sibTrans">
      <dgm:prSet/>
      <dgm:spPr/>
      <dgm:t>
        <a:bodyPr/>
        <a:lstStyle/>
        <a:p>
          <a:endParaRPr lang="en-US"/>
        </a:p>
      </dgm:t>
    </dgm:pt>
    <dgm:pt modelId="{1C50EFBD-3D8E-A14D-881B-DFA94852C9B0}">
      <dgm:prSet custT="1"/>
      <dgm:spPr/>
      <dgm:t>
        <a:bodyPr/>
        <a:lstStyle/>
        <a:p>
          <a:r>
            <a:rPr lang="en-US" sz="1000" b="1" dirty="0"/>
            <a:t>SEQUENCE DIAGRAM</a:t>
          </a:r>
        </a:p>
      </dgm:t>
    </dgm:pt>
    <dgm:pt modelId="{AEAA1980-10E7-DA4D-A24A-A75749D21B3B}" cxnId="{BBA9173F-3720-BF4E-9230-9276D9C4E6C3}" type="parTrans">
      <dgm:prSet/>
      <dgm:spPr/>
      <dgm:t>
        <a:bodyPr/>
        <a:lstStyle/>
        <a:p>
          <a:endParaRPr lang="en-US"/>
        </a:p>
      </dgm:t>
    </dgm:pt>
    <dgm:pt modelId="{452357DB-6A60-9C48-A486-28ECD51222D3}" cxnId="{BBA9173F-3720-BF4E-9230-9276D9C4E6C3}" type="sibTrans">
      <dgm:prSet/>
      <dgm:spPr/>
      <dgm:t>
        <a:bodyPr/>
        <a:lstStyle/>
        <a:p>
          <a:endParaRPr lang="en-US"/>
        </a:p>
      </dgm:t>
    </dgm:pt>
    <dgm:pt modelId="{009F508A-627F-7141-A2A8-B9A0D63424E9}">
      <dgm:prSet custT="1"/>
      <dgm:spPr/>
      <dgm:t>
        <a:bodyPr/>
        <a:lstStyle/>
        <a:p>
          <a:r>
            <a:rPr lang="en-US" sz="1000" b="1" dirty="0"/>
            <a:t>ERD(DATABASE DESIGN)</a:t>
          </a:r>
        </a:p>
      </dgm:t>
    </dgm:pt>
    <dgm:pt modelId="{2106306D-5EAC-3844-B2F6-5D9A2FC95BE9}" cxnId="{B49446D3-59AE-E943-AE0E-68D7AC4EC8D5}" type="parTrans">
      <dgm:prSet/>
      <dgm:spPr/>
      <dgm:t>
        <a:bodyPr/>
        <a:lstStyle/>
        <a:p>
          <a:endParaRPr lang="en-US"/>
        </a:p>
      </dgm:t>
    </dgm:pt>
    <dgm:pt modelId="{5B4CA8E5-4163-CA41-8268-2EB5DC1C53BA}" cxnId="{B49446D3-59AE-E943-AE0E-68D7AC4EC8D5}" type="sibTrans">
      <dgm:prSet/>
      <dgm:spPr/>
      <dgm:t>
        <a:bodyPr/>
        <a:lstStyle/>
        <a:p>
          <a:endParaRPr lang="en-US"/>
        </a:p>
      </dgm:t>
    </dgm:pt>
    <dgm:pt modelId="{87AC5DFF-D55F-CB4D-8250-C79A45FF582B}">
      <dgm:prSet custT="1"/>
      <dgm:spPr/>
      <dgm:t>
        <a:bodyPr/>
        <a:lstStyle/>
        <a:p>
          <a:r>
            <a:rPr lang="en-US" sz="1000" b="1" dirty="0"/>
            <a:t>USER INTERFACE DESIGN(PROTOTYPE)</a:t>
          </a:r>
        </a:p>
      </dgm:t>
    </dgm:pt>
    <dgm:pt modelId="{02A2264F-E618-DC41-A3A2-7276EE41119D}" cxnId="{47865001-788B-3940-8738-A146B2349D25}" type="parTrans">
      <dgm:prSet/>
      <dgm:spPr/>
      <dgm:t>
        <a:bodyPr/>
        <a:lstStyle/>
        <a:p>
          <a:endParaRPr lang="en-US"/>
        </a:p>
      </dgm:t>
    </dgm:pt>
    <dgm:pt modelId="{C05490B1-0629-9942-BCDA-AE7C5CEAB257}" cxnId="{47865001-788B-3940-8738-A146B2349D25}" type="sibTrans">
      <dgm:prSet/>
      <dgm:spPr/>
      <dgm:t>
        <a:bodyPr/>
        <a:lstStyle/>
        <a:p>
          <a:endParaRPr lang="en-US"/>
        </a:p>
      </dgm:t>
    </dgm:pt>
    <dgm:pt modelId="{A8B0B502-BBC7-3B42-80D8-0F374167D620}">
      <dgm:prSet custT="1"/>
      <dgm:spPr/>
      <dgm:t>
        <a:bodyPr/>
        <a:lstStyle/>
        <a:p>
          <a:r>
            <a:rPr lang="en-US" sz="800" b="1" dirty="0"/>
            <a:t>SOFTWARE PLATFORMS,DEVELOPMENT, ENVIRONMENTS &amp; TOOLS</a:t>
          </a:r>
        </a:p>
      </dgm:t>
    </dgm:pt>
    <dgm:pt modelId="{BF2C28F4-B8F9-324D-8CC1-D23D7410E3EC}" cxnId="{3D60C88A-5C59-034E-A967-AC21305A040B}" type="parTrans">
      <dgm:prSet/>
      <dgm:spPr/>
      <dgm:t>
        <a:bodyPr/>
        <a:lstStyle/>
        <a:p>
          <a:endParaRPr lang="en-US"/>
        </a:p>
      </dgm:t>
    </dgm:pt>
    <dgm:pt modelId="{3388340F-F464-C540-B9A6-A6A2A22D8566}" cxnId="{3D60C88A-5C59-034E-A967-AC21305A040B}" type="sibTrans">
      <dgm:prSet/>
      <dgm:spPr/>
      <dgm:t>
        <a:bodyPr/>
        <a:lstStyle/>
        <a:p>
          <a:endParaRPr lang="en-US"/>
        </a:p>
      </dgm:t>
    </dgm:pt>
    <dgm:pt modelId="{A85A6523-A918-354D-97BD-64C07FC34742}">
      <dgm:prSet custT="1"/>
      <dgm:spPr/>
      <dgm:t>
        <a:bodyPr/>
        <a:lstStyle/>
        <a:p>
          <a:r>
            <a:rPr lang="en-US" sz="1800" b="1" dirty="0">
              <a:solidFill>
                <a:srgbClr val="C00000"/>
              </a:solidFill>
            </a:rPr>
            <a:t>RESEARCH ETHICAL STANDARDS</a:t>
          </a:r>
          <a:endParaRPr lang="en-US" sz="1800" dirty="0">
            <a:solidFill>
              <a:srgbClr val="C00000"/>
            </a:solidFill>
          </a:endParaRPr>
        </a:p>
      </dgm:t>
    </dgm:pt>
    <dgm:pt modelId="{C74E608F-C8AD-3B48-AED2-3AC757D69E5F}" cxnId="{EE6710FC-C090-3E42-A2F3-85B941C9A28E}" type="parTrans">
      <dgm:prSet/>
      <dgm:spPr/>
      <dgm:t>
        <a:bodyPr/>
        <a:lstStyle/>
        <a:p>
          <a:endParaRPr lang="en-US"/>
        </a:p>
      </dgm:t>
    </dgm:pt>
    <dgm:pt modelId="{29C2788B-D837-5740-8B81-59E1223349E9}" cxnId="{EE6710FC-C090-3E42-A2F3-85B941C9A28E}" type="sibTrans">
      <dgm:prSet/>
      <dgm:spPr/>
      <dgm:t>
        <a:bodyPr/>
        <a:lstStyle/>
        <a:p>
          <a:endParaRPr lang="en-US"/>
        </a:p>
      </dgm:t>
    </dgm:pt>
    <dgm:pt modelId="{3E17FBB3-1D23-7D41-AE75-0BAF49AB8136}">
      <dgm:prSet custT="1"/>
      <dgm:spPr/>
      <dgm:t>
        <a:bodyPr/>
        <a:lstStyle/>
        <a:p>
          <a:r>
            <a:rPr lang="en-US" sz="1000" b="1" dirty="0"/>
            <a:t>HARDWARE REQUIREMENTS</a:t>
          </a:r>
        </a:p>
      </dgm:t>
    </dgm:pt>
    <dgm:pt modelId="{91944E41-2677-984B-A846-C6DABF77AEC8}" cxnId="{086BCF6D-4F7E-CA4A-80F4-EEDCBEAA326A}" type="parTrans">
      <dgm:prSet/>
      <dgm:spPr/>
      <dgm:t>
        <a:bodyPr/>
        <a:lstStyle/>
        <a:p>
          <a:endParaRPr lang="en-US"/>
        </a:p>
      </dgm:t>
    </dgm:pt>
    <dgm:pt modelId="{79F350B5-A727-9C4E-9DD5-0FB36AFD8DE4}" cxnId="{086BCF6D-4F7E-CA4A-80F4-EEDCBEAA326A}" type="sibTrans">
      <dgm:prSet/>
      <dgm:spPr/>
      <dgm:t>
        <a:bodyPr/>
        <a:lstStyle/>
        <a:p>
          <a:endParaRPr lang="en-US"/>
        </a:p>
      </dgm:t>
    </dgm:pt>
    <dgm:pt modelId="{466AF84F-AE46-4E4D-995F-BBC90ED1C21D}" type="pres">
      <dgm:prSet presAssocID="{E886C307-5AC0-E94F-AFBC-B1E26CEDE08C}" presName="diagram" presStyleCnt="0">
        <dgm:presLayoutVars>
          <dgm:chPref val="1"/>
          <dgm:dir/>
          <dgm:animOne val="branch"/>
          <dgm:animLvl val="lvl"/>
          <dgm:resizeHandles/>
        </dgm:presLayoutVars>
      </dgm:prSet>
      <dgm:spPr/>
    </dgm:pt>
    <dgm:pt modelId="{E1E738D4-1937-A643-AD3D-41DFE48C375E}" type="pres">
      <dgm:prSet presAssocID="{89000C22-FEA5-384E-9C5D-5DBFD16F50E3}" presName="root" presStyleCnt="0"/>
      <dgm:spPr/>
    </dgm:pt>
    <dgm:pt modelId="{30F876B1-A94A-B547-894E-A695CE16AFA0}" type="pres">
      <dgm:prSet presAssocID="{89000C22-FEA5-384E-9C5D-5DBFD16F50E3}" presName="rootComposite" presStyleCnt="0"/>
      <dgm:spPr/>
    </dgm:pt>
    <dgm:pt modelId="{E6FD9725-1669-084A-89D0-8C0E6B1C7553}" type="pres">
      <dgm:prSet presAssocID="{89000C22-FEA5-384E-9C5D-5DBFD16F50E3}" presName="rootText" presStyleLbl="node1" presStyleIdx="0" presStyleCnt="1" custScaleX="311341" custScaleY="128847" custLinFactNeighborX="9635" custLinFactNeighborY="13045"/>
      <dgm:spPr/>
    </dgm:pt>
    <dgm:pt modelId="{0D9E6DF1-CBA9-3D43-8108-EE3B50B3C44A}" type="pres">
      <dgm:prSet presAssocID="{89000C22-FEA5-384E-9C5D-5DBFD16F50E3}" presName="rootConnector" presStyleLbl="node1" presStyleIdx="0" presStyleCnt="1"/>
      <dgm:spPr/>
    </dgm:pt>
    <dgm:pt modelId="{626C2B61-5D1A-A247-B3C0-7F0637E532F7}" type="pres">
      <dgm:prSet presAssocID="{89000C22-FEA5-384E-9C5D-5DBFD16F50E3}" presName="childShape" presStyleCnt="0"/>
      <dgm:spPr/>
    </dgm:pt>
    <dgm:pt modelId="{315EB8D6-B8DC-F04F-9A61-0E43D4C8DA04}" type="pres">
      <dgm:prSet presAssocID="{0CB1521A-FC49-2A48-AE32-8F839A7EE93A}" presName="Name13" presStyleLbl="parChTrans1D2" presStyleIdx="0" presStyleCnt="14"/>
      <dgm:spPr/>
    </dgm:pt>
    <dgm:pt modelId="{A49AC36B-B841-8040-8A7F-E096B3097D40}" type="pres">
      <dgm:prSet presAssocID="{A193DC30-7AA4-8F45-94E1-D8409D613215}" presName="childText" presStyleLbl="bgAcc1" presStyleIdx="0" presStyleCnt="14" custScaleX="322332">
        <dgm:presLayoutVars>
          <dgm:bulletEnabled val="1"/>
        </dgm:presLayoutVars>
      </dgm:prSet>
      <dgm:spPr/>
    </dgm:pt>
    <dgm:pt modelId="{A31129D5-7A28-5F43-BC8F-F26638B60EB3}" type="pres">
      <dgm:prSet presAssocID="{2C2B7EAF-F0D0-B84A-A51F-0B0AE9E6FAC3}" presName="Name13" presStyleLbl="parChTrans1D2" presStyleIdx="1" presStyleCnt="14"/>
      <dgm:spPr/>
    </dgm:pt>
    <dgm:pt modelId="{7CFB17C0-7D78-934E-9D1E-8A4C8C7F6C1F}" type="pres">
      <dgm:prSet presAssocID="{CC69FECA-93AA-6845-87DF-680A103E257B}" presName="childText" presStyleLbl="bgAcc1" presStyleIdx="1" presStyleCnt="14" custScaleX="322332">
        <dgm:presLayoutVars>
          <dgm:bulletEnabled val="1"/>
        </dgm:presLayoutVars>
      </dgm:prSet>
      <dgm:spPr/>
    </dgm:pt>
    <dgm:pt modelId="{4CB1529D-DD40-8941-AA19-8C2A07F2DFD0}" type="pres">
      <dgm:prSet presAssocID="{5670801A-6C6C-C541-BBA9-7B8B29143208}" presName="Name13" presStyleLbl="parChTrans1D2" presStyleIdx="2" presStyleCnt="14"/>
      <dgm:spPr/>
    </dgm:pt>
    <dgm:pt modelId="{BA2CCC51-5FC9-CD41-A411-D67BEA2AF108}" type="pres">
      <dgm:prSet presAssocID="{DAED5489-332D-F340-95D4-AB0748F86E36}" presName="childText" presStyleLbl="bgAcc1" presStyleIdx="2" presStyleCnt="14" custScaleX="322332">
        <dgm:presLayoutVars>
          <dgm:bulletEnabled val="1"/>
        </dgm:presLayoutVars>
      </dgm:prSet>
      <dgm:spPr/>
    </dgm:pt>
    <dgm:pt modelId="{20C55199-2EFC-BD49-BD66-678A13C72241}" type="pres">
      <dgm:prSet presAssocID="{15888E78-97F8-C24C-B803-18D21A168BC6}" presName="Name13" presStyleLbl="parChTrans1D2" presStyleIdx="3" presStyleCnt="14"/>
      <dgm:spPr/>
    </dgm:pt>
    <dgm:pt modelId="{A61EE737-1306-0A4D-8915-CAA598984A3F}" type="pres">
      <dgm:prSet presAssocID="{6EB2A584-11A8-C044-9C86-8C4606C1C0E3}" presName="childText" presStyleLbl="bgAcc1" presStyleIdx="3" presStyleCnt="14" custScaleX="322332">
        <dgm:presLayoutVars>
          <dgm:bulletEnabled val="1"/>
        </dgm:presLayoutVars>
      </dgm:prSet>
      <dgm:spPr/>
    </dgm:pt>
    <dgm:pt modelId="{760AC0F8-9CF7-0A45-95CF-8D323C8A247B}" type="pres">
      <dgm:prSet presAssocID="{1E2C4915-73A8-5947-894F-ECE9C3BC64B8}" presName="Name13" presStyleLbl="parChTrans1D2" presStyleIdx="4" presStyleCnt="14"/>
      <dgm:spPr/>
    </dgm:pt>
    <dgm:pt modelId="{B7257ED9-0841-0F4A-B327-F93FB70E0FE8}" type="pres">
      <dgm:prSet presAssocID="{560053AC-0258-CC41-BDDD-D3FC85F8C2D3}" presName="childText" presStyleLbl="bgAcc1" presStyleIdx="4" presStyleCnt="14" custScaleX="322332">
        <dgm:presLayoutVars>
          <dgm:bulletEnabled val="1"/>
        </dgm:presLayoutVars>
      </dgm:prSet>
      <dgm:spPr/>
    </dgm:pt>
    <dgm:pt modelId="{039D6549-7EE0-454D-BD14-C5804DC52582}" type="pres">
      <dgm:prSet presAssocID="{63C28B3A-35EE-6D46-A50B-AD30AC7A9580}" presName="Name13" presStyleLbl="parChTrans1D2" presStyleIdx="5" presStyleCnt="14"/>
      <dgm:spPr/>
    </dgm:pt>
    <dgm:pt modelId="{CE7F1567-AB76-EF48-8BB1-D6ABF7B60A6A}" type="pres">
      <dgm:prSet presAssocID="{ACE8B0F5-F4FB-B34B-93CA-FB69E7B802A1}" presName="childText" presStyleLbl="bgAcc1" presStyleIdx="5" presStyleCnt="14" custScaleX="322332">
        <dgm:presLayoutVars>
          <dgm:bulletEnabled val="1"/>
        </dgm:presLayoutVars>
      </dgm:prSet>
      <dgm:spPr/>
    </dgm:pt>
    <dgm:pt modelId="{7647E2E2-D8DD-C947-A8FB-C4EFCEEBE675}" type="pres">
      <dgm:prSet presAssocID="{8311E4ED-4334-E54B-9CEF-1D091F1594FF}" presName="Name13" presStyleLbl="parChTrans1D2" presStyleIdx="6" presStyleCnt="14"/>
      <dgm:spPr/>
    </dgm:pt>
    <dgm:pt modelId="{B28370AA-BA54-A944-8F0A-53F5C92903B0}" type="pres">
      <dgm:prSet presAssocID="{9D58612D-A3F0-FB49-84DC-EAFFF2AE809B}" presName="childText" presStyleLbl="bgAcc1" presStyleIdx="6" presStyleCnt="14" custScaleX="322332">
        <dgm:presLayoutVars>
          <dgm:bulletEnabled val="1"/>
        </dgm:presLayoutVars>
      </dgm:prSet>
      <dgm:spPr/>
    </dgm:pt>
    <dgm:pt modelId="{04DDD6C6-2351-A949-9148-436ED5CB6635}" type="pres">
      <dgm:prSet presAssocID="{AEAA1980-10E7-DA4D-A24A-A75749D21B3B}" presName="Name13" presStyleLbl="parChTrans1D2" presStyleIdx="7" presStyleCnt="14"/>
      <dgm:spPr/>
    </dgm:pt>
    <dgm:pt modelId="{59ADD543-61BB-5845-BF04-DF80B9EB87BD}" type="pres">
      <dgm:prSet presAssocID="{1C50EFBD-3D8E-A14D-881B-DFA94852C9B0}" presName="childText" presStyleLbl="bgAcc1" presStyleIdx="7" presStyleCnt="14" custScaleX="321699">
        <dgm:presLayoutVars>
          <dgm:bulletEnabled val="1"/>
        </dgm:presLayoutVars>
      </dgm:prSet>
      <dgm:spPr/>
    </dgm:pt>
    <dgm:pt modelId="{174EF6B6-AD75-7F48-9A8A-1E91D55820AE}" type="pres">
      <dgm:prSet presAssocID="{2106306D-5EAC-3844-B2F6-5D9A2FC95BE9}" presName="Name13" presStyleLbl="parChTrans1D2" presStyleIdx="8" presStyleCnt="14"/>
      <dgm:spPr/>
    </dgm:pt>
    <dgm:pt modelId="{AE24331F-02B4-A440-8423-B08D469F9255}" type="pres">
      <dgm:prSet presAssocID="{009F508A-627F-7141-A2A8-B9A0D63424E9}" presName="childText" presStyleLbl="bgAcc1" presStyleIdx="8" presStyleCnt="14" custScaleX="323968">
        <dgm:presLayoutVars>
          <dgm:bulletEnabled val="1"/>
        </dgm:presLayoutVars>
      </dgm:prSet>
      <dgm:spPr/>
    </dgm:pt>
    <dgm:pt modelId="{492A118A-FD4C-194E-8939-78EB3D90DBA4}" type="pres">
      <dgm:prSet presAssocID="{02A2264F-E618-DC41-A3A2-7276EE41119D}" presName="Name13" presStyleLbl="parChTrans1D2" presStyleIdx="9" presStyleCnt="14"/>
      <dgm:spPr/>
    </dgm:pt>
    <dgm:pt modelId="{0BB44A91-BB76-9F49-A02D-7651ADF611A1}" type="pres">
      <dgm:prSet presAssocID="{87AC5DFF-D55F-CB4D-8250-C79A45FF582B}" presName="childText" presStyleLbl="bgAcc1" presStyleIdx="9" presStyleCnt="14" custScaleX="324459">
        <dgm:presLayoutVars>
          <dgm:bulletEnabled val="1"/>
        </dgm:presLayoutVars>
      </dgm:prSet>
      <dgm:spPr/>
    </dgm:pt>
    <dgm:pt modelId="{ACC786AA-E49D-F148-9348-5AD11974422D}" type="pres">
      <dgm:prSet presAssocID="{BF2C28F4-B8F9-324D-8CC1-D23D7410E3EC}" presName="Name13" presStyleLbl="parChTrans1D2" presStyleIdx="10" presStyleCnt="14"/>
      <dgm:spPr/>
    </dgm:pt>
    <dgm:pt modelId="{2908A42F-3390-4842-86A0-08BF3F83E339}" type="pres">
      <dgm:prSet presAssocID="{A8B0B502-BBC7-3B42-80D8-0F374167D620}" presName="childText" presStyleLbl="bgAcc1" presStyleIdx="10" presStyleCnt="14" custScaleX="324459">
        <dgm:presLayoutVars>
          <dgm:bulletEnabled val="1"/>
        </dgm:presLayoutVars>
      </dgm:prSet>
      <dgm:spPr/>
    </dgm:pt>
    <dgm:pt modelId="{7AEAFC8D-B70A-DB45-AC73-85C7A6FD7000}" type="pres">
      <dgm:prSet presAssocID="{91944E41-2677-984B-A846-C6DABF77AEC8}" presName="Name13" presStyleLbl="parChTrans1D2" presStyleIdx="11" presStyleCnt="14"/>
      <dgm:spPr/>
    </dgm:pt>
    <dgm:pt modelId="{7B9A3320-6E14-484D-A794-B2F94A44EF8B}" type="pres">
      <dgm:prSet presAssocID="{3E17FBB3-1D23-7D41-AE75-0BAF49AB8136}" presName="childText" presStyleLbl="bgAcc1" presStyleIdx="11" presStyleCnt="14" custScaleX="324027">
        <dgm:presLayoutVars>
          <dgm:bulletEnabled val="1"/>
        </dgm:presLayoutVars>
      </dgm:prSet>
      <dgm:spPr/>
    </dgm:pt>
    <dgm:pt modelId="{40ED545D-287D-C141-885D-E246B5E4F0AC}" type="pres">
      <dgm:prSet presAssocID="{A87F89C8-A3E5-1A4A-92A6-3A8FA7C9F651}" presName="Name13" presStyleLbl="parChTrans1D2" presStyleIdx="12" presStyleCnt="14"/>
      <dgm:spPr/>
    </dgm:pt>
    <dgm:pt modelId="{361E30B0-32E3-6C49-9085-B0FC7F923612}" type="pres">
      <dgm:prSet presAssocID="{DBC05985-9E94-9C40-A21C-B48D8BC28D81}" presName="childText" presStyleLbl="bgAcc1" presStyleIdx="12" presStyleCnt="14" custScaleX="325844" custScaleY="124275">
        <dgm:presLayoutVars>
          <dgm:bulletEnabled val="1"/>
        </dgm:presLayoutVars>
      </dgm:prSet>
      <dgm:spPr/>
    </dgm:pt>
    <dgm:pt modelId="{BF26FCE1-5EA5-4448-9D44-914DA220557F}" type="pres">
      <dgm:prSet presAssocID="{C74E608F-C8AD-3B48-AED2-3AC757D69E5F}" presName="Name13" presStyleLbl="parChTrans1D2" presStyleIdx="13" presStyleCnt="14"/>
      <dgm:spPr/>
    </dgm:pt>
    <dgm:pt modelId="{FBAD4ED1-0502-064E-918B-561DBEE5E687}" type="pres">
      <dgm:prSet presAssocID="{A85A6523-A918-354D-97BD-64C07FC34742}" presName="childText" presStyleLbl="bgAcc1" presStyleIdx="13" presStyleCnt="14" custScaleX="674444" custScaleY="147090">
        <dgm:presLayoutVars>
          <dgm:bulletEnabled val="1"/>
        </dgm:presLayoutVars>
      </dgm:prSet>
      <dgm:spPr/>
    </dgm:pt>
  </dgm:ptLst>
  <dgm:cxnLst>
    <dgm:cxn modelId="{47865001-788B-3940-8738-A146B2349D25}" srcId="{89000C22-FEA5-384E-9C5D-5DBFD16F50E3}" destId="{87AC5DFF-D55F-CB4D-8250-C79A45FF582B}" srcOrd="9" destOrd="0" parTransId="{02A2264F-E618-DC41-A3A2-7276EE41119D}" sibTransId="{C05490B1-0629-9942-BCDA-AE7C5CEAB257}"/>
    <dgm:cxn modelId="{BB3FE102-CA6C-1141-8E5D-EC77E58DB5C6}" type="presOf" srcId="{E886C307-5AC0-E94F-AFBC-B1E26CEDE08C}" destId="{466AF84F-AE46-4E4D-995F-BBC90ED1C21D}" srcOrd="0" destOrd="0" presId="urn:microsoft.com/office/officeart/2005/8/layout/hierarchy3"/>
    <dgm:cxn modelId="{0240300D-92FD-8F42-A6D1-5060BB9E10E8}" type="presOf" srcId="{1E2C4915-73A8-5947-894F-ECE9C3BC64B8}" destId="{760AC0F8-9CF7-0A45-95CF-8D323C8A247B}" srcOrd="0" destOrd="0" presId="urn:microsoft.com/office/officeart/2005/8/layout/hierarchy3"/>
    <dgm:cxn modelId="{BE47FC12-BF8C-0142-B476-0F8FA21BC985}" type="presOf" srcId="{A87F89C8-A3E5-1A4A-92A6-3A8FA7C9F651}" destId="{40ED545D-287D-C141-885D-E246B5E4F0AC}" srcOrd="0" destOrd="0" presId="urn:microsoft.com/office/officeart/2005/8/layout/hierarchy3"/>
    <dgm:cxn modelId="{BE5E6517-1CED-F744-BD74-265C8770F636}" srcId="{E886C307-5AC0-E94F-AFBC-B1E26CEDE08C}" destId="{89000C22-FEA5-384E-9C5D-5DBFD16F50E3}" srcOrd="0" destOrd="0" parTransId="{8E4D1E7A-90CB-7B4F-A478-E1AECC83D98E}" sibTransId="{72679D0B-00C4-C04C-9E2E-BD79127DC264}"/>
    <dgm:cxn modelId="{1A800618-F65B-2B46-BDD9-4EE4A68A7EC1}" srcId="{89000C22-FEA5-384E-9C5D-5DBFD16F50E3}" destId="{DAED5489-332D-F340-95D4-AB0748F86E36}" srcOrd="2" destOrd="0" parTransId="{5670801A-6C6C-C541-BBA9-7B8B29143208}" sibTransId="{C6E752A7-0A57-944C-AAE1-C3D936C6DA1E}"/>
    <dgm:cxn modelId="{1C81CB1A-0DA2-A644-A7B8-F00F18ADE660}" type="presOf" srcId="{A8B0B502-BBC7-3B42-80D8-0F374167D620}" destId="{2908A42F-3390-4842-86A0-08BF3F83E339}" srcOrd="0" destOrd="0" presId="urn:microsoft.com/office/officeart/2005/8/layout/hierarchy3"/>
    <dgm:cxn modelId="{AC23671C-95E3-E547-8241-2139E291AA4D}" type="presOf" srcId="{9D58612D-A3F0-FB49-84DC-EAFFF2AE809B}" destId="{B28370AA-BA54-A944-8F0A-53F5C92903B0}" srcOrd="0" destOrd="0" presId="urn:microsoft.com/office/officeart/2005/8/layout/hierarchy3"/>
    <dgm:cxn modelId="{95DCC221-E756-174E-B1A4-88FA78A204BA}" type="presOf" srcId="{C74E608F-C8AD-3B48-AED2-3AC757D69E5F}" destId="{BF26FCE1-5EA5-4448-9D44-914DA220557F}" srcOrd="0" destOrd="0" presId="urn:microsoft.com/office/officeart/2005/8/layout/hierarchy3"/>
    <dgm:cxn modelId="{670EE723-5609-B34C-AB83-6DE138C30003}" type="presOf" srcId="{2C2B7EAF-F0D0-B84A-A51F-0B0AE9E6FAC3}" destId="{A31129D5-7A28-5F43-BC8F-F26638B60EB3}" srcOrd="0" destOrd="0" presId="urn:microsoft.com/office/officeart/2005/8/layout/hierarchy3"/>
    <dgm:cxn modelId="{F0AB8529-2A1D-9D47-901C-525098B4F3D9}" type="presOf" srcId="{2106306D-5EAC-3844-B2F6-5D9A2FC95BE9}" destId="{174EF6B6-AD75-7F48-9A8A-1E91D55820AE}" srcOrd="0" destOrd="0" presId="urn:microsoft.com/office/officeart/2005/8/layout/hierarchy3"/>
    <dgm:cxn modelId="{C13E5B3D-1952-1043-85A0-2FDF03FB137A}" type="presOf" srcId="{3E17FBB3-1D23-7D41-AE75-0BAF49AB8136}" destId="{7B9A3320-6E14-484D-A794-B2F94A44EF8B}" srcOrd="0" destOrd="0" presId="urn:microsoft.com/office/officeart/2005/8/layout/hierarchy3"/>
    <dgm:cxn modelId="{BBA9173F-3720-BF4E-9230-9276D9C4E6C3}" srcId="{89000C22-FEA5-384E-9C5D-5DBFD16F50E3}" destId="{1C50EFBD-3D8E-A14D-881B-DFA94852C9B0}" srcOrd="7" destOrd="0" parTransId="{AEAA1980-10E7-DA4D-A24A-A75749D21B3B}" sibTransId="{452357DB-6A60-9C48-A486-28ECD51222D3}"/>
    <dgm:cxn modelId="{EA616A42-5A8E-0B4A-BD83-E732ACF9DD49}" type="presOf" srcId="{A85A6523-A918-354D-97BD-64C07FC34742}" destId="{FBAD4ED1-0502-064E-918B-561DBEE5E687}" srcOrd="0" destOrd="0" presId="urn:microsoft.com/office/officeart/2005/8/layout/hierarchy3"/>
    <dgm:cxn modelId="{C8373D55-B2EA-F346-84EA-3B64179152A6}" srcId="{89000C22-FEA5-384E-9C5D-5DBFD16F50E3}" destId="{560053AC-0258-CC41-BDDD-D3FC85F8C2D3}" srcOrd="4" destOrd="0" parTransId="{1E2C4915-73A8-5947-894F-ECE9C3BC64B8}" sibTransId="{719008AB-F0A3-2245-83C4-53208B7DF5B8}"/>
    <dgm:cxn modelId="{10422960-1599-F545-989D-4F6B90A1C4DA}" type="presOf" srcId="{5670801A-6C6C-C541-BBA9-7B8B29143208}" destId="{4CB1529D-DD40-8941-AA19-8C2A07F2DFD0}" srcOrd="0" destOrd="0" presId="urn:microsoft.com/office/officeart/2005/8/layout/hierarchy3"/>
    <dgm:cxn modelId="{BEB38861-AE5C-9B4D-9204-684DE5FB2E1B}" type="presOf" srcId="{8311E4ED-4334-E54B-9CEF-1D091F1594FF}" destId="{7647E2E2-D8DD-C947-A8FB-C4EFCEEBE675}" srcOrd="0" destOrd="0" presId="urn:microsoft.com/office/officeart/2005/8/layout/hierarchy3"/>
    <dgm:cxn modelId="{19348862-A687-4647-A299-771B5DC26667}" type="presOf" srcId="{89000C22-FEA5-384E-9C5D-5DBFD16F50E3}" destId="{0D9E6DF1-CBA9-3D43-8108-EE3B50B3C44A}" srcOrd="1" destOrd="0" presId="urn:microsoft.com/office/officeart/2005/8/layout/hierarchy3"/>
    <dgm:cxn modelId="{5CDE3464-E08E-C940-BFB8-A0BF9D4CA4F0}" type="presOf" srcId="{1C50EFBD-3D8E-A14D-881B-DFA94852C9B0}" destId="{59ADD543-61BB-5845-BF04-DF80B9EB87BD}" srcOrd="0" destOrd="0" presId="urn:microsoft.com/office/officeart/2005/8/layout/hierarchy3"/>
    <dgm:cxn modelId="{4F463C65-6AB1-DB42-95FF-B3A1FA490C84}" srcId="{89000C22-FEA5-384E-9C5D-5DBFD16F50E3}" destId="{DBC05985-9E94-9C40-A21C-B48D8BC28D81}" srcOrd="12" destOrd="0" parTransId="{A87F89C8-A3E5-1A4A-92A6-3A8FA7C9F651}" sibTransId="{293A3EF5-C3F5-7744-81BD-021B767F045C}"/>
    <dgm:cxn modelId="{086BCF6D-4F7E-CA4A-80F4-EEDCBEAA326A}" srcId="{89000C22-FEA5-384E-9C5D-5DBFD16F50E3}" destId="{3E17FBB3-1D23-7D41-AE75-0BAF49AB8136}" srcOrd="11" destOrd="0" parTransId="{91944E41-2677-984B-A846-C6DABF77AEC8}" sibTransId="{79F350B5-A727-9C4E-9DD5-0FB36AFD8DE4}"/>
    <dgm:cxn modelId="{B1E99B74-D096-FE4B-86B0-E91D659A6DB7}" type="presOf" srcId="{009F508A-627F-7141-A2A8-B9A0D63424E9}" destId="{AE24331F-02B4-A440-8423-B08D469F9255}" srcOrd="0" destOrd="0" presId="urn:microsoft.com/office/officeart/2005/8/layout/hierarchy3"/>
    <dgm:cxn modelId="{F9508F77-A5D3-434D-9D53-8A417B90843E}" type="presOf" srcId="{560053AC-0258-CC41-BDDD-D3FC85F8C2D3}" destId="{B7257ED9-0841-0F4A-B327-F93FB70E0FE8}" srcOrd="0" destOrd="0" presId="urn:microsoft.com/office/officeart/2005/8/layout/hierarchy3"/>
    <dgm:cxn modelId="{6271C47A-40EF-454A-9E1F-DA5E6190CE30}" srcId="{89000C22-FEA5-384E-9C5D-5DBFD16F50E3}" destId="{CC69FECA-93AA-6845-87DF-680A103E257B}" srcOrd="1" destOrd="0" parTransId="{2C2B7EAF-F0D0-B84A-A51F-0B0AE9E6FAC3}" sibTransId="{3AB3436D-6D59-FA43-9CCF-D67495F3AD93}"/>
    <dgm:cxn modelId="{B93B1F83-E760-5646-9097-1E82DFE6293D}" type="presOf" srcId="{BF2C28F4-B8F9-324D-8CC1-D23D7410E3EC}" destId="{ACC786AA-E49D-F148-9348-5AD11974422D}" srcOrd="0" destOrd="0" presId="urn:microsoft.com/office/officeart/2005/8/layout/hierarchy3"/>
    <dgm:cxn modelId="{9A74A083-4DD5-9948-B1C3-69271D2F4F88}" type="presOf" srcId="{DBC05985-9E94-9C40-A21C-B48D8BC28D81}" destId="{361E30B0-32E3-6C49-9085-B0FC7F923612}" srcOrd="0" destOrd="0" presId="urn:microsoft.com/office/officeart/2005/8/layout/hierarchy3"/>
    <dgm:cxn modelId="{2497F985-08AA-2C49-B308-5C574D524412}" type="presOf" srcId="{CC69FECA-93AA-6845-87DF-680A103E257B}" destId="{7CFB17C0-7D78-934E-9D1E-8A4C8C7F6C1F}" srcOrd="0" destOrd="0" presId="urn:microsoft.com/office/officeart/2005/8/layout/hierarchy3"/>
    <dgm:cxn modelId="{AD0EEB87-0628-7F43-A3F8-8734590335B1}" type="presOf" srcId="{63C28B3A-35EE-6D46-A50B-AD30AC7A9580}" destId="{039D6549-7EE0-454D-BD14-C5804DC52582}" srcOrd="0" destOrd="0" presId="urn:microsoft.com/office/officeart/2005/8/layout/hierarchy3"/>
    <dgm:cxn modelId="{3D60C88A-5C59-034E-A967-AC21305A040B}" srcId="{89000C22-FEA5-384E-9C5D-5DBFD16F50E3}" destId="{A8B0B502-BBC7-3B42-80D8-0F374167D620}" srcOrd="10" destOrd="0" parTransId="{BF2C28F4-B8F9-324D-8CC1-D23D7410E3EC}" sibTransId="{3388340F-F464-C540-B9A6-A6A2A22D8566}"/>
    <dgm:cxn modelId="{F5FFF58E-81C5-D645-A38A-481F997CC136}" srcId="{89000C22-FEA5-384E-9C5D-5DBFD16F50E3}" destId="{6EB2A584-11A8-C044-9C86-8C4606C1C0E3}" srcOrd="3" destOrd="0" parTransId="{15888E78-97F8-C24C-B803-18D21A168BC6}" sibTransId="{09ABF0A1-91CC-3E40-85D9-B5590A70F28F}"/>
    <dgm:cxn modelId="{1D575D95-9B73-A143-8EB5-C06FE607528D}" type="presOf" srcId="{AEAA1980-10E7-DA4D-A24A-A75749D21B3B}" destId="{04DDD6C6-2351-A949-9148-436ED5CB6635}" srcOrd="0" destOrd="0" presId="urn:microsoft.com/office/officeart/2005/8/layout/hierarchy3"/>
    <dgm:cxn modelId="{54314497-F199-CB44-A2ED-F7AAF5FCE343}" type="presOf" srcId="{15888E78-97F8-C24C-B803-18D21A168BC6}" destId="{20C55199-2EFC-BD49-BD66-678A13C72241}" srcOrd="0" destOrd="0" presId="urn:microsoft.com/office/officeart/2005/8/layout/hierarchy3"/>
    <dgm:cxn modelId="{8F0CF99D-6A67-DE45-8D08-E7FF59F3924B}" type="presOf" srcId="{89000C22-FEA5-384E-9C5D-5DBFD16F50E3}" destId="{E6FD9725-1669-084A-89D0-8C0E6B1C7553}" srcOrd="0" destOrd="0" presId="urn:microsoft.com/office/officeart/2005/8/layout/hierarchy3"/>
    <dgm:cxn modelId="{4E8540AD-111B-C844-AC12-5C9B8EB4A54A}" type="presOf" srcId="{DAED5489-332D-F340-95D4-AB0748F86E36}" destId="{BA2CCC51-5FC9-CD41-A411-D67BEA2AF108}" srcOrd="0" destOrd="0" presId="urn:microsoft.com/office/officeart/2005/8/layout/hierarchy3"/>
    <dgm:cxn modelId="{12BC68C1-19D3-0340-878F-257388528ADD}" srcId="{89000C22-FEA5-384E-9C5D-5DBFD16F50E3}" destId="{ACE8B0F5-F4FB-B34B-93CA-FB69E7B802A1}" srcOrd="5" destOrd="0" parTransId="{63C28B3A-35EE-6D46-A50B-AD30AC7A9580}" sibTransId="{120378B3-E687-6C4B-A38C-94D32D1A5C57}"/>
    <dgm:cxn modelId="{D0C66CC1-7D35-E148-9A38-A864B355F221}" srcId="{89000C22-FEA5-384E-9C5D-5DBFD16F50E3}" destId="{A193DC30-7AA4-8F45-94E1-D8409D613215}" srcOrd="0" destOrd="0" parTransId="{0CB1521A-FC49-2A48-AE32-8F839A7EE93A}" sibTransId="{CBBC1CA2-4F03-9E4E-B118-7B93B2824A19}"/>
    <dgm:cxn modelId="{D50B98C4-F954-2A46-90E4-58DE62F357F7}" type="presOf" srcId="{0CB1521A-FC49-2A48-AE32-8F839A7EE93A}" destId="{315EB8D6-B8DC-F04F-9A61-0E43D4C8DA04}" srcOrd="0" destOrd="0" presId="urn:microsoft.com/office/officeart/2005/8/layout/hierarchy3"/>
    <dgm:cxn modelId="{D11A10C5-7FC4-FE44-AB7F-60EF66E97890}" type="presOf" srcId="{ACE8B0F5-F4FB-B34B-93CA-FB69E7B802A1}" destId="{CE7F1567-AB76-EF48-8BB1-D6ABF7B60A6A}" srcOrd="0" destOrd="0" presId="urn:microsoft.com/office/officeart/2005/8/layout/hierarchy3"/>
    <dgm:cxn modelId="{D1646BD2-9525-1E40-8A4A-0D65A726B409}" type="presOf" srcId="{6EB2A584-11A8-C044-9C86-8C4606C1C0E3}" destId="{A61EE737-1306-0A4D-8915-CAA598984A3F}" srcOrd="0" destOrd="0" presId="urn:microsoft.com/office/officeart/2005/8/layout/hierarchy3"/>
    <dgm:cxn modelId="{B49446D3-59AE-E943-AE0E-68D7AC4EC8D5}" srcId="{89000C22-FEA5-384E-9C5D-5DBFD16F50E3}" destId="{009F508A-627F-7141-A2A8-B9A0D63424E9}" srcOrd="8" destOrd="0" parTransId="{2106306D-5EAC-3844-B2F6-5D9A2FC95BE9}" sibTransId="{5B4CA8E5-4163-CA41-8268-2EB5DC1C53BA}"/>
    <dgm:cxn modelId="{0B3D48E0-8EC0-294C-AD03-06DA4A30F5B5}" type="presOf" srcId="{91944E41-2677-984B-A846-C6DABF77AEC8}" destId="{7AEAFC8D-B70A-DB45-AC73-85C7A6FD7000}" srcOrd="0" destOrd="0" presId="urn:microsoft.com/office/officeart/2005/8/layout/hierarchy3"/>
    <dgm:cxn modelId="{E41672E0-33B7-7948-9EEB-B6FDD72D2FE6}" type="presOf" srcId="{A193DC30-7AA4-8F45-94E1-D8409D613215}" destId="{A49AC36B-B841-8040-8A7F-E096B3097D40}" srcOrd="0" destOrd="0" presId="urn:microsoft.com/office/officeart/2005/8/layout/hierarchy3"/>
    <dgm:cxn modelId="{C2A104E7-1D6B-6A43-9280-203CE375353F}" srcId="{89000C22-FEA5-384E-9C5D-5DBFD16F50E3}" destId="{9D58612D-A3F0-FB49-84DC-EAFFF2AE809B}" srcOrd="6" destOrd="0" parTransId="{8311E4ED-4334-E54B-9CEF-1D091F1594FF}" sibTransId="{7B5A266C-4D2A-B24B-A95F-01C7A343BB2E}"/>
    <dgm:cxn modelId="{B8A905E7-823B-3A40-9303-CA32833EFD03}" type="presOf" srcId="{02A2264F-E618-DC41-A3A2-7276EE41119D}" destId="{492A118A-FD4C-194E-8939-78EB3D90DBA4}" srcOrd="0" destOrd="0" presId="urn:microsoft.com/office/officeart/2005/8/layout/hierarchy3"/>
    <dgm:cxn modelId="{25A9FFEE-1DE1-CD42-ABD6-F1EC48992441}" type="presOf" srcId="{87AC5DFF-D55F-CB4D-8250-C79A45FF582B}" destId="{0BB44A91-BB76-9F49-A02D-7651ADF611A1}" srcOrd="0" destOrd="0" presId="urn:microsoft.com/office/officeart/2005/8/layout/hierarchy3"/>
    <dgm:cxn modelId="{EE6710FC-C090-3E42-A2F3-85B941C9A28E}" srcId="{89000C22-FEA5-384E-9C5D-5DBFD16F50E3}" destId="{A85A6523-A918-354D-97BD-64C07FC34742}" srcOrd="13" destOrd="0" parTransId="{C74E608F-C8AD-3B48-AED2-3AC757D69E5F}" sibTransId="{29C2788B-D837-5740-8B81-59E1223349E9}"/>
    <dgm:cxn modelId="{FADBBAB1-CF0C-5D47-A056-802AC9D9FB8C}" type="presParOf" srcId="{466AF84F-AE46-4E4D-995F-BBC90ED1C21D}" destId="{E1E738D4-1937-A643-AD3D-41DFE48C375E}" srcOrd="0" destOrd="0" presId="urn:microsoft.com/office/officeart/2005/8/layout/hierarchy3"/>
    <dgm:cxn modelId="{9FF0E071-7F34-C949-A77B-234B58896501}" type="presParOf" srcId="{E1E738D4-1937-A643-AD3D-41DFE48C375E}" destId="{30F876B1-A94A-B547-894E-A695CE16AFA0}" srcOrd="0" destOrd="0" presId="urn:microsoft.com/office/officeart/2005/8/layout/hierarchy3"/>
    <dgm:cxn modelId="{6D71E740-B725-6644-A58D-7EA2F1FECE78}" type="presParOf" srcId="{30F876B1-A94A-B547-894E-A695CE16AFA0}" destId="{E6FD9725-1669-084A-89D0-8C0E6B1C7553}" srcOrd="0" destOrd="0" presId="urn:microsoft.com/office/officeart/2005/8/layout/hierarchy3"/>
    <dgm:cxn modelId="{DBF75418-9D8C-B44C-8542-DA0EC8379E0B}" type="presParOf" srcId="{30F876B1-A94A-B547-894E-A695CE16AFA0}" destId="{0D9E6DF1-CBA9-3D43-8108-EE3B50B3C44A}" srcOrd="1" destOrd="0" presId="urn:microsoft.com/office/officeart/2005/8/layout/hierarchy3"/>
    <dgm:cxn modelId="{1B8EB28B-6C93-D342-89E5-D1F536C03FEF}" type="presParOf" srcId="{E1E738D4-1937-A643-AD3D-41DFE48C375E}" destId="{626C2B61-5D1A-A247-B3C0-7F0637E532F7}" srcOrd="1" destOrd="0" presId="urn:microsoft.com/office/officeart/2005/8/layout/hierarchy3"/>
    <dgm:cxn modelId="{3C222462-A6BB-384B-B2E3-CBA408B48B6E}" type="presParOf" srcId="{626C2B61-5D1A-A247-B3C0-7F0637E532F7}" destId="{315EB8D6-B8DC-F04F-9A61-0E43D4C8DA04}" srcOrd="0" destOrd="0" presId="urn:microsoft.com/office/officeart/2005/8/layout/hierarchy3"/>
    <dgm:cxn modelId="{BFCF4432-1921-A547-BD70-2D3ABD6D2E23}" type="presParOf" srcId="{626C2B61-5D1A-A247-B3C0-7F0637E532F7}" destId="{A49AC36B-B841-8040-8A7F-E096B3097D40}" srcOrd="1" destOrd="0" presId="urn:microsoft.com/office/officeart/2005/8/layout/hierarchy3"/>
    <dgm:cxn modelId="{3352BDDD-C024-B24D-8917-7CAA75C01997}" type="presParOf" srcId="{626C2B61-5D1A-A247-B3C0-7F0637E532F7}" destId="{A31129D5-7A28-5F43-BC8F-F26638B60EB3}" srcOrd="2" destOrd="0" presId="urn:microsoft.com/office/officeart/2005/8/layout/hierarchy3"/>
    <dgm:cxn modelId="{44B0455C-0917-464F-8A47-AED685FCDC56}" type="presParOf" srcId="{626C2B61-5D1A-A247-B3C0-7F0637E532F7}" destId="{7CFB17C0-7D78-934E-9D1E-8A4C8C7F6C1F}" srcOrd="3" destOrd="0" presId="urn:microsoft.com/office/officeart/2005/8/layout/hierarchy3"/>
    <dgm:cxn modelId="{61E3C043-63DC-4A44-97B4-23FEF44C70A9}" type="presParOf" srcId="{626C2B61-5D1A-A247-B3C0-7F0637E532F7}" destId="{4CB1529D-DD40-8941-AA19-8C2A07F2DFD0}" srcOrd="4" destOrd="0" presId="urn:microsoft.com/office/officeart/2005/8/layout/hierarchy3"/>
    <dgm:cxn modelId="{C02ABC13-DC33-6E4D-88E4-2B07B8F963CA}" type="presParOf" srcId="{626C2B61-5D1A-A247-B3C0-7F0637E532F7}" destId="{BA2CCC51-5FC9-CD41-A411-D67BEA2AF108}" srcOrd="5" destOrd="0" presId="urn:microsoft.com/office/officeart/2005/8/layout/hierarchy3"/>
    <dgm:cxn modelId="{687DC00E-BEDF-CB4B-926E-DF3D06175390}" type="presParOf" srcId="{626C2B61-5D1A-A247-B3C0-7F0637E532F7}" destId="{20C55199-2EFC-BD49-BD66-678A13C72241}" srcOrd="6" destOrd="0" presId="urn:microsoft.com/office/officeart/2005/8/layout/hierarchy3"/>
    <dgm:cxn modelId="{CC5AD6EB-927F-EE4A-B679-282920706653}" type="presParOf" srcId="{626C2B61-5D1A-A247-B3C0-7F0637E532F7}" destId="{A61EE737-1306-0A4D-8915-CAA598984A3F}" srcOrd="7" destOrd="0" presId="urn:microsoft.com/office/officeart/2005/8/layout/hierarchy3"/>
    <dgm:cxn modelId="{CAC937EF-678B-F646-B536-9A9A009F4487}" type="presParOf" srcId="{626C2B61-5D1A-A247-B3C0-7F0637E532F7}" destId="{760AC0F8-9CF7-0A45-95CF-8D323C8A247B}" srcOrd="8" destOrd="0" presId="urn:microsoft.com/office/officeart/2005/8/layout/hierarchy3"/>
    <dgm:cxn modelId="{A74B2D2B-DA1A-5B4B-AA6C-BC6762F9F955}" type="presParOf" srcId="{626C2B61-5D1A-A247-B3C0-7F0637E532F7}" destId="{B7257ED9-0841-0F4A-B327-F93FB70E0FE8}" srcOrd="9" destOrd="0" presId="urn:microsoft.com/office/officeart/2005/8/layout/hierarchy3"/>
    <dgm:cxn modelId="{CF7F1220-BAD8-A249-BDDC-31252C4F21FF}" type="presParOf" srcId="{626C2B61-5D1A-A247-B3C0-7F0637E532F7}" destId="{039D6549-7EE0-454D-BD14-C5804DC52582}" srcOrd="10" destOrd="0" presId="urn:microsoft.com/office/officeart/2005/8/layout/hierarchy3"/>
    <dgm:cxn modelId="{1B83AEB9-5740-5A40-8333-46B80A854315}" type="presParOf" srcId="{626C2B61-5D1A-A247-B3C0-7F0637E532F7}" destId="{CE7F1567-AB76-EF48-8BB1-D6ABF7B60A6A}" srcOrd="11" destOrd="0" presId="urn:microsoft.com/office/officeart/2005/8/layout/hierarchy3"/>
    <dgm:cxn modelId="{FEA84339-3AF5-DB44-A1B8-2C71E12F3A80}" type="presParOf" srcId="{626C2B61-5D1A-A247-B3C0-7F0637E532F7}" destId="{7647E2E2-D8DD-C947-A8FB-C4EFCEEBE675}" srcOrd="12" destOrd="0" presId="urn:microsoft.com/office/officeart/2005/8/layout/hierarchy3"/>
    <dgm:cxn modelId="{85D48925-2AA6-D845-9992-0D822BFD7FE6}" type="presParOf" srcId="{626C2B61-5D1A-A247-B3C0-7F0637E532F7}" destId="{B28370AA-BA54-A944-8F0A-53F5C92903B0}" srcOrd="13" destOrd="0" presId="urn:microsoft.com/office/officeart/2005/8/layout/hierarchy3"/>
    <dgm:cxn modelId="{F1300D88-1FD8-FC48-80C6-65972A346E72}" type="presParOf" srcId="{626C2B61-5D1A-A247-B3C0-7F0637E532F7}" destId="{04DDD6C6-2351-A949-9148-436ED5CB6635}" srcOrd="14" destOrd="0" presId="urn:microsoft.com/office/officeart/2005/8/layout/hierarchy3"/>
    <dgm:cxn modelId="{44B59361-11BC-7546-AF3B-5A24434F7C1D}" type="presParOf" srcId="{626C2B61-5D1A-A247-B3C0-7F0637E532F7}" destId="{59ADD543-61BB-5845-BF04-DF80B9EB87BD}" srcOrd="15" destOrd="0" presId="urn:microsoft.com/office/officeart/2005/8/layout/hierarchy3"/>
    <dgm:cxn modelId="{F51C7B14-E4F5-B04E-89E7-73FF25F45F20}" type="presParOf" srcId="{626C2B61-5D1A-A247-B3C0-7F0637E532F7}" destId="{174EF6B6-AD75-7F48-9A8A-1E91D55820AE}" srcOrd="16" destOrd="0" presId="urn:microsoft.com/office/officeart/2005/8/layout/hierarchy3"/>
    <dgm:cxn modelId="{91661126-1366-0344-A21A-229FEA58120E}" type="presParOf" srcId="{626C2B61-5D1A-A247-B3C0-7F0637E532F7}" destId="{AE24331F-02B4-A440-8423-B08D469F9255}" srcOrd="17" destOrd="0" presId="urn:microsoft.com/office/officeart/2005/8/layout/hierarchy3"/>
    <dgm:cxn modelId="{A8503FFC-9C4F-9446-9E43-790188291075}" type="presParOf" srcId="{626C2B61-5D1A-A247-B3C0-7F0637E532F7}" destId="{492A118A-FD4C-194E-8939-78EB3D90DBA4}" srcOrd="18" destOrd="0" presId="urn:microsoft.com/office/officeart/2005/8/layout/hierarchy3"/>
    <dgm:cxn modelId="{FE2EE601-4DEE-FA4F-9BF4-50EB5E902EE5}" type="presParOf" srcId="{626C2B61-5D1A-A247-B3C0-7F0637E532F7}" destId="{0BB44A91-BB76-9F49-A02D-7651ADF611A1}" srcOrd="19" destOrd="0" presId="urn:microsoft.com/office/officeart/2005/8/layout/hierarchy3"/>
    <dgm:cxn modelId="{070D9C91-EDF9-D040-95EF-CCAB0F4FFD17}" type="presParOf" srcId="{626C2B61-5D1A-A247-B3C0-7F0637E532F7}" destId="{ACC786AA-E49D-F148-9348-5AD11974422D}" srcOrd="20" destOrd="0" presId="urn:microsoft.com/office/officeart/2005/8/layout/hierarchy3"/>
    <dgm:cxn modelId="{36C1F6C6-7369-FD42-8EED-D7FBE6054CF7}" type="presParOf" srcId="{626C2B61-5D1A-A247-B3C0-7F0637E532F7}" destId="{2908A42F-3390-4842-86A0-08BF3F83E339}" srcOrd="21" destOrd="0" presId="urn:microsoft.com/office/officeart/2005/8/layout/hierarchy3"/>
    <dgm:cxn modelId="{B3BF585C-19A9-0740-853A-82F5263B5876}" type="presParOf" srcId="{626C2B61-5D1A-A247-B3C0-7F0637E532F7}" destId="{7AEAFC8D-B70A-DB45-AC73-85C7A6FD7000}" srcOrd="22" destOrd="0" presId="urn:microsoft.com/office/officeart/2005/8/layout/hierarchy3"/>
    <dgm:cxn modelId="{03A998B4-1CCF-6A4D-B72D-153B7E7FF2FB}" type="presParOf" srcId="{626C2B61-5D1A-A247-B3C0-7F0637E532F7}" destId="{7B9A3320-6E14-484D-A794-B2F94A44EF8B}" srcOrd="23" destOrd="0" presId="urn:microsoft.com/office/officeart/2005/8/layout/hierarchy3"/>
    <dgm:cxn modelId="{C13FD89E-D137-4F41-81BB-8FF264C2E053}" type="presParOf" srcId="{626C2B61-5D1A-A247-B3C0-7F0637E532F7}" destId="{40ED545D-287D-C141-885D-E246B5E4F0AC}" srcOrd="24" destOrd="0" presId="urn:microsoft.com/office/officeart/2005/8/layout/hierarchy3"/>
    <dgm:cxn modelId="{2E669BCF-F06C-F742-90CB-AF3F2F895485}" type="presParOf" srcId="{626C2B61-5D1A-A247-B3C0-7F0637E532F7}" destId="{361E30B0-32E3-6C49-9085-B0FC7F923612}" srcOrd="25" destOrd="0" presId="urn:microsoft.com/office/officeart/2005/8/layout/hierarchy3"/>
    <dgm:cxn modelId="{24F7E00E-331F-9F49-A746-94191309C151}" type="presParOf" srcId="{626C2B61-5D1A-A247-B3C0-7F0637E532F7}" destId="{BF26FCE1-5EA5-4448-9D44-914DA220557F}" srcOrd="26" destOrd="0" presId="urn:microsoft.com/office/officeart/2005/8/layout/hierarchy3"/>
    <dgm:cxn modelId="{E6D28547-57D0-0D48-A1B6-FE712DC0CE7E}" type="presParOf" srcId="{626C2B61-5D1A-A247-B3C0-7F0637E532F7}" destId="{FBAD4ED1-0502-064E-918B-561DBEE5E687}" srcOrd="2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7782393" cy="5905016"/>
        <a:chOff x="0" y="0"/>
        <a:chExt cx="7782393" cy="5905016"/>
      </a:xfrm>
    </dsp:grpSpPr>
    <dsp:sp modelId="{E6FD9725-1669-084A-89D0-8C0E6B1C7553}">
      <dsp:nvSpPr>
        <dsp:cNvPr id="3" name="Rounded Rectangle 2"/>
        <dsp:cNvSpPr/>
      </dsp:nvSpPr>
      <dsp:spPr bwMode="white">
        <a:xfrm>
          <a:off x="2330700" y="221332"/>
          <a:ext cx="3759204" cy="85765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45719" tIns="30480" rIns="45719"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400" b="1" dirty="0">
              <a:solidFill>
                <a:schemeClr val="tx1"/>
              </a:solidFill>
            </a:rPr>
            <a:t>INTRODUCTION</a:t>
          </a:r>
        </a:p>
      </dsp:txBody>
      <dsp:txXfrm>
        <a:off x="2330700" y="221332"/>
        <a:ext cx="3759204" cy="857656"/>
      </dsp:txXfrm>
    </dsp:sp>
    <dsp:sp modelId="{315EB8D6-B8DC-F04F-9A61-0E43D4C8DA04}">
      <dsp:nvSpPr>
        <dsp:cNvPr id="5" name="Freeform 4"/>
        <dsp:cNvSpPr/>
      </dsp:nvSpPr>
      <dsp:spPr bwMode="white">
        <a:xfrm>
          <a:off x="2706620" y="1078988"/>
          <a:ext cx="48970" cy="621673"/>
        </a:xfrm>
        <a:custGeom>
          <a:avLst/>
          <a:gdLst/>
          <a:ahLst/>
          <a:cxnLst/>
          <a:pathLst>
            <a:path w="77" h="979">
              <a:moveTo>
                <a:pt x="0" y="0"/>
              </a:moveTo>
              <a:lnTo>
                <a:pt x="0" y="979"/>
              </a:lnTo>
              <a:lnTo>
                <a:pt x="77" y="979"/>
              </a:lnTo>
            </a:path>
          </a:pathLst>
        </a:custGeom>
      </dsp:spPr>
      <dsp:style>
        <a:lnRef idx="2">
          <a:schemeClr val="accent1">
            <a:shade val="60000"/>
          </a:schemeClr>
        </a:lnRef>
        <a:fillRef idx="0">
          <a:schemeClr val="accent1"/>
        </a:fillRef>
        <a:effectRef idx="0">
          <a:scrgbClr r="0" g="0" b="0"/>
        </a:effectRef>
        <a:fontRef idx="minor"/>
      </dsp:style>
      <dsp:txXfrm>
        <a:off x="2706620" y="1078988"/>
        <a:ext cx="48970" cy="621673"/>
      </dsp:txXfrm>
    </dsp:sp>
    <dsp:sp modelId="{A49AC36B-B841-8040-8A7F-E096B3097D40}">
      <dsp:nvSpPr>
        <dsp:cNvPr id="6" name="Rounded Rectangle 5"/>
        <dsp:cNvSpPr/>
      </dsp:nvSpPr>
      <dsp:spPr bwMode="white">
        <a:xfrm>
          <a:off x="2755590" y="1281827"/>
          <a:ext cx="3023054" cy="8376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PROJECT CONTEXT</a:t>
          </a:r>
          <a:endParaRPr>
            <a:solidFill>
              <a:schemeClr val="dk1"/>
            </a:solidFill>
          </a:endParaRPr>
        </a:p>
      </dsp:txBody>
      <dsp:txXfrm>
        <a:off x="2755590" y="1281827"/>
        <a:ext cx="3023054" cy="837669"/>
      </dsp:txXfrm>
    </dsp:sp>
    <dsp:sp modelId="{A31129D5-7A28-5F43-BC8F-F26638B60EB3}">
      <dsp:nvSpPr>
        <dsp:cNvPr id="7" name="Freeform 6"/>
        <dsp:cNvSpPr/>
      </dsp:nvSpPr>
      <dsp:spPr bwMode="white">
        <a:xfrm>
          <a:off x="2706620" y="1078988"/>
          <a:ext cx="48970" cy="1883513"/>
        </a:xfrm>
        <a:custGeom>
          <a:avLst/>
          <a:gdLst/>
          <a:ahLst/>
          <a:cxnLst/>
          <a:pathLst>
            <a:path w="77" h="2966">
              <a:moveTo>
                <a:pt x="0" y="0"/>
              </a:moveTo>
              <a:lnTo>
                <a:pt x="0" y="2966"/>
              </a:lnTo>
              <a:lnTo>
                <a:pt x="77" y="2966"/>
              </a:lnTo>
            </a:path>
          </a:pathLst>
        </a:custGeom>
      </dsp:spPr>
      <dsp:style>
        <a:lnRef idx="2">
          <a:schemeClr val="accent1">
            <a:shade val="60000"/>
          </a:schemeClr>
        </a:lnRef>
        <a:fillRef idx="0">
          <a:schemeClr val="accent1"/>
        </a:fillRef>
        <a:effectRef idx="0">
          <a:scrgbClr r="0" g="0" b="0"/>
        </a:effectRef>
        <a:fontRef idx="minor"/>
      </dsp:style>
      <dsp:txXfrm>
        <a:off x="2706620" y="1078988"/>
        <a:ext cx="48970" cy="1883513"/>
      </dsp:txXfrm>
    </dsp:sp>
    <dsp:sp modelId="{7CFB17C0-7D78-934E-9D1E-8A4C8C7F6C1F}">
      <dsp:nvSpPr>
        <dsp:cNvPr id="8" name="Rounded Rectangle 7"/>
        <dsp:cNvSpPr/>
      </dsp:nvSpPr>
      <dsp:spPr bwMode="white">
        <a:xfrm>
          <a:off x="2755590" y="2543667"/>
          <a:ext cx="3023054" cy="8376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LITERATURE REVIEW (THEMES)</a:t>
          </a:r>
          <a:endParaRPr>
            <a:solidFill>
              <a:schemeClr val="dk1"/>
            </a:solidFill>
          </a:endParaRPr>
        </a:p>
      </dsp:txBody>
      <dsp:txXfrm>
        <a:off x="2755590" y="2543667"/>
        <a:ext cx="3023054" cy="837669"/>
      </dsp:txXfrm>
    </dsp:sp>
    <dsp:sp modelId="{4CB1529D-DD40-8941-AA19-8C2A07F2DFD0}">
      <dsp:nvSpPr>
        <dsp:cNvPr id="9" name="Freeform 8"/>
        <dsp:cNvSpPr/>
      </dsp:nvSpPr>
      <dsp:spPr bwMode="white">
        <a:xfrm>
          <a:off x="2706620" y="1078988"/>
          <a:ext cx="48970" cy="3145353"/>
        </a:xfrm>
        <a:custGeom>
          <a:avLst/>
          <a:gdLst/>
          <a:ahLst/>
          <a:cxnLst/>
          <a:pathLst>
            <a:path w="77" h="4953">
              <a:moveTo>
                <a:pt x="0" y="0"/>
              </a:moveTo>
              <a:lnTo>
                <a:pt x="0" y="4953"/>
              </a:lnTo>
              <a:lnTo>
                <a:pt x="77" y="4953"/>
              </a:lnTo>
            </a:path>
          </a:pathLst>
        </a:custGeom>
      </dsp:spPr>
      <dsp:style>
        <a:lnRef idx="2">
          <a:schemeClr val="accent1">
            <a:shade val="60000"/>
          </a:schemeClr>
        </a:lnRef>
        <a:fillRef idx="0">
          <a:schemeClr val="accent1"/>
        </a:fillRef>
        <a:effectRef idx="0">
          <a:scrgbClr r="0" g="0" b="0"/>
        </a:effectRef>
        <a:fontRef idx="minor"/>
      </dsp:style>
      <dsp:txXfrm>
        <a:off x="2706620" y="1078988"/>
        <a:ext cx="48970" cy="3145353"/>
      </dsp:txXfrm>
    </dsp:sp>
    <dsp:sp modelId="{BA2CCC51-5FC9-CD41-A411-D67BEA2AF108}">
      <dsp:nvSpPr>
        <dsp:cNvPr id="10" name="Rounded Rectangle 9"/>
        <dsp:cNvSpPr/>
      </dsp:nvSpPr>
      <dsp:spPr bwMode="white">
        <a:xfrm>
          <a:off x="2755590" y="3805507"/>
          <a:ext cx="3023054" cy="8376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PROJECT OBJECTIVES</a:t>
          </a:r>
          <a:endParaRPr>
            <a:solidFill>
              <a:schemeClr val="dk1"/>
            </a:solidFill>
          </a:endParaRPr>
        </a:p>
      </dsp:txBody>
      <dsp:txXfrm>
        <a:off x="2755590" y="3805507"/>
        <a:ext cx="3023054" cy="837669"/>
      </dsp:txXfrm>
    </dsp:sp>
    <dsp:sp modelId="{20C55199-2EFC-BD49-BD66-678A13C72241}">
      <dsp:nvSpPr>
        <dsp:cNvPr id="11" name="Freeform 10"/>
        <dsp:cNvSpPr/>
      </dsp:nvSpPr>
      <dsp:spPr bwMode="white">
        <a:xfrm>
          <a:off x="2706620" y="1078988"/>
          <a:ext cx="48970" cy="4407193"/>
        </a:xfrm>
        <a:custGeom>
          <a:avLst/>
          <a:gdLst/>
          <a:ahLst/>
          <a:cxnLst/>
          <a:pathLst>
            <a:path w="77" h="6940">
              <a:moveTo>
                <a:pt x="0" y="0"/>
              </a:moveTo>
              <a:lnTo>
                <a:pt x="0" y="6940"/>
              </a:lnTo>
              <a:lnTo>
                <a:pt x="77" y="6940"/>
              </a:lnTo>
            </a:path>
          </a:pathLst>
        </a:custGeom>
      </dsp:spPr>
      <dsp:style>
        <a:lnRef idx="2">
          <a:schemeClr val="accent1">
            <a:shade val="60000"/>
          </a:schemeClr>
        </a:lnRef>
        <a:fillRef idx="0">
          <a:schemeClr val="accent1"/>
        </a:fillRef>
        <a:effectRef idx="0">
          <a:scrgbClr r="0" g="0" b="0"/>
        </a:effectRef>
        <a:fontRef idx="minor"/>
      </dsp:style>
      <dsp:txXfrm>
        <a:off x="2706620" y="1078988"/>
        <a:ext cx="48970" cy="4407193"/>
      </dsp:txXfrm>
    </dsp:sp>
    <dsp:sp modelId="{A61EE737-1306-0A4D-8915-CAA598984A3F}">
      <dsp:nvSpPr>
        <dsp:cNvPr id="12" name="Rounded Rectangle 11"/>
        <dsp:cNvSpPr/>
      </dsp:nvSpPr>
      <dsp:spPr bwMode="white">
        <a:xfrm>
          <a:off x="2755590" y="5067347"/>
          <a:ext cx="3023054" cy="8376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SCOPE AND LIMITATIONS</a:t>
          </a:r>
          <a:endParaRPr>
            <a:solidFill>
              <a:schemeClr val="dk1"/>
            </a:solidFill>
          </a:endParaRPr>
        </a:p>
      </dsp:txBody>
      <dsp:txXfrm>
        <a:off x="2755590" y="5067347"/>
        <a:ext cx="3023054" cy="837669"/>
      </dsp:txXfrm>
    </dsp:sp>
    <dsp:sp modelId="{0D9E6DF1-CBA9-3D43-8108-EE3B50B3C44A}">
      <dsp:nvSpPr>
        <dsp:cNvPr id="4" name="Rounded Rectangle 3" hidden="1"/>
        <dsp:cNvSpPr/>
      </dsp:nvSpPr>
      <dsp:spPr>
        <a:xfrm>
          <a:off x="2330700" y="221332"/>
          <a:ext cx="751841" cy="857656"/>
        </a:xfrm>
        <a:prstGeom prst="roundRect">
          <a:avLst>
            <a:gd name="adj" fmla="val 10000"/>
          </a:avLst>
        </a:prstGeom>
      </dsp:spPr>
      <dsp:txXfrm>
        <a:off x="2330700" y="221332"/>
        <a:ext cx="751841" cy="857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760085" cy="5849620"/>
        <a:chOff x="0" y="0"/>
        <a:chExt cx="5760085" cy="5849620"/>
      </a:xfrm>
    </dsp:grpSpPr>
    <dsp:sp modelId="{E6FD9725-1669-084A-89D0-8C0E6B1C7553}">
      <dsp:nvSpPr>
        <dsp:cNvPr id="3" name="Rounded Rectangle 2"/>
        <dsp:cNvSpPr/>
      </dsp:nvSpPr>
      <dsp:spPr bwMode="white">
        <a:xfrm>
          <a:off x="494669" y="246095"/>
          <a:ext cx="4185188" cy="904545"/>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45719" tIns="30480" rIns="45719"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400" b="1" dirty="0">
              <a:solidFill>
                <a:schemeClr val="tx1"/>
              </a:solidFill>
            </a:rPr>
            <a:t>INTRODUCTION</a:t>
          </a:r>
        </a:p>
      </dsp:txBody>
      <dsp:txXfrm>
        <a:off x="494669" y="246095"/>
        <a:ext cx="4185188" cy="904545"/>
      </dsp:txXfrm>
    </dsp:sp>
    <dsp:sp modelId="{315EB8D6-B8DC-F04F-9A61-0E43D4C8DA04}">
      <dsp:nvSpPr>
        <dsp:cNvPr id="5" name="Freeform 4"/>
        <dsp:cNvSpPr/>
      </dsp:nvSpPr>
      <dsp:spPr bwMode="white">
        <a:xfrm>
          <a:off x="913188" y="1150640"/>
          <a:ext cx="54988" cy="678974"/>
        </a:xfrm>
        <a:custGeom>
          <a:avLst/>
          <a:gdLst/>
          <a:ahLst/>
          <a:cxnLst/>
          <a:pathLst>
            <a:path w="87" h="1069">
              <a:moveTo>
                <a:pt x="0" y="0"/>
              </a:moveTo>
              <a:lnTo>
                <a:pt x="0" y="1069"/>
              </a:lnTo>
              <a:lnTo>
                <a:pt x="87" y="1069"/>
              </a:lnTo>
            </a:path>
          </a:pathLst>
        </a:custGeom>
      </dsp:spPr>
      <dsp:style>
        <a:lnRef idx="2">
          <a:schemeClr val="accent1">
            <a:shade val="60000"/>
          </a:schemeClr>
        </a:lnRef>
        <a:fillRef idx="0">
          <a:schemeClr val="accent1"/>
        </a:fillRef>
        <a:effectRef idx="0">
          <a:scrgbClr r="0" g="0" b="0"/>
        </a:effectRef>
        <a:fontRef idx="minor"/>
      </dsp:style>
      <dsp:txXfrm>
        <a:off x="913188" y="1150640"/>
        <a:ext cx="54988" cy="678974"/>
      </dsp:txXfrm>
    </dsp:sp>
    <dsp:sp modelId="{A49AC36B-B841-8040-8A7F-E096B3097D40}">
      <dsp:nvSpPr>
        <dsp:cNvPr id="6" name="Rounded Rectangle 5"/>
        <dsp:cNvSpPr/>
      </dsp:nvSpPr>
      <dsp:spPr bwMode="white">
        <a:xfrm>
          <a:off x="968176" y="1376173"/>
          <a:ext cx="4660771" cy="90688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PROJECT CONTEXT</a:t>
          </a:r>
          <a:endParaRPr>
            <a:solidFill>
              <a:schemeClr val="dk1"/>
            </a:solidFill>
          </a:endParaRPr>
        </a:p>
      </dsp:txBody>
      <dsp:txXfrm>
        <a:off x="968176" y="1376173"/>
        <a:ext cx="4660771" cy="906884"/>
      </dsp:txXfrm>
    </dsp:sp>
    <dsp:sp modelId="{A31129D5-7A28-5F43-BC8F-F26638B60EB3}">
      <dsp:nvSpPr>
        <dsp:cNvPr id="7" name="Freeform 6"/>
        <dsp:cNvSpPr/>
      </dsp:nvSpPr>
      <dsp:spPr bwMode="white">
        <a:xfrm>
          <a:off x="913188" y="1150640"/>
          <a:ext cx="54988" cy="2000957"/>
        </a:xfrm>
        <a:custGeom>
          <a:avLst/>
          <a:gdLst/>
          <a:ahLst/>
          <a:cxnLst/>
          <a:pathLst>
            <a:path w="87" h="3151">
              <a:moveTo>
                <a:pt x="0" y="0"/>
              </a:moveTo>
              <a:lnTo>
                <a:pt x="0" y="3151"/>
              </a:lnTo>
              <a:lnTo>
                <a:pt x="87" y="3151"/>
              </a:lnTo>
            </a:path>
          </a:pathLst>
        </a:custGeom>
      </dsp:spPr>
      <dsp:style>
        <a:lnRef idx="2">
          <a:schemeClr val="accent1">
            <a:shade val="60000"/>
          </a:schemeClr>
        </a:lnRef>
        <a:fillRef idx="0">
          <a:schemeClr val="accent1"/>
        </a:fillRef>
        <a:effectRef idx="0">
          <a:scrgbClr r="0" g="0" b="0"/>
        </a:effectRef>
        <a:fontRef idx="minor"/>
      </dsp:style>
      <dsp:txXfrm>
        <a:off x="913188" y="1150640"/>
        <a:ext cx="54988" cy="2000957"/>
      </dsp:txXfrm>
    </dsp:sp>
    <dsp:sp modelId="{7CFB17C0-7D78-934E-9D1E-8A4C8C7F6C1F}">
      <dsp:nvSpPr>
        <dsp:cNvPr id="8" name="Rounded Rectangle 7"/>
        <dsp:cNvSpPr/>
      </dsp:nvSpPr>
      <dsp:spPr bwMode="white">
        <a:xfrm>
          <a:off x="968176" y="2754684"/>
          <a:ext cx="3553373" cy="79382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LITERATURE REVIEW(THEMES)</a:t>
          </a:r>
          <a:endParaRPr>
            <a:solidFill>
              <a:schemeClr val="dk1"/>
            </a:solidFill>
          </a:endParaRPr>
        </a:p>
      </dsp:txBody>
      <dsp:txXfrm>
        <a:off x="968176" y="2754684"/>
        <a:ext cx="3553373" cy="793825"/>
      </dsp:txXfrm>
    </dsp:sp>
    <dsp:sp modelId="{7AFC937E-8BED-BA45-BFF5-18B0F44EFB9C}">
      <dsp:nvSpPr>
        <dsp:cNvPr id="9" name="Freeform 8"/>
        <dsp:cNvSpPr/>
      </dsp:nvSpPr>
      <dsp:spPr bwMode="white">
        <a:xfrm>
          <a:off x="913188" y="1150640"/>
          <a:ext cx="54988" cy="3233009"/>
        </a:xfrm>
        <a:custGeom>
          <a:avLst/>
          <a:gdLst/>
          <a:ahLst/>
          <a:cxnLst/>
          <a:pathLst>
            <a:path w="87" h="5091">
              <a:moveTo>
                <a:pt x="0" y="0"/>
              </a:moveTo>
              <a:lnTo>
                <a:pt x="0" y="5091"/>
              </a:lnTo>
              <a:lnTo>
                <a:pt x="87" y="5091"/>
              </a:lnTo>
            </a:path>
          </a:pathLst>
        </a:custGeom>
      </dsp:spPr>
      <dsp:style>
        <a:lnRef idx="2">
          <a:schemeClr val="accent1">
            <a:shade val="60000"/>
          </a:schemeClr>
        </a:lnRef>
        <a:fillRef idx="0">
          <a:schemeClr val="accent1"/>
        </a:fillRef>
        <a:effectRef idx="0">
          <a:scrgbClr r="0" g="0" b="0"/>
        </a:effectRef>
        <a:fontRef idx="minor"/>
      </dsp:style>
      <dsp:txXfrm>
        <a:off x="913188" y="1150640"/>
        <a:ext cx="54988" cy="3233009"/>
      </dsp:txXfrm>
    </dsp:sp>
    <dsp:sp modelId="{28C37E9A-ED4E-4246-AAB3-10E48FEFC10E}">
      <dsp:nvSpPr>
        <dsp:cNvPr id="10" name="Rounded Rectangle 9"/>
        <dsp:cNvSpPr/>
      </dsp:nvSpPr>
      <dsp:spPr bwMode="white">
        <a:xfrm>
          <a:off x="968176" y="4020138"/>
          <a:ext cx="3553373" cy="72702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500" b="1">
              <a:solidFill>
                <a:schemeClr val="dk1"/>
              </a:solidFill>
            </a:rPr>
            <a:t>PROJECT OBJECTIVES</a:t>
          </a:r>
          <a:endParaRPr lang="en-US" sz="1500">
            <a:solidFill>
              <a:schemeClr val="dk1"/>
            </a:solidFill>
          </a:endParaRPr>
        </a:p>
      </dsp:txBody>
      <dsp:txXfrm>
        <a:off x="968176" y="4020138"/>
        <a:ext cx="3553373" cy="727024"/>
      </dsp:txXfrm>
    </dsp:sp>
    <dsp:sp modelId="{4CB1529D-DD40-8941-AA19-8C2A07F2DFD0}">
      <dsp:nvSpPr>
        <dsp:cNvPr id="11" name="Freeform 10"/>
        <dsp:cNvSpPr/>
      </dsp:nvSpPr>
      <dsp:spPr bwMode="white">
        <a:xfrm>
          <a:off x="913188" y="1150640"/>
          <a:ext cx="54988" cy="4383565"/>
        </a:xfrm>
        <a:custGeom>
          <a:avLst/>
          <a:gdLst/>
          <a:ahLst/>
          <a:cxnLst/>
          <a:pathLst>
            <a:path w="87" h="6903">
              <a:moveTo>
                <a:pt x="0" y="0"/>
              </a:moveTo>
              <a:lnTo>
                <a:pt x="0" y="6903"/>
              </a:lnTo>
              <a:lnTo>
                <a:pt x="87" y="6903"/>
              </a:lnTo>
            </a:path>
          </a:pathLst>
        </a:custGeom>
      </dsp:spPr>
      <dsp:style>
        <a:lnRef idx="2">
          <a:schemeClr val="accent1">
            <a:shade val="60000"/>
          </a:schemeClr>
        </a:lnRef>
        <a:fillRef idx="0">
          <a:schemeClr val="accent1"/>
        </a:fillRef>
        <a:effectRef idx="0">
          <a:scrgbClr r="0" g="0" b="0"/>
        </a:effectRef>
        <a:fontRef idx="minor"/>
      </dsp:style>
      <dsp:txXfrm>
        <a:off x="913188" y="1150640"/>
        <a:ext cx="54988" cy="4383565"/>
      </dsp:txXfrm>
    </dsp:sp>
    <dsp:sp modelId="{BA2CCC51-5FC9-CD41-A411-D67BEA2AF108}">
      <dsp:nvSpPr>
        <dsp:cNvPr id="12" name="Rounded Rectangle 11"/>
        <dsp:cNvSpPr/>
      </dsp:nvSpPr>
      <dsp:spPr bwMode="white">
        <a:xfrm>
          <a:off x="968176" y="5218789"/>
          <a:ext cx="3553373" cy="63083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SCOPE AND LIMITATIONS</a:t>
          </a:r>
          <a:endParaRPr>
            <a:solidFill>
              <a:schemeClr val="dk1"/>
            </a:solidFill>
          </a:endParaRPr>
        </a:p>
      </dsp:txBody>
      <dsp:txXfrm>
        <a:off x="968176" y="5218789"/>
        <a:ext cx="3553373" cy="630831"/>
      </dsp:txXfrm>
    </dsp:sp>
    <dsp:sp modelId="{0D9E6DF1-CBA9-3D43-8108-EE3B50B3C44A}">
      <dsp:nvSpPr>
        <dsp:cNvPr id="4" name="Rounded Rectangle 3" hidden="1"/>
        <dsp:cNvSpPr/>
      </dsp:nvSpPr>
      <dsp:spPr>
        <a:xfrm>
          <a:off x="494669" y="246095"/>
          <a:ext cx="837038" cy="904545"/>
        </a:xfrm>
        <a:prstGeom prst="roundRect">
          <a:avLst>
            <a:gd name="adj" fmla="val 10000"/>
          </a:avLst>
        </a:prstGeom>
      </dsp:spPr>
      <dsp:txXfrm>
        <a:off x="494669" y="246095"/>
        <a:ext cx="837038" cy="904545"/>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5984743"/>
        <a:chOff x="0" y="0"/>
        <a:chExt cx="8592955" cy="5984743"/>
      </a:xfrm>
    </dsp:grpSpPr>
    <dsp:sp modelId="{E6FD9725-1669-084A-89D0-8C0E6B1C7553}">
      <dsp:nvSpPr>
        <dsp:cNvPr id="3" name="Rounded Rectangle 2"/>
        <dsp:cNvSpPr/>
      </dsp:nvSpPr>
      <dsp:spPr bwMode="white">
        <a:xfrm>
          <a:off x="1758035" y="248000"/>
          <a:ext cx="4136899" cy="933523"/>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45719" tIns="30480" rIns="45719"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400" b="1" dirty="0">
              <a:solidFill>
                <a:schemeClr val="tx1"/>
              </a:solidFill>
            </a:rPr>
            <a:t>INTRODUCTION</a:t>
          </a:r>
        </a:p>
      </dsp:txBody>
      <dsp:txXfrm>
        <a:off x="1758035" y="248000"/>
        <a:ext cx="4136899" cy="933523"/>
      </dsp:txXfrm>
    </dsp:sp>
    <dsp:sp modelId="{315EB8D6-B8DC-F04F-9A61-0E43D4C8DA04}">
      <dsp:nvSpPr>
        <dsp:cNvPr id="5" name="Freeform 4"/>
        <dsp:cNvSpPr/>
      </dsp:nvSpPr>
      <dsp:spPr bwMode="white">
        <a:xfrm>
          <a:off x="2171725" y="1181523"/>
          <a:ext cx="47345" cy="589535"/>
        </a:xfrm>
        <a:custGeom>
          <a:avLst/>
          <a:gdLst/>
          <a:ahLst/>
          <a:cxnLst/>
          <a:pathLst>
            <a:path w="75" h="928">
              <a:moveTo>
                <a:pt x="0" y="0"/>
              </a:moveTo>
              <a:lnTo>
                <a:pt x="0" y="928"/>
              </a:lnTo>
              <a:lnTo>
                <a:pt x="75" y="928"/>
              </a:lnTo>
            </a:path>
          </a:pathLst>
        </a:custGeom>
      </dsp:spPr>
      <dsp:style>
        <a:lnRef idx="2">
          <a:schemeClr val="accent1">
            <a:shade val="60000"/>
          </a:schemeClr>
        </a:lnRef>
        <a:fillRef idx="0">
          <a:schemeClr val="accent1"/>
        </a:fillRef>
        <a:effectRef idx="0">
          <a:scrgbClr r="0" g="0" b="0"/>
        </a:effectRef>
        <a:fontRef idx="minor"/>
      </dsp:style>
      <dsp:txXfrm>
        <a:off x="2171725" y="1181523"/>
        <a:ext cx="47345" cy="589535"/>
      </dsp:txXfrm>
    </dsp:sp>
    <dsp:sp modelId="{A49AC36B-B841-8040-8A7F-E096B3097D40}">
      <dsp:nvSpPr>
        <dsp:cNvPr id="6" name="Rounded Rectangle 5"/>
        <dsp:cNvSpPr/>
      </dsp:nvSpPr>
      <dsp:spPr bwMode="white">
        <a:xfrm>
          <a:off x="2219070" y="1408801"/>
          <a:ext cx="3216714" cy="72451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PROJECT CONTEXT</a:t>
          </a:r>
          <a:endParaRPr>
            <a:solidFill>
              <a:schemeClr val="dk1"/>
            </a:solidFill>
          </a:endParaRPr>
        </a:p>
      </dsp:txBody>
      <dsp:txXfrm>
        <a:off x="2219070" y="1408801"/>
        <a:ext cx="3216714" cy="724514"/>
      </dsp:txXfrm>
    </dsp:sp>
    <dsp:sp modelId="{A31129D5-7A28-5F43-BC8F-F26638B60EB3}">
      <dsp:nvSpPr>
        <dsp:cNvPr id="7" name="Freeform 6"/>
        <dsp:cNvSpPr/>
      </dsp:nvSpPr>
      <dsp:spPr bwMode="white">
        <a:xfrm>
          <a:off x="2171725" y="1181523"/>
          <a:ext cx="47345" cy="1915353"/>
        </a:xfrm>
        <a:custGeom>
          <a:avLst/>
          <a:gdLst/>
          <a:ahLst/>
          <a:cxnLst/>
          <a:pathLst>
            <a:path w="75" h="3016">
              <a:moveTo>
                <a:pt x="0" y="0"/>
              </a:moveTo>
              <a:lnTo>
                <a:pt x="0" y="3016"/>
              </a:lnTo>
              <a:lnTo>
                <a:pt x="75" y="3016"/>
              </a:lnTo>
            </a:path>
          </a:pathLst>
        </a:custGeom>
      </dsp:spPr>
      <dsp:style>
        <a:lnRef idx="2">
          <a:schemeClr val="accent1">
            <a:shade val="60000"/>
          </a:schemeClr>
        </a:lnRef>
        <a:fillRef idx="0">
          <a:schemeClr val="accent1"/>
        </a:fillRef>
        <a:effectRef idx="0">
          <a:scrgbClr r="0" g="0" b="0"/>
        </a:effectRef>
        <a:fontRef idx="minor"/>
      </dsp:style>
      <dsp:txXfrm>
        <a:off x="2171725" y="1181523"/>
        <a:ext cx="47345" cy="1915353"/>
      </dsp:txXfrm>
    </dsp:sp>
    <dsp:sp modelId="{7CFB17C0-7D78-934E-9D1E-8A4C8C7F6C1F}">
      <dsp:nvSpPr>
        <dsp:cNvPr id="8" name="Rounded Rectangle 7"/>
        <dsp:cNvSpPr/>
      </dsp:nvSpPr>
      <dsp:spPr bwMode="white">
        <a:xfrm>
          <a:off x="2219070" y="2608594"/>
          <a:ext cx="4982195" cy="97656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LITERATURE REVIEW (THEMES)</a:t>
          </a:r>
          <a:endParaRPr>
            <a:solidFill>
              <a:schemeClr val="dk1"/>
            </a:solidFill>
          </a:endParaRPr>
        </a:p>
      </dsp:txBody>
      <dsp:txXfrm>
        <a:off x="2219070" y="2608594"/>
        <a:ext cx="4982195" cy="976564"/>
      </dsp:txXfrm>
    </dsp:sp>
    <dsp:sp modelId="{4CB1529D-DD40-8941-AA19-8C2A07F2DFD0}">
      <dsp:nvSpPr>
        <dsp:cNvPr id="9" name="Freeform 8"/>
        <dsp:cNvSpPr/>
      </dsp:nvSpPr>
      <dsp:spPr bwMode="white">
        <a:xfrm>
          <a:off x="2171725" y="1181523"/>
          <a:ext cx="47345" cy="3241170"/>
        </a:xfrm>
        <a:custGeom>
          <a:avLst/>
          <a:gdLst/>
          <a:ahLst/>
          <a:cxnLst/>
          <a:pathLst>
            <a:path w="75" h="5104">
              <a:moveTo>
                <a:pt x="0" y="0"/>
              </a:moveTo>
              <a:lnTo>
                <a:pt x="0" y="5104"/>
              </a:lnTo>
              <a:lnTo>
                <a:pt x="75" y="5104"/>
              </a:lnTo>
            </a:path>
          </a:pathLst>
        </a:custGeom>
      </dsp:spPr>
      <dsp:style>
        <a:lnRef idx="2">
          <a:schemeClr val="accent1">
            <a:shade val="60000"/>
          </a:schemeClr>
        </a:lnRef>
        <a:fillRef idx="0">
          <a:schemeClr val="accent1"/>
        </a:fillRef>
        <a:effectRef idx="0">
          <a:scrgbClr r="0" g="0" b="0"/>
        </a:effectRef>
        <a:fontRef idx="minor"/>
      </dsp:style>
      <dsp:txXfrm>
        <a:off x="2171725" y="1181523"/>
        <a:ext cx="47345" cy="3241170"/>
      </dsp:txXfrm>
    </dsp:sp>
    <dsp:sp modelId="{BA2CCC51-5FC9-CD41-A411-D67BEA2AF108}">
      <dsp:nvSpPr>
        <dsp:cNvPr id="10" name="Rounded Rectangle 9"/>
        <dsp:cNvSpPr/>
      </dsp:nvSpPr>
      <dsp:spPr bwMode="white">
        <a:xfrm>
          <a:off x="2219070" y="4060436"/>
          <a:ext cx="3216714" cy="72451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PROJECT OBJECTIVES</a:t>
          </a:r>
          <a:endParaRPr>
            <a:solidFill>
              <a:schemeClr val="dk1"/>
            </a:solidFill>
          </a:endParaRPr>
        </a:p>
      </dsp:txBody>
      <dsp:txXfrm>
        <a:off x="2219070" y="4060436"/>
        <a:ext cx="3216714" cy="724514"/>
      </dsp:txXfrm>
    </dsp:sp>
    <dsp:sp modelId="{20C55199-2EFC-BD49-BD66-678A13C72241}">
      <dsp:nvSpPr>
        <dsp:cNvPr id="11" name="Freeform 10"/>
        <dsp:cNvSpPr/>
      </dsp:nvSpPr>
      <dsp:spPr bwMode="white">
        <a:xfrm>
          <a:off x="2171725" y="1181523"/>
          <a:ext cx="47345" cy="4440963"/>
        </a:xfrm>
        <a:custGeom>
          <a:avLst/>
          <a:gdLst/>
          <a:ahLst/>
          <a:cxnLst/>
          <a:pathLst>
            <a:path w="75" h="6994">
              <a:moveTo>
                <a:pt x="0" y="0"/>
              </a:moveTo>
              <a:lnTo>
                <a:pt x="0" y="6994"/>
              </a:lnTo>
              <a:lnTo>
                <a:pt x="75" y="6994"/>
              </a:lnTo>
            </a:path>
          </a:pathLst>
        </a:custGeom>
      </dsp:spPr>
      <dsp:style>
        <a:lnRef idx="2">
          <a:schemeClr val="accent1">
            <a:shade val="60000"/>
          </a:schemeClr>
        </a:lnRef>
        <a:fillRef idx="0">
          <a:schemeClr val="accent1"/>
        </a:fillRef>
        <a:effectRef idx="0">
          <a:scrgbClr r="0" g="0" b="0"/>
        </a:effectRef>
        <a:fontRef idx="minor"/>
      </dsp:style>
      <dsp:txXfrm>
        <a:off x="2171725" y="1181523"/>
        <a:ext cx="47345" cy="4440963"/>
      </dsp:txXfrm>
    </dsp:sp>
    <dsp:sp modelId="{A61EE737-1306-0A4D-8915-CAA598984A3F}">
      <dsp:nvSpPr>
        <dsp:cNvPr id="12" name="Rounded Rectangle 11"/>
        <dsp:cNvSpPr/>
      </dsp:nvSpPr>
      <dsp:spPr bwMode="white">
        <a:xfrm>
          <a:off x="2219070" y="5260229"/>
          <a:ext cx="3216714" cy="72451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SCOPE AND LIMITATIONS</a:t>
          </a:r>
          <a:endParaRPr>
            <a:solidFill>
              <a:schemeClr val="dk1"/>
            </a:solidFill>
          </a:endParaRPr>
        </a:p>
      </dsp:txBody>
      <dsp:txXfrm>
        <a:off x="2219070" y="5260229"/>
        <a:ext cx="3216714" cy="724514"/>
      </dsp:txXfrm>
    </dsp:sp>
    <dsp:sp modelId="{0D9E6DF1-CBA9-3D43-8108-EE3B50B3C44A}">
      <dsp:nvSpPr>
        <dsp:cNvPr id="4" name="Rounded Rectangle 3" hidden="1"/>
        <dsp:cNvSpPr/>
      </dsp:nvSpPr>
      <dsp:spPr>
        <a:xfrm>
          <a:off x="1758035" y="248000"/>
          <a:ext cx="827380" cy="933523"/>
        </a:xfrm>
        <a:prstGeom prst="roundRect">
          <a:avLst>
            <a:gd name="adj" fmla="val 10000"/>
          </a:avLst>
        </a:prstGeom>
      </dsp:spPr>
      <dsp:txXfrm>
        <a:off x="1758035" y="248000"/>
        <a:ext cx="827380" cy="933523"/>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172201"/>
        <a:chOff x="0" y="0"/>
        <a:chExt cx="8592955" cy="6172201"/>
      </a:xfrm>
    </dsp:grpSpPr>
    <dsp:sp modelId="{E6FD9725-1669-084A-89D0-8C0E6B1C7553}">
      <dsp:nvSpPr>
        <dsp:cNvPr id="3" name="Rounded Rectangle 2"/>
        <dsp:cNvSpPr/>
      </dsp:nvSpPr>
      <dsp:spPr bwMode="white">
        <a:xfrm>
          <a:off x="1672745" y="300351"/>
          <a:ext cx="4577496" cy="798550"/>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45719" tIns="30480" rIns="45719"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400" b="1" dirty="0">
              <a:solidFill>
                <a:schemeClr val="tx1"/>
              </a:solidFill>
            </a:rPr>
            <a:t>INTRODUCTION</a:t>
          </a:r>
        </a:p>
      </dsp:txBody>
      <dsp:txXfrm>
        <a:off x="1672745" y="300351"/>
        <a:ext cx="4577496" cy="798550"/>
      </dsp:txXfrm>
    </dsp:sp>
    <dsp:sp modelId="{315EB8D6-B8DC-F04F-9A61-0E43D4C8DA04}">
      <dsp:nvSpPr>
        <dsp:cNvPr id="5" name="Freeform 4"/>
        <dsp:cNvSpPr/>
      </dsp:nvSpPr>
      <dsp:spPr bwMode="white">
        <a:xfrm>
          <a:off x="2130495" y="1098901"/>
          <a:ext cx="14072" cy="627065"/>
        </a:xfrm>
        <a:custGeom>
          <a:avLst/>
          <a:gdLst/>
          <a:ahLst/>
          <a:cxnLst/>
          <a:pathLst>
            <a:path w="22" h="988">
              <a:moveTo>
                <a:pt x="0" y="0"/>
              </a:moveTo>
              <a:lnTo>
                <a:pt x="0" y="988"/>
              </a:lnTo>
              <a:lnTo>
                <a:pt x="22" y="988"/>
              </a:lnTo>
            </a:path>
          </a:pathLst>
        </a:custGeom>
      </dsp:spPr>
      <dsp:style>
        <a:lnRef idx="2">
          <a:schemeClr val="accent1">
            <a:shade val="60000"/>
          </a:schemeClr>
        </a:lnRef>
        <a:fillRef idx="0">
          <a:schemeClr val="accent1"/>
        </a:fillRef>
        <a:effectRef idx="0">
          <a:scrgbClr r="0" g="0" b="0"/>
        </a:effectRef>
        <a:fontRef idx="minor"/>
      </dsp:style>
      <dsp:txXfrm>
        <a:off x="2130495" y="1098901"/>
        <a:ext cx="14072" cy="627065"/>
      </dsp:txXfrm>
    </dsp:sp>
    <dsp:sp modelId="{A49AC36B-B841-8040-8A7F-E096B3097D40}">
      <dsp:nvSpPr>
        <dsp:cNvPr id="6" name="Rounded Rectangle 5"/>
        <dsp:cNvSpPr/>
      </dsp:nvSpPr>
      <dsp:spPr bwMode="white">
        <a:xfrm>
          <a:off x="2144567" y="1374156"/>
          <a:ext cx="4071165" cy="70362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PROJECT CONTEXT</a:t>
          </a:r>
          <a:endParaRPr>
            <a:solidFill>
              <a:schemeClr val="dk1"/>
            </a:solidFill>
          </a:endParaRPr>
        </a:p>
      </dsp:txBody>
      <dsp:txXfrm>
        <a:off x="2144567" y="1374156"/>
        <a:ext cx="4071165" cy="703621"/>
      </dsp:txXfrm>
    </dsp:sp>
    <dsp:sp modelId="{A31129D5-7A28-5F43-BC8F-F26638B60EB3}">
      <dsp:nvSpPr>
        <dsp:cNvPr id="7" name="Freeform 6"/>
        <dsp:cNvSpPr/>
      </dsp:nvSpPr>
      <dsp:spPr bwMode="white">
        <a:xfrm>
          <a:off x="2130495" y="1098901"/>
          <a:ext cx="14072" cy="1906292"/>
        </a:xfrm>
        <a:custGeom>
          <a:avLst/>
          <a:gdLst/>
          <a:ahLst/>
          <a:cxnLst/>
          <a:pathLst>
            <a:path w="22" h="3002">
              <a:moveTo>
                <a:pt x="0" y="0"/>
              </a:moveTo>
              <a:lnTo>
                <a:pt x="0" y="3002"/>
              </a:lnTo>
              <a:lnTo>
                <a:pt x="22" y="3002"/>
              </a:lnTo>
            </a:path>
          </a:pathLst>
        </a:custGeom>
      </dsp:spPr>
      <dsp:style>
        <a:lnRef idx="2">
          <a:schemeClr val="accent1">
            <a:shade val="60000"/>
          </a:schemeClr>
        </a:lnRef>
        <a:fillRef idx="0">
          <a:schemeClr val="accent1"/>
        </a:fillRef>
        <a:effectRef idx="0">
          <a:scrgbClr r="0" g="0" b="0"/>
        </a:effectRef>
        <a:fontRef idx="minor"/>
      </dsp:style>
      <dsp:txXfrm>
        <a:off x="2130495" y="1098901"/>
        <a:ext cx="14072" cy="1906292"/>
      </dsp:txXfrm>
    </dsp:sp>
    <dsp:sp modelId="{7CFB17C0-7D78-934E-9D1E-8A4C8C7F6C1F}">
      <dsp:nvSpPr>
        <dsp:cNvPr id="8" name="Rounded Rectangle 7"/>
        <dsp:cNvSpPr/>
      </dsp:nvSpPr>
      <dsp:spPr bwMode="white">
        <a:xfrm>
          <a:off x="2144567" y="2653383"/>
          <a:ext cx="4071165" cy="70362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LITERATURE REVIEW (THEMES)</a:t>
          </a:r>
          <a:endParaRPr>
            <a:solidFill>
              <a:schemeClr val="dk1"/>
            </a:solidFill>
          </a:endParaRPr>
        </a:p>
      </dsp:txBody>
      <dsp:txXfrm>
        <a:off x="2144567" y="2653383"/>
        <a:ext cx="4071165" cy="703621"/>
      </dsp:txXfrm>
    </dsp:sp>
    <dsp:sp modelId="{4CB1529D-DD40-8941-AA19-8C2A07F2DFD0}">
      <dsp:nvSpPr>
        <dsp:cNvPr id="9" name="Freeform 8"/>
        <dsp:cNvSpPr/>
      </dsp:nvSpPr>
      <dsp:spPr bwMode="white">
        <a:xfrm>
          <a:off x="2130495" y="1098901"/>
          <a:ext cx="69294" cy="3301158"/>
        </a:xfrm>
        <a:custGeom>
          <a:avLst/>
          <a:gdLst/>
          <a:ahLst/>
          <a:cxnLst/>
          <a:pathLst>
            <a:path w="109" h="5199">
              <a:moveTo>
                <a:pt x="0" y="0"/>
              </a:moveTo>
              <a:lnTo>
                <a:pt x="0" y="5199"/>
              </a:lnTo>
              <a:lnTo>
                <a:pt x="109" y="5199"/>
              </a:lnTo>
            </a:path>
          </a:pathLst>
        </a:custGeom>
      </dsp:spPr>
      <dsp:style>
        <a:lnRef idx="2">
          <a:schemeClr val="accent1">
            <a:shade val="60000"/>
          </a:schemeClr>
        </a:lnRef>
        <a:fillRef idx="0">
          <a:schemeClr val="accent1"/>
        </a:fillRef>
        <a:effectRef idx="0">
          <a:scrgbClr r="0" g="0" b="0"/>
        </a:effectRef>
        <a:fontRef idx="minor"/>
      </dsp:style>
      <dsp:txXfrm>
        <a:off x="2130495" y="1098901"/>
        <a:ext cx="69294" cy="3301158"/>
      </dsp:txXfrm>
    </dsp:sp>
    <dsp:sp modelId="{BA2CCC51-5FC9-CD41-A411-D67BEA2AF108}">
      <dsp:nvSpPr>
        <dsp:cNvPr id="10" name="Rounded Rectangle 9"/>
        <dsp:cNvSpPr/>
      </dsp:nvSpPr>
      <dsp:spPr bwMode="white">
        <a:xfrm>
          <a:off x="2199789" y="3919877"/>
          <a:ext cx="5219320" cy="96036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PROJECT OBJECTIVES</a:t>
          </a:r>
          <a:endParaRPr>
            <a:solidFill>
              <a:schemeClr val="dk1"/>
            </a:solidFill>
          </a:endParaRPr>
        </a:p>
      </dsp:txBody>
      <dsp:txXfrm>
        <a:off x="2199789" y="3919877"/>
        <a:ext cx="5219320" cy="960364"/>
      </dsp:txXfrm>
    </dsp:sp>
    <dsp:sp modelId="{20C55199-2EFC-BD49-BD66-678A13C72241}">
      <dsp:nvSpPr>
        <dsp:cNvPr id="11" name="Freeform 10"/>
        <dsp:cNvSpPr/>
      </dsp:nvSpPr>
      <dsp:spPr bwMode="white">
        <a:xfrm>
          <a:off x="2130495" y="1098901"/>
          <a:ext cx="14072" cy="4721489"/>
        </a:xfrm>
        <a:custGeom>
          <a:avLst/>
          <a:gdLst/>
          <a:ahLst/>
          <a:cxnLst/>
          <a:pathLst>
            <a:path w="22" h="7435">
              <a:moveTo>
                <a:pt x="0" y="0"/>
              </a:moveTo>
              <a:lnTo>
                <a:pt x="0" y="7435"/>
              </a:lnTo>
              <a:lnTo>
                <a:pt x="22" y="7435"/>
              </a:lnTo>
            </a:path>
          </a:pathLst>
        </a:custGeom>
      </dsp:spPr>
      <dsp:style>
        <a:lnRef idx="2">
          <a:schemeClr val="accent1">
            <a:shade val="60000"/>
          </a:schemeClr>
        </a:lnRef>
        <a:fillRef idx="0">
          <a:schemeClr val="accent1"/>
        </a:fillRef>
        <a:effectRef idx="0">
          <a:scrgbClr r="0" g="0" b="0"/>
        </a:effectRef>
        <a:fontRef idx="minor"/>
      </dsp:style>
      <dsp:txXfrm>
        <a:off x="2130495" y="1098901"/>
        <a:ext cx="14072" cy="4721489"/>
      </dsp:txXfrm>
    </dsp:sp>
    <dsp:sp modelId="{A61EE737-1306-0A4D-8915-CAA598984A3F}">
      <dsp:nvSpPr>
        <dsp:cNvPr id="12" name="Rounded Rectangle 11"/>
        <dsp:cNvSpPr/>
      </dsp:nvSpPr>
      <dsp:spPr bwMode="white">
        <a:xfrm>
          <a:off x="2144567" y="5468580"/>
          <a:ext cx="4071165" cy="70362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SCOPE AND LIMITATIONS</a:t>
          </a:r>
          <a:endParaRPr>
            <a:solidFill>
              <a:schemeClr val="dk1"/>
            </a:solidFill>
          </a:endParaRPr>
        </a:p>
      </dsp:txBody>
      <dsp:txXfrm>
        <a:off x="2144567" y="5468580"/>
        <a:ext cx="4071165" cy="703621"/>
      </dsp:txXfrm>
    </dsp:sp>
    <dsp:sp modelId="{0D9E6DF1-CBA9-3D43-8108-EE3B50B3C44A}">
      <dsp:nvSpPr>
        <dsp:cNvPr id="4" name="Rounded Rectangle 3" hidden="1"/>
        <dsp:cNvSpPr/>
      </dsp:nvSpPr>
      <dsp:spPr>
        <a:xfrm>
          <a:off x="1672745" y="300351"/>
          <a:ext cx="915499" cy="798550"/>
        </a:xfrm>
        <a:prstGeom prst="roundRect">
          <a:avLst>
            <a:gd name="adj" fmla="val 10000"/>
          </a:avLst>
        </a:prstGeom>
      </dsp:spPr>
      <dsp:txXfrm>
        <a:off x="1672745" y="300351"/>
        <a:ext cx="915499" cy="79855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055783"/>
        <a:chOff x="0" y="0"/>
        <a:chExt cx="8592955" cy="6055783"/>
      </a:xfrm>
    </dsp:grpSpPr>
    <dsp:sp modelId="{E6FD9725-1669-084A-89D0-8C0E6B1C7553}">
      <dsp:nvSpPr>
        <dsp:cNvPr id="3" name="Rounded Rectangle 2"/>
        <dsp:cNvSpPr/>
      </dsp:nvSpPr>
      <dsp:spPr bwMode="white">
        <a:xfrm>
          <a:off x="1765045" y="369443"/>
          <a:ext cx="4363934" cy="678507"/>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chemeClr val="tx1"/>
              </a:solidFill>
            </a:rPr>
            <a:t>INTRODUCTION</a:t>
          </a:r>
        </a:p>
      </dsp:txBody>
      <dsp:txXfrm>
        <a:off x="1765045" y="369443"/>
        <a:ext cx="4363934" cy="678507"/>
      </dsp:txXfrm>
    </dsp:sp>
    <dsp:sp modelId="{315EB8D6-B8DC-F04F-9A61-0E43D4C8DA04}">
      <dsp:nvSpPr>
        <dsp:cNvPr id="5" name="Freeform 4"/>
        <dsp:cNvSpPr/>
      </dsp:nvSpPr>
      <dsp:spPr bwMode="white">
        <a:xfrm>
          <a:off x="2201438" y="1047950"/>
          <a:ext cx="39417" cy="695131"/>
        </a:xfrm>
        <a:custGeom>
          <a:avLst/>
          <a:gdLst/>
          <a:ahLst/>
          <a:cxnLst/>
          <a:pathLst>
            <a:path w="62" h="1095">
              <a:moveTo>
                <a:pt x="0" y="0"/>
              </a:moveTo>
              <a:lnTo>
                <a:pt x="0" y="1095"/>
              </a:lnTo>
              <a:lnTo>
                <a:pt x="62" y="1095"/>
              </a:lnTo>
            </a:path>
          </a:pathLst>
        </a:custGeom>
      </dsp:spPr>
      <dsp:style>
        <a:lnRef idx="2">
          <a:schemeClr val="accent1">
            <a:shade val="60000"/>
          </a:schemeClr>
        </a:lnRef>
        <a:fillRef idx="0">
          <a:schemeClr val="accent1"/>
        </a:fillRef>
        <a:effectRef idx="0">
          <a:scrgbClr r="0" g="0" b="0"/>
        </a:effectRef>
        <a:fontRef idx="minor"/>
      </dsp:style>
      <dsp:txXfrm>
        <a:off x="2201438" y="1047950"/>
        <a:ext cx="39417" cy="695131"/>
      </dsp:txXfrm>
    </dsp:sp>
    <dsp:sp modelId="{A49AC36B-B841-8040-8A7F-E096B3097D40}">
      <dsp:nvSpPr>
        <dsp:cNvPr id="6" name="Rounded Rectangle 5"/>
        <dsp:cNvSpPr/>
      </dsp:nvSpPr>
      <dsp:spPr bwMode="white">
        <a:xfrm>
          <a:off x="2240855" y="1411305"/>
          <a:ext cx="4293597" cy="66355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BACKGROUND OF THE STUDY</a:t>
          </a:r>
          <a:endParaRPr>
            <a:solidFill>
              <a:schemeClr val="dk1"/>
            </a:solidFill>
          </a:endParaRPr>
        </a:p>
      </dsp:txBody>
      <dsp:txXfrm>
        <a:off x="2240855" y="1411305"/>
        <a:ext cx="4293597" cy="663554"/>
      </dsp:txXfrm>
    </dsp:sp>
    <dsp:sp modelId="{A31129D5-7A28-5F43-BC8F-F26638B60EB3}">
      <dsp:nvSpPr>
        <dsp:cNvPr id="7" name="Freeform 6"/>
        <dsp:cNvSpPr/>
      </dsp:nvSpPr>
      <dsp:spPr bwMode="white">
        <a:xfrm>
          <a:off x="2201438" y="1047950"/>
          <a:ext cx="2215" cy="2058885"/>
        </a:xfrm>
        <a:custGeom>
          <a:avLst/>
          <a:gdLst/>
          <a:ahLst/>
          <a:cxnLst/>
          <a:pathLst>
            <a:path w="3" h="3242">
              <a:moveTo>
                <a:pt x="0" y="0"/>
              </a:moveTo>
              <a:lnTo>
                <a:pt x="0" y="3242"/>
              </a:lnTo>
              <a:lnTo>
                <a:pt x="3" y="3242"/>
              </a:lnTo>
            </a:path>
          </a:pathLst>
        </a:custGeom>
      </dsp:spPr>
      <dsp:style>
        <a:lnRef idx="2">
          <a:schemeClr val="accent1">
            <a:shade val="60000"/>
          </a:schemeClr>
        </a:lnRef>
        <a:fillRef idx="0">
          <a:schemeClr val="accent1"/>
        </a:fillRef>
        <a:effectRef idx="0">
          <a:scrgbClr r="0" g="0" b="0"/>
        </a:effectRef>
        <a:fontRef idx="minor"/>
      </dsp:style>
      <dsp:txXfrm>
        <a:off x="2201438" y="1047950"/>
        <a:ext cx="2215" cy="2058885"/>
      </dsp:txXfrm>
    </dsp:sp>
    <dsp:sp modelId="{7CFB17C0-7D78-934E-9D1E-8A4C8C7F6C1F}">
      <dsp:nvSpPr>
        <dsp:cNvPr id="8" name="Rounded Rectangle 7"/>
        <dsp:cNvSpPr/>
      </dsp:nvSpPr>
      <dsp:spPr bwMode="white">
        <a:xfrm>
          <a:off x="2203653" y="2835212"/>
          <a:ext cx="4293597" cy="54324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LITERATURE REVIEW (THEMES</a:t>
          </a:r>
          <a:endParaRPr>
            <a:solidFill>
              <a:schemeClr val="dk1"/>
            </a:solidFill>
          </a:endParaRPr>
        </a:p>
      </dsp:txBody>
      <dsp:txXfrm>
        <a:off x="2203653" y="2835212"/>
        <a:ext cx="4293597" cy="543247"/>
      </dsp:txXfrm>
    </dsp:sp>
    <dsp:sp modelId="{4CB1529D-DD40-8941-AA19-8C2A07F2DFD0}">
      <dsp:nvSpPr>
        <dsp:cNvPr id="9" name="Freeform 8"/>
        <dsp:cNvSpPr/>
      </dsp:nvSpPr>
      <dsp:spPr bwMode="white">
        <a:xfrm>
          <a:off x="2191282" y="1047950"/>
          <a:ext cx="10156" cy="3279393"/>
        </a:xfrm>
        <a:custGeom>
          <a:avLst/>
          <a:gdLst/>
          <a:ahLst/>
          <a:cxnLst/>
          <a:pathLst>
            <a:path w="16" h="5164">
              <a:moveTo>
                <a:pt x="16" y="0"/>
              </a:moveTo>
              <a:lnTo>
                <a:pt x="0" y="5164"/>
              </a:lnTo>
            </a:path>
          </a:pathLst>
        </a:custGeom>
      </dsp:spPr>
      <dsp:style>
        <a:lnRef idx="2">
          <a:schemeClr val="accent1">
            <a:shade val="60000"/>
          </a:schemeClr>
        </a:lnRef>
        <a:fillRef idx="0">
          <a:schemeClr val="accent1"/>
        </a:fillRef>
        <a:effectRef idx="0">
          <a:scrgbClr r="0" g="0" b="0"/>
        </a:effectRef>
        <a:fontRef idx="minor"/>
      </dsp:style>
      <dsp:txXfrm>
        <a:off x="2191282" y="1047950"/>
        <a:ext cx="10156" cy="3279393"/>
      </dsp:txXfrm>
    </dsp:sp>
    <dsp:sp modelId="{BA2CCC51-5FC9-CD41-A411-D67BEA2AF108}">
      <dsp:nvSpPr>
        <dsp:cNvPr id="10" name="Rounded Rectangle 9"/>
        <dsp:cNvSpPr/>
      </dsp:nvSpPr>
      <dsp:spPr bwMode="white">
        <a:xfrm>
          <a:off x="2191282" y="4021763"/>
          <a:ext cx="4293597" cy="61116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8575" tIns="19050" rIns="28575"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500" b="1" dirty="0">
              <a:solidFill>
                <a:schemeClr val="dk1"/>
              </a:solidFill>
            </a:rPr>
            <a:t>THEORETICAL FRAMEWROK</a:t>
          </a:r>
          <a:endParaRPr>
            <a:solidFill>
              <a:schemeClr val="dk1"/>
            </a:solidFill>
          </a:endParaRPr>
        </a:p>
      </dsp:txBody>
      <dsp:txXfrm>
        <a:off x="2191282" y="4021763"/>
        <a:ext cx="4293597" cy="611160"/>
      </dsp:txXfrm>
    </dsp:sp>
    <dsp:sp modelId="{20C55199-2EFC-BD49-BD66-678A13C72241}">
      <dsp:nvSpPr>
        <dsp:cNvPr id="11" name="Freeform 10"/>
        <dsp:cNvSpPr/>
      </dsp:nvSpPr>
      <dsp:spPr bwMode="white">
        <a:xfrm>
          <a:off x="2166496" y="1047950"/>
          <a:ext cx="34942" cy="4644209"/>
        </a:xfrm>
        <a:custGeom>
          <a:avLst/>
          <a:gdLst/>
          <a:ahLst/>
          <a:cxnLst/>
          <a:pathLst>
            <a:path w="55" h="7314">
              <a:moveTo>
                <a:pt x="55" y="0"/>
              </a:moveTo>
              <a:lnTo>
                <a:pt x="0" y="7314"/>
              </a:lnTo>
            </a:path>
          </a:pathLst>
        </a:custGeom>
      </dsp:spPr>
      <dsp:style>
        <a:lnRef idx="2">
          <a:schemeClr val="accent1">
            <a:shade val="60000"/>
          </a:schemeClr>
        </a:lnRef>
        <a:fillRef idx="0">
          <a:schemeClr val="accent1"/>
        </a:fillRef>
        <a:effectRef idx="0">
          <a:scrgbClr r="0" g="0" b="0"/>
        </a:effectRef>
        <a:fontRef idx="minor"/>
      </dsp:style>
      <dsp:txXfrm>
        <a:off x="2166496" y="1047950"/>
        <a:ext cx="34942" cy="4644209"/>
      </dsp:txXfrm>
    </dsp:sp>
    <dsp:sp modelId="{A61EE737-1306-0A4D-8915-CAA598984A3F}">
      <dsp:nvSpPr>
        <dsp:cNvPr id="12" name="Rounded Rectangle 11"/>
        <dsp:cNvSpPr/>
      </dsp:nvSpPr>
      <dsp:spPr bwMode="white">
        <a:xfrm>
          <a:off x="2166496" y="5328536"/>
          <a:ext cx="5281558" cy="72724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SCOPE AND LIMITATIONS</a:t>
          </a:r>
          <a:endParaRPr>
            <a:solidFill>
              <a:schemeClr val="dk1"/>
            </a:solidFill>
          </a:endParaRPr>
        </a:p>
      </dsp:txBody>
      <dsp:txXfrm>
        <a:off x="2166496" y="5328536"/>
        <a:ext cx="5281558" cy="727247"/>
      </dsp:txXfrm>
    </dsp:sp>
    <dsp:sp modelId="{0D9E6DF1-CBA9-3D43-8108-EE3B50B3C44A}">
      <dsp:nvSpPr>
        <dsp:cNvPr id="4" name="Rounded Rectangle 3" hidden="1"/>
        <dsp:cNvSpPr/>
      </dsp:nvSpPr>
      <dsp:spPr>
        <a:xfrm>
          <a:off x="1765045" y="369443"/>
          <a:ext cx="872787" cy="678507"/>
        </a:xfrm>
        <a:prstGeom prst="roundRect">
          <a:avLst>
            <a:gd name="adj" fmla="val 10000"/>
          </a:avLst>
        </a:prstGeom>
      </dsp:spPr>
      <dsp:txXfrm>
        <a:off x="1765045" y="369443"/>
        <a:ext cx="872787" cy="678507"/>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943215" cy="6199009"/>
        <a:chOff x="0" y="0"/>
        <a:chExt cx="6943215" cy="6199009"/>
      </a:xfrm>
    </dsp:grpSpPr>
    <dsp:sp modelId="{E6FD9725-1669-084A-89D0-8C0E6B1C7553}">
      <dsp:nvSpPr>
        <dsp:cNvPr id="3" name="Rounded Rectangle 2"/>
        <dsp:cNvSpPr/>
      </dsp:nvSpPr>
      <dsp:spPr bwMode="white">
        <a:xfrm>
          <a:off x="2513564" y="42159"/>
          <a:ext cx="1789746" cy="416405"/>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chemeClr val="tx1"/>
              </a:solidFill>
            </a:rPr>
            <a:t>METHODOLOGY</a:t>
          </a:r>
        </a:p>
      </dsp:txBody>
      <dsp:txXfrm>
        <a:off x="2513564" y="42159"/>
        <a:ext cx="1789746" cy="416405"/>
      </dsp:txXfrm>
    </dsp:sp>
    <dsp:sp modelId="{315EB8D6-B8DC-F04F-9A61-0E43D4C8DA04}">
      <dsp:nvSpPr>
        <dsp:cNvPr id="5" name="Freeform 4"/>
        <dsp:cNvSpPr/>
      </dsp:nvSpPr>
      <dsp:spPr bwMode="white">
        <a:xfrm>
          <a:off x="2692538" y="458563"/>
          <a:ext cx="116698" cy="200225"/>
        </a:xfrm>
        <a:custGeom>
          <a:avLst/>
          <a:gdLst/>
          <a:ahLst/>
          <a:cxnLst/>
          <a:pathLst>
            <a:path w="184" h="315">
              <a:moveTo>
                <a:pt x="0" y="0"/>
              </a:moveTo>
              <a:lnTo>
                <a:pt x="0" y="315"/>
              </a:lnTo>
              <a:lnTo>
                <a:pt x="184" y="315"/>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200225"/>
      </dsp:txXfrm>
    </dsp:sp>
    <dsp:sp modelId="{A49AC36B-B841-8040-8A7F-E096B3097D40}">
      <dsp:nvSpPr>
        <dsp:cNvPr id="6" name="Rounded Rectangle 5"/>
        <dsp:cNvSpPr/>
      </dsp:nvSpPr>
      <dsp:spPr bwMode="white">
        <a:xfrm>
          <a:off x="2809237" y="497199"/>
          <a:ext cx="1659247"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2809237" y="497199"/>
        <a:ext cx="1659247" cy="323178"/>
      </dsp:txXfrm>
    </dsp:sp>
    <dsp:sp modelId="{A31129D5-7A28-5F43-BC8F-F26638B60EB3}">
      <dsp:nvSpPr>
        <dsp:cNvPr id="7" name="Freeform 6"/>
        <dsp:cNvSpPr/>
      </dsp:nvSpPr>
      <dsp:spPr bwMode="white">
        <a:xfrm>
          <a:off x="2692538" y="458563"/>
          <a:ext cx="116698" cy="633807"/>
        </a:xfrm>
        <a:custGeom>
          <a:avLst/>
          <a:gdLst/>
          <a:ahLst/>
          <a:cxnLst/>
          <a:pathLst>
            <a:path w="184" h="998">
              <a:moveTo>
                <a:pt x="0" y="0"/>
              </a:moveTo>
              <a:lnTo>
                <a:pt x="0" y="998"/>
              </a:lnTo>
              <a:lnTo>
                <a:pt x="184" y="998"/>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633807"/>
      </dsp:txXfrm>
    </dsp:sp>
    <dsp:sp modelId="{7CFB17C0-7D78-934E-9D1E-8A4C8C7F6C1F}">
      <dsp:nvSpPr>
        <dsp:cNvPr id="8" name="Rounded Rectangle 7"/>
        <dsp:cNvSpPr/>
      </dsp:nvSpPr>
      <dsp:spPr bwMode="white">
        <a:xfrm>
          <a:off x="2809237" y="901172"/>
          <a:ext cx="1647902" cy="38239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2809237" y="901172"/>
        <a:ext cx="1647902" cy="382397"/>
      </dsp:txXfrm>
    </dsp:sp>
    <dsp:sp modelId="{4CB1529D-DD40-8941-AA19-8C2A07F2DFD0}">
      <dsp:nvSpPr>
        <dsp:cNvPr id="9" name="Freeform 8"/>
        <dsp:cNvSpPr/>
      </dsp:nvSpPr>
      <dsp:spPr bwMode="white">
        <a:xfrm>
          <a:off x="2692538" y="458563"/>
          <a:ext cx="116698" cy="1067388"/>
        </a:xfrm>
        <a:custGeom>
          <a:avLst/>
          <a:gdLst/>
          <a:ahLst/>
          <a:cxnLst/>
          <a:pathLst>
            <a:path w="184" h="1681">
              <a:moveTo>
                <a:pt x="0" y="0"/>
              </a:moveTo>
              <a:lnTo>
                <a:pt x="0" y="1681"/>
              </a:lnTo>
              <a:lnTo>
                <a:pt x="184" y="1681"/>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1067388"/>
      </dsp:txXfrm>
    </dsp:sp>
    <dsp:sp modelId="{BA2CCC51-5FC9-CD41-A411-D67BEA2AF108}">
      <dsp:nvSpPr>
        <dsp:cNvPr id="10" name="Rounded Rectangle 9"/>
        <dsp:cNvSpPr/>
      </dsp:nvSpPr>
      <dsp:spPr bwMode="white">
        <a:xfrm>
          <a:off x="2809237" y="1364363"/>
          <a:ext cx="1682691"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2809237" y="1364363"/>
        <a:ext cx="1682691" cy="323178"/>
      </dsp:txXfrm>
    </dsp:sp>
    <dsp:sp modelId="{20C55199-2EFC-BD49-BD66-678A13C72241}">
      <dsp:nvSpPr>
        <dsp:cNvPr id="11" name="Freeform 10"/>
        <dsp:cNvSpPr/>
      </dsp:nvSpPr>
      <dsp:spPr bwMode="white">
        <a:xfrm>
          <a:off x="2692538" y="458563"/>
          <a:ext cx="116698" cy="1471361"/>
        </a:xfrm>
        <a:custGeom>
          <a:avLst/>
          <a:gdLst/>
          <a:ahLst/>
          <a:cxnLst/>
          <a:pathLst>
            <a:path w="184" h="2317">
              <a:moveTo>
                <a:pt x="0" y="0"/>
              </a:moveTo>
              <a:lnTo>
                <a:pt x="0" y="2317"/>
              </a:lnTo>
              <a:lnTo>
                <a:pt x="184" y="2317"/>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1471361"/>
      </dsp:txXfrm>
    </dsp:sp>
    <dsp:sp modelId="{A61EE737-1306-0A4D-8915-CAA598984A3F}">
      <dsp:nvSpPr>
        <dsp:cNvPr id="12" name="Rounded Rectangle 11"/>
        <dsp:cNvSpPr/>
      </dsp:nvSpPr>
      <dsp:spPr bwMode="white">
        <a:xfrm>
          <a:off x="2809237" y="1768335"/>
          <a:ext cx="1647902"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a:t>
          </a:r>
          <a:endParaRPr>
            <a:solidFill>
              <a:schemeClr val="dk1"/>
            </a:solidFill>
          </a:endParaRPr>
        </a:p>
      </dsp:txBody>
      <dsp:txXfrm>
        <a:off x="2809237" y="1768335"/>
        <a:ext cx="1647902" cy="323178"/>
      </dsp:txXfrm>
    </dsp:sp>
    <dsp:sp modelId="{40ED545D-287D-C141-885D-E246B5E4F0AC}">
      <dsp:nvSpPr>
        <dsp:cNvPr id="13" name="Freeform 12"/>
        <dsp:cNvSpPr/>
      </dsp:nvSpPr>
      <dsp:spPr bwMode="white">
        <a:xfrm>
          <a:off x="2692538" y="458563"/>
          <a:ext cx="116698" cy="1909220"/>
        </a:xfrm>
        <a:custGeom>
          <a:avLst/>
          <a:gdLst/>
          <a:ahLst/>
          <a:cxnLst/>
          <a:pathLst>
            <a:path w="184" h="3007">
              <a:moveTo>
                <a:pt x="0" y="0"/>
              </a:moveTo>
              <a:lnTo>
                <a:pt x="0" y="3007"/>
              </a:lnTo>
              <a:lnTo>
                <a:pt x="184" y="3007"/>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1909220"/>
      </dsp:txXfrm>
    </dsp:sp>
    <dsp:sp modelId="{361E30B0-32E3-6C49-9085-B0FC7F923612}">
      <dsp:nvSpPr>
        <dsp:cNvPr id="14" name="Rounded Rectangle 13"/>
        <dsp:cNvSpPr/>
      </dsp:nvSpPr>
      <dsp:spPr bwMode="white">
        <a:xfrm>
          <a:off x="2809237" y="2172307"/>
          <a:ext cx="1624312" cy="39095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ALGORITHMS / FRAMEWORK USED</a:t>
          </a:r>
          <a:endParaRPr>
            <a:solidFill>
              <a:schemeClr val="dk1"/>
            </a:solidFill>
          </a:endParaRPr>
        </a:p>
      </dsp:txBody>
      <dsp:txXfrm>
        <a:off x="2809237" y="2172307"/>
        <a:ext cx="1624312" cy="390951"/>
      </dsp:txXfrm>
    </dsp:sp>
    <dsp:sp modelId="{5174867E-07FB-B44F-9EF3-292D44ED001E}">
      <dsp:nvSpPr>
        <dsp:cNvPr id="15" name="Freeform 14"/>
        <dsp:cNvSpPr/>
      </dsp:nvSpPr>
      <dsp:spPr bwMode="white">
        <a:xfrm>
          <a:off x="2692538" y="458563"/>
          <a:ext cx="116698" cy="2347079"/>
        </a:xfrm>
        <a:custGeom>
          <a:avLst/>
          <a:gdLst/>
          <a:ahLst/>
          <a:cxnLst/>
          <a:pathLst>
            <a:path w="184" h="3696">
              <a:moveTo>
                <a:pt x="0" y="0"/>
              </a:moveTo>
              <a:lnTo>
                <a:pt x="0" y="3696"/>
              </a:lnTo>
              <a:lnTo>
                <a:pt x="184" y="3696"/>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2347079"/>
      </dsp:txXfrm>
    </dsp:sp>
    <dsp:sp modelId="{D2FC30B4-AFC2-C04E-93E3-D666C0B4E35F}">
      <dsp:nvSpPr>
        <dsp:cNvPr id="16" name="Rounded Rectangle 15"/>
        <dsp:cNvSpPr/>
      </dsp:nvSpPr>
      <dsp:spPr bwMode="white">
        <a:xfrm>
          <a:off x="2809237" y="2644053"/>
          <a:ext cx="1625248"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2809237" y="2644053"/>
        <a:ext cx="1625248" cy="323178"/>
      </dsp:txXfrm>
    </dsp:sp>
    <dsp:sp modelId="{FD841654-F598-1448-BE04-F0E4AEAA7A69}">
      <dsp:nvSpPr>
        <dsp:cNvPr id="17" name="Freeform 16"/>
        <dsp:cNvSpPr/>
      </dsp:nvSpPr>
      <dsp:spPr bwMode="white">
        <a:xfrm>
          <a:off x="2692538" y="458563"/>
          <a:ext cx="116698" cy="2751051"/>
        </a:xfrm>
        <a:custGeom>
          <a:avLst/>
          <a:gdLst/>
          <a:ahLst/>
          <a:cxnLst/>
          <a:pathLst>
            <a:path w="184" h="4332">
              <a:moveTo>
                <a:pt x="0" y="0"/>
              </a:moveTo>
              <a:lnTo>
                <a:pt x="0" y="4332"/>
              </a:lnTo>
              <a:lnTo>
                <a:pt x="184" y="4332"/>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2751051"/>
      </dsp:txXfrm>
    </dsp:sp>
    <dsp:sp modelId="{01B7CBD1-B3CD-5D44-B7BA-9AEAF4DF7876}">
      <dsp:nvSpPr>
        <dsp:cNvPr id="18" name="Rounded Rectangle 17"/>
        <dsp:cNvSpPr/>
      </dsp:nvSpPr>
      <dsp:spPr bwMode="white">
        <a:xfrm>
          <a:off x="2809237" y="3048026"/>
          <a:ext cx="1639075"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2809237" y="3048026"/>
        <a:ext cx="1639075" cy="323178"/>
      </dsp:txXfrm>
    </dsp:sp>
    <dsp:sp modelId="{3AE168E3-0069-564E-93B7-DF8EF96A0895}">
      <dsp:nvSpPr>
        <dsp:cNvPr id="19" name="Freeform 18"/>
        <dsp:cNvSpPr/>
      </dsp:nvSpPr>
      <dsp:spPr bwMode="white">
        <a:xfrm>
          <a:off x="2692538" y="458563"/>
          <a:ext cx="116698" cy="3155023"/>
        </a:xfrm>
        <a:custGeom>
          <a:avLst/>
          <a:gdLst/>
          <a:ahLst/>
          <a:cxnLst/>
          <a:pathLst>
            <a:path w="184" h="4969">
              <a:moveTo>
                <a:pt x="0" y="0"/>
              </a:moveTo>
              <a:lnTo>
                <a:pt x="0" y="4969"/>
              </a:lnTo>
              <a:lnTo>
                <a:pt x="184" y="4969"/>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3155023"/>
      </dsp:txXfrm>
    </dsp:sp>
    <dsp:sp modelId="{B6AF8991-A357-FA4B-9477-7AE3296764C9}">
      <dsp:nvSpPr>
        <dsp:cNvPr id="20" name="Rounded Rectangle 19"/>
        <dsp:cNvSpPr/>
      </dsp:nvSpPr>
      <dsp:spPr bwMode="white">
        <a:xfrm>
          <a:off x="2809237" y="3451998"/>
          <a:ext cx="1651728"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2809237" y="3451998"/>
        <a:ext cx="1651728" cy="323178"/>
      </dsp:txXfrm>
    </dsp:sp>
    <dsp:sp modelId="{2FAB241E-90F1-2542-8CEF-E1428CE89041}">
      <dsp:nvSpPr>
        <dsp:cNvPr id="21" name="Freeform 20"/>
        <dsp:cNvSpPr/>
      </dsp:nvSpPr>
      <dsp:spPr bwMode="white">
        <a:xfrm>
          <a:off x="2692538" y="458563"/>
          <a:ext cx="116698" cy="3558995"/>
        </a:xfrm>
        <a:custGeom>
          <a:avLst/>
          <a:gdLst/>
          <a:ahLst/>
          <a:cxnLst/>
          <a:pathLst>
            <a:path w="184" h="5605">
              <a:moveTo>
                <a:pt x="0" y="0"/>
              </a:moveTo>
              <a:lnTo>
                <a:pt x="0" y="5605"/>
              </a:lnTo>
              <a:lnTo>
                <a:pt x="184" y="5605"/>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3558995"/>
      </dsp:txXfrm>
    </dsp:sp>
    <dsp:sp modelId="{C1A86674-937F-A641-80D4-76D5E5FC7F57}">
      <dsp:nvSpPr>
        <dsp:cNvPr id="22" name="Rounded Rectangle 21"/>
        <dsp:cNvSpPr/>
      </dsp:nvSpPr>
      <dsp:spPr bwMode="white">
        <a:xfrm>
          <a:off x="2809237" y="3855970"/>
          <a:ext cx="1647902"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2809237" y="3855970"/>
        <a:ext cx="1647902" cy="323178"/>
      </dsp:txXfrm>
    </dsp:sp>
    <dsp:sp modelId="{D453A600-54F2-584F-99B9-74A62517A194}">
      <dsp:nvSpPr>
        <dsp:cNvPr id="23" name="Freeform 22"/>
        <dsp:cNvSpPr/>
      </dsp:nvSpPr>
      <dsp:spPr bwMode="white">
        <a:xfrm>
          <a:off x="2692538" y="458563"/>
          <a:ext cx="116698" cy="3962968"/>
        </a:xfrm>
        <a:custGeom>
          <a:avLst/>
          <a:gdLst/>
          <a:ahLst/>
          <a:cxnLst/>
          <a:pathLst>
            <a:path w="184" h="6241">
              <a:moveTo>
                <a:pt x="0" y="0"/>
              </a:moveTo>
              <a:lnTo>
                <a:pt x="0" y="6241"/>
              </a:lnTo>
              <a:lnTo>
                <a:pt x="184" y="6241"/>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3962968"/>
      </dsp:txXfrm>
    </dsp:sp>
    <dsp:sp modelId="{165E59EA-C231-4745-BA7B-5A38E332CED7}">
      <dsp:nvSpPr>
        <dsp:cNvPr id="24" name="Rounded Rectangle 23"/>
        <dsp:cNvSpPr/>
      </dsp:nvSpPr>
      <dsp:spPr bwMode="white">
        <a:xfrm>
          <a:off x="2809237" y="4259942"/>
          <a:ext cx="1630729"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2809237" y="4259942"/>
        <a:ext cx="1630729" cy="323178"/>
      </dsp:txXfrm>
    </dsp:sp>
    <dsp:sp modelId="{68589D86-9292-CC46-BC6E-302E68705EA9}">
      <dsp:nvSpPr>
        <dsp:cNvPr id="25" name="Freeform 24"/>
        <dsp:cNvSpPr/>
      </dsp:nvSpPr>
      <dsp:spPr bwMode="white">
        <a:xfrm>
          <a:off x="2692538" y="458563"/>
          <a:ext cx="116698" cy="4366940"/>
        </a:xfrm>
        <a:custGeom>
          <a:avLst/>
          <a:gdLst/>
          <a:ahLst/>
          <a:cxnLst/>
          <a:pathLst>
            <a:path w="184" h="6877">
              <a:moveTo>
                <a:pt x="0" y="0"/>
              </a:moveTo>
              <a:lnTo>
                <a:pt x="0" y="6877"/>
              </a:lnTo>
              <a:lnTo>
                <a:pt x="184" y="6877"/>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4366940"/>
      </dsp:txXfrm>
    </dsp:sp>
    <dsp:sp modelId="{E5BA5FDD-A534-9547-86E5-F813C7E2AA35}">
      <dsp:nvSpPr>
        <dsp:cNvPr id="26" name="Rounded Rectangle 25"/>
        <dsp:cNvSpPr/>
      </dsp:nvSpPr>
      <dsp:spPr bwMode="white">
        <a:xfrm>
          <a:off x="2809237" y="4663914"/>
          <a:ext cx="1657918"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PLATFORMS,DEVELOPMENT, ENVIRONMENTS AND TOOLS</a:t>
          </a:r>
          <a:endParaRPr>
            <a:solidFill>
              <a:schemeClr val="dk1"/>
            </a:solidFill>
          </a:endParaRPr>
        </a:p>
      </dsp:txBody>
      <dsp:txXfrm>
        <a:off x="2809237" y="4663914"/>
        <a:ext cx="1657918" cy="323178"/>
      </dsp:txXfrm>
    </dsp:sp>
    <dsp:sp modelId="{6799E8B2-FED0-DE4A-8716-4C6AE4EB4301}">
      <dsp:nvSpPr>
        <dsp:cNvPr id="27" name="Freeform 26"/>
        <dsp:cNvSpPr/>
      </dsp:nvSpPr>
      <dsp:spPr bwMode="white">
        <a:xfrm>
          <a:off x="2692538" y="458563"/>
          <a:ext cx="116698" cy="4770912"/>
        </a:xfrm>
        <a:custGeom>
          <a:avLst/>
          <a:gdLst/>
          <a:ahLst/>
          <a:cxnLst/>
          <a:pathLst>
            <a:path w="184" h="7513">
              <a:moveTo>
                <a:pt x="0" y="0"/>
              </a:moveTo>
              <a:lnTo>
                <a:pt x="0" y="7513"/>
              </a:lnTo>
              <a:lnTo>
                <a:pt x="184" y="7513"/>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4770912"/>
      </dsp:txXfrm>
    </dsp:sp>
    <dsp:sp modelId="{CAA75B01-B237-CC48-BB74-7AA8B25ADFA8}">
      <dsp:nvSpPr>
        <dsp:cNvPr id="28" name="Rounded Rectangle 27"/>
        <dsp:cNvSpPr/>
      </dsp:nvSpPr>
      <dsp:spPr bwMode="white">
        <a:xfrm>
          <a:off x="2809237" y="5067887"/>
          <a:ext cx="1650425"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REQUIREMENTS</a:t>
          </a:r>
          <a:endParaRPr>
            <a:solidFill>
              <a:schemeClr val="dk1"/>
            </a:solidFill>
          </a:endParaRPr>
        </a:p>
      </dsp:txBody>
      <dsp:txXfrm>
        <a:off x="2809237" y="5067887"/>
        <a:ext cx="1650425" cy="323178"/>
      </dsp:txXfrm>
    </dsp:sp>
    <dsp:sp modelId="{518BC188-AEC5-DE4E-847F-948A22D428FC}">
      <dsp:nvSpPr>
        <dsp:cNvPr id="29" name="Freeform 28"/>
        <dsp:cNvSpPr/>
      </dsp:nvSpPr>
      <dsp:spPr bwMode="white">
        <a:xfrm>
          <a:off x="2692538" y="458563"/>
          <a:ext cx="116698" cy="5174884"/>
        </a:xfrm>
        <a:custGeom>
          <a:avLst/>
          <a:gdLst/>
          <a:ahLst/>
          <a:cxnLst/>
          <a:pathLst>
            <a:path w="184" h="8149">
              <a:moveTo>
                <a:pt x="0" y="0"/>
              </a:moveTo>
              <a:lnTo>
                <a:pt x="0" y="8149"/>
              </a:lnTo>
              <a:lnTo>
                <a:pt x="184" y="8149"/>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5174884"/>
      </dsp:txXfrm>
    </dsp:sp>
    <dsp:sp modelId="{6D4E02B1-CAC8-C94C-954B-1BD53F2CFE95}">
      <dsp:nvSpPr>
        <dsp:cNvPr id="30" name="Rounded Rectangle 29"/>
        <dsp:cNvSpPr/>
      </dsp:nvSpPr>
      <dsp:spPr bwMode="white">
        <a:xfrm>
          <a:off x="2809237" y="5471859"/>
          <a:ext cx="1636981"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2809237" y="5471859"/>
        <a:ext cx="1636981" cy="323178"/>
      </dsp:txXfrm>
    </dsp:sp>
    <dsp:sp modelId="{382F04B7-6103-6F40-BE6D-C82D0710212C}">
      <dsp:nvSpPr>
        <dsp:cNvPr id="31" name="Freeform 30"/>
        <dsp:cNvSpPr/>
      </dsp:nvSpPr>
      <dsp:spPr bwMode="white">
        <a:xfrm>
          <a:off x="2692538" y="458563"/>
          <a:ext cx="116698" cy="5578857"/>
        </a:xfrm>
        <a:custGeom>
          <a:avLst/>
          <a:gdLst/>
          <a:ahLst/>
          <a:cxnLst/>
          <a:pathLst>
            <a:path w="184" h="8786">
              <a:moveTo>
                <a:pt x="0" y="0"/>
              </a:moveTo>
              <a:lnTo>
                <a:pt x="0" y="8786"/>
              </a:lnTo>
              <a:lnTo>
                <a:pt x="184" y="8786"/>
              </a:lnTo>
            </a:path>
          </a:pathLst>
        </a:custGeom>
      </dsp:spPr>
      <dsp:style>
        <a:lnRef idx="2">
          <a:schemeClr val="accent1">
            <a:shade val="60000"/>
          </a:schemeClr>
        </a:lnRef>
        <a:fillRef idx="0">
          <a:schemeClr val="accent1"/>
        </a:fillRef>
        <a:effectRef idx="0">
          <a:scrgbClr r="0" g="0" b="0"/>
        </a:effectRef>
        <a:fontRef idx="minor"/>
      </dsp:style>
      <dsp:txXfrm>
        <a:off x="2692538" y="458563"/>
        <a:ext cx="116698" cy="5578857"/>
      </dsp:txXfrm>
    </dsp:sp>
    <dsp:sp modelId="{5AB957A8-2CC3-8C48-AA0F-3ABED7643076}">
      <dsp:nvSpPr>
        <dsp:cNvPr id="32" name="Rounded Rectangle 31"/>
        <dsp:cNvSpPr/>
      </dsp:nvSpPr>
      <dsp:spPr bwMode="white">
        <a:xfrm>
          <a:off x="2809237" y="5875831"/>
          <a:ext cx="1624462" cy="3231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2809237" y="5875831"/>
        <a:ext cx="1624462" cy="323178"/>
      </dsp:txXfrm>
    </dsp:sp>
    <dsp:sp modelId="{0D9E6DF1-CBA9-3D43-8108-EE3B50B3C44A}">
      <dsp:nvSpPr>
        <dsp:cNvPr id="4" name="Rounded Rectangle 3" hidden="1"/>
        <dsp:cNvSpPr/>
      </dsp:nvSpPr>
      <dsp:spPr>
        <a:xfrm>
          <a:off x="2513564" y="42159"/>
          <a:ext cx="357949" cy="416405"/>
        </a:xfrm>
        <a:prstGeom prst="roundRect">
          <a:avLst>
            <a:gd name="adj" fmla="val 10000"/>
          </a:avLst>
        </a:prstGeom>
      </dsp:spPr>
      <dsp:txXfrm>
        <a:off x="2513564" y="42159"/>
        <a:ext cx="357949" cy="416405"/>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842769" y="42341"/>
          <a:ext cx="2005593" cy="41820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842769" y="42341"/>
        <a:ext cx="2005593" cy="418206"/>
      </dsp:txXfrm>
    </dsp:sp>
    <dsp:sp modelId="{40ED545D-287D-C141-885D-E246B5E4F0AC}">
      <dsp:nvSpPr>
        <dsp:cNvPr id="5" name="Freeform 4"/>
        <dsp:cNvSpPr/>
      </dsp:nvSpPr>
      <dsp:spPr bwMode="white">
        <a:xfrm>
          <a:off x="3043328" y="460547"/>
          <a:ext cx="138014" cy="267736"/>
        </a:xfrm>
        <a:custGeom>
          <a:avLst/>
          <a:gdLst/>
          <a:ahLst/>
          <a:cxnLst/>
          <a:pathLst>
            <a:path w="217" h="422">
              <a:moveTo>
                <a:pt x="0" y="0"/>
              </a:moveTo>
              <a:lnTo>
                <a:pt x="0" y="422"/>
              </a:lnTo>
              <a:lnTo>
                <a:pt x="217" y="422"/>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267736"/>
      </dsp:txXfrm>
    </dsp:sp>
    <dsp:sp modelId="{361E30B0-32E3-6C49-9085-B0FC7F923612}">
      <dsp:nvSpPr>
        <dsp:cNvPr id="6" name="Rounded Rectangle 5"/>
        <dsp:cNvSpPr/>
      </dsp:nvSpPr>
      <dsp:spPr bwMode="white">
        <a:xfrm>
          <a:off x="3181342" y="499350"/>
          <a:ext cx="2631391" cy="45786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PH" sz="1800" b="1" dirty="0">
              <a:solidFill>
                <a:srgbClr val="C00000"/>
              </a:solidFill>
            </a:rPr>
            <a:t>RESEARCH DESIGN</a:t>
          </a:r>
          <a:endParaRPr>
            <a:solidFill>
              <a:schemeClr val="dk1"/>
            </a:solidFill>
          </a:endParaRPr>
        </a:p>
      </dsp:txBody>
      <dsp:txXfrm>
        <a:off x="3181342" y="499350"/>
        <a:ext cx="2631391" cy="457866"/>
      </dsp:txXfrm>
    </dsp:sp>
    <dsp:sp modelId="{3E2DB3E0-3724-724C-8CE5-9E52EAC159D3}">
      <dsp:nvSpPr>
        <dsp:cNvPr id="7" name="Freeform 6"/>
        <dsp:cNvSpPr/>
      </dsp:nvSpPr>
      <dsp:spPr bwMode="white">
        <a:xfrm>
          <a:off x="3043328" y="460547"/>
          <a:ext cx="138014" cy="740101"/>
        </a:xfrm>
        <a:custGeom>
          <a:avLst/>
          <a:gdLst/>
          <a:ahLst/>
          <a:cxnLst/>
          <a:pathLst>
            <a:path w="217" h="1166">
              <a:moveTo>
                <a:pt x="0" y="0"/>
              </a:moveTo>
              <a:lnTo>
                <a:pt x="0" y="1166"/>
              </a:lnTo>
              <a:lnTo>
                <a:pt x="217" y="1166"/>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740101"/>
      </dsp:txXfrm>
    </dsp:sp>
    <dsp:sp modelId="{4111B5F9-07BA-9840-995A-AB2CCB28D958}">
      <dsp:nvSpPr>
        <dsp:cNvPr id="8" name="Rounded Rectangle 7"/>
        <dsp:cNvSpPr/>
      </dsp:nvSpPr>
      <dsp:spPr bwMode="white">
        <a:xfrm>
          <a:off x="3181342" y="1038360"/>
          <a:ext cx="1574790"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b="1" dirty="0">
              <a:solidFill>
                <a:schemeClr val="dk1"/>
              </a:solidFill>
            </a:rPr>
            <a:t>SOFTWARE DEVELOPMENT LIFE CYCLE</a:t>
          </a:r>
          <a:endParaRPr>
            <a:solidFill>
              <a:schemeClr val="dk1"/>
            </a:solidFill>
          </a:endParaRPr>
        </a:p>
      </dsp:txBody>
      <dsp:txXfrm>
        <a:off x="3181342" y="1038360"/>
        <a:ext cx="1574790" cy="324576"/>
      </dsp:txXfrm>
    </dsp:sp>
    <dsp:sp modelId="{78043D4D-F614-B44F-951B-F4A3F0A00620}">
      <dsp:nvSpPr>
        <dsp:cNvPr id="9" name="Freeform 8"/>
        <dsp:cNvSpPr/>
      </dsp:nvSpPr>
      <dsp:spPr bwMode="white">
        <a:xfrm>
          <a:off x="3043328" y="460547"/>
          <a:ext cx="138014" cy="1145821"/>
        </a:xfrm>
        <a:custGeom>
          <a:avLst/>
          <a:gdLst/>
          <a:ahLst/>
          <a:cxnLst/>
          <a:pathLst>
            <a:path w="217" h="1804">
              <a:moveTo>
                <a:pt x="0" y="0"/>
              </a:moveTo>
              <a:lnTo>
                <a:pt x="0" y="1804"/>
              </a:lnTo>
              <a:lnTo>
                <a:pt x="217" y="1804"/>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1145821"/>
      </dsp:txXfrm>
    </dsp:sp>
    <dsp:sp modelId="{D4CE57B3-8538-1F4F-A551-FFB07B2AE257}">
      <dsp:nvSpPr>
        <dsp:cNvPr id="10" name="Rounded Rectangle 9"/>
        <dsp:cNvSpPr/>
      </dsp:nvSpPr>
      <dsp:spPr bwMode="white">
        <a:xfrm>
          <a:off x="3181342" y="1444080"/>
          <a:ext cx="1574790"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b="1" dirty="0">
              <a:solidFill>
                <a:schemeClr val="dk1"/>
              </a:solidFill>
            </a:rPr>
            <a:t>SYSTEM ARCHITECTURE</a:t>
          </a:r>
          <a:endParaRPr>
            <a:solidFill>
              <a:schemeClr val="dk1"/>
            </a:solidFill>
          </a:endParaRPr>
        </a:p>
      </dsp:txBody>
      <dsp:txXfrm>
        <a:off x="3181342" y="1444080"/>
        <a:ext cx="1574790" cy="324576"/>
      </dsp:txXfrm>
    </dsp:sp>
    <dsp:sp modelId="{2591C1C0-543B-F64D-B502-4279753BE5B1}">
      <dsp:nvSpPr>
        <dsp:cNvPr id="11" name="Freeform 10"/>
        <dsp:cNvSpPr/>
      </dsp:nvSpPr>
      <dsp:spPr bwMode="white">
        <a:xfrm>
          <a:off x="3043328" y="460547"/>
          <a:ext cx="138014" cy="1551540"/>
        </a:xfrm>
        <a:custGeom>
          <a:avLst/>
          <a:gdLst/>
          <a:ahLst/>
          <a:cxnLst/>
          <a:pathLst>
            <a:path w="217" h="2443">
              <a:moveTo>
                <a:pt x="0" y="0"/>
              </a:moveTo>
              <a:lnTo>
                <a:pt x="0" y="2443"/>
              </a:lnTo>
              <a:lnTo>
                <a:pt x="217" y="2443"/>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1551540"/>
      </dsp:txXfrm>
    </dsp:sp>
    <dsp:sp modelId="{B2CC2C3A-2930-5542-88B8-A641A96F4B64}">
      <dsp:nvSpPr>
        <dsp:cNvPr id="12" name="Rounded Rectangle 11"/>
        <dsp:cNvSpPr/>
      </dsp:nvSpPr>
      <dsp:spPr bwMode="white">
        <a:xfrm>
          <a:off x="3181342" y="1849800"/>
          <a:ext cx="1574790"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b="1" dirty="0">
              <a:solidFill>
                <a:schemeClr val="dk1"/>
              </a:solidFill>
            </a:rPr>
            <a:t>CONCEPTUAL FRAMEWORK</a:t>
          </a:r>
          <a:endParaRPr>
            <a:solidFill>
              <a:schemeClr val="dk1"/>
            </a:solidFill>
          </a:endParaRPr>
        </a:p>
      </dsp:txBody>
      <dsp:txXfrm>
        <a:off x="3181342" y="1849800"/>
        <a:ext cx="1574790" cy="324576"/>
      </dsp:txXfrm>
    </dsp:sp>
    <dsp:sp modelId="{6ABC3210-CAB6-5445-8D2A-D527D0A94232}">
      <dsp:nvSpPr>
        <dsp:cNvPr id="13" name="Freeform 12"/>
        <dsp:cNvSpPr/>
      </dsp:nvSpPr>
      <dsp:spPr bwMode="white">
        <a:xfrm>
          <a:off x="3043328" y="460547"/>
          <a:ext cx="138014" cy="1957260"/>
        </a:xfrm>
        <a:custGeom>
          <a:avLst/>
          <a:gdLst/>
          <a:ahLst/>
          <a:cxnLst/>
          <a:pathLst>
            <a:path w="217" h="3082">
              <a:moveTo>
                <a:pt x="0" y="0"/>
              </a:moveTo>
              <a:lnTo>
                <a:pt x="0" y="3082"/>
              </a:lnTo>
              <a:lnTo>
                <a:pt x="217" y="3082"/>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1957260"/>
      </dsp:txXfrm>
    </dsp:sp>
    <dsp:sp modelId="{C39DD41E-E3CF-1D48-94FC-563E7774FB29}">
      <dsp:nvSpPr>
        <dsp:cNvPr id="14" name="Rounded Rectangle 13"/>
        <dsp:cNvSpPr/>
      </dsp:nvSpPr>
      <dsp:spPr bwMode="white">
        <a:xfrm>
          <a:off x="3181342" y="2255519"/>
          <a:ext cx="1574790"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b="1" dirty="0">
              <a:solidFill>
                <a:schemeClr val="dk1"/>
              </a:solidFill>
            </a:rPr>
            <a:t>ALGORITHMS/FRAMEWORK USED</a:t>
          </a:r>
          <a:endParaRPr>
            <a:solidFill>
              <a:schemeClr val="dk1"/>
            </a:solidFill>
          </a:endParaRPr>
        </a:p>
      </dsp:txBody>
      <dsp:txXfrm>
        <a:off x="3181342" y="2255519"/>
        <a:ext cx="1574790" cy="324576"/>
      </dsp:txXfrm>
    </dsp:sp>
    <dsp:sp modelId="{3800A1E3-FB79-094E-A4A4-9EE7BF04C938}">
      <dsp:nvSpPr>
        <dsp:cNvPr id="15" name="Freeform 14"/>
        <dsp:cNvSpPr/>
      </dsp:nvSpPr>
      <dsp:spPr bwMode="white">
        <a:xfrm>
          <a:off x="3043328" y="460547"/>
          <a:ext cx="138014" cy="2362980"/>
        </a:xfrm>
        <a:custGeom>
          <a:avLst/>
          <a:gdLst/>
          <a:ahLst/>
          <a:cxnLst/>
          <a:pathLst>
            <a:path w="217" h="3721">
              <a:moveTo>
                <a:pt x="0" y="0"/>
              </a:moveTo>
              <a:lnTo>
                <a:pt x="0" y="3721"/>
              </a:lnTo>
              <a:lnTo>
                <a:pt x="217" y="3721"/>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2362980"/>
      </dsp:txXfrm>
    </dsp:sp>
    <dsp:sp modelId="{10DE0E93-5630-7142-AA6C-B4D0CCD05CCA}">
      <dsp:nvSpPr>
        <dsp:cNvPr id="16" name="Rounded Rectangle 15"/>
        <dsp:cNvSpPr/>
      </dsp:nvSpPr>
      <dsp:spPr bwMode="white">
        <a:xfrm>
          <a:off x="3181342" y="2661239"/>
          <a:ext cx="1574790"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b="1" dirty="0">
              <a:solidFill>
                <a:schemeClr val="dk1"/>
              </a:solidFill>
            </a:rPr>
            <a:t>USE CASE DIAGRAM</a:t>
          </a:r>
          <a:endParaRPr>
            <a:solidFill>
              <a:schemeClr val="dk1"/>
            </a:solidFill>
          </a:endParaRPr>
        </a:p>
      </dsp:txBody>
      <dsp:txXfrm>
        <a:off x="3181342" y="2661239"/>
        <a:ext cx="1574790" cy="324576"/>
      </dsp:txXfrm>
    </dsp:sp>
    <dsp:sp modelId="{B212103B-4076-254B-8041-0901AADAB164}">
      <dsp:nvSpPr>
        <dsp:cNvPr id="17" name="Freeform 16"/>
        <dsp:cNvSpPr/>
      </dsp:nvSpPr>
      <dsp:spPr bwMode="white">
        <a:xfrm>
          <a:off x="3043328" y="460547"/>
          <a:ext cx="138014" cy="2768700"/>
        </a:xfrm>
        <a:custGeom>
          <a:avLst/>
          <a:gdLst/>
          <a:ahLst/>
          <a:cxnLst/>
          <a:pathLst>
            <a:path w="217" h="4360">
              <a:moveTo>
                <a:pt x="0" y="0"/>
              </a:moveTo>
              <a:lnTo>
                <a:pt x="0" y="4360"/>
              </a:lnTo>
              <a:lnTo>
                <a:pt x="217" y="4360"/>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2768700"/>
      </dsp:txXfrm>
    </dsp:sp>
    <dsp:sp modelId="{E2A89B9A-FA58-954B-B28C-E19BA076C416}">
      <dsp:nvSpPr>
        <dsp:cNvPr id="18" name="Rounded Rectangle 17"/>
        <dsp:cNvSpPr/>
      </dsp:nvSpPr>
      <dsp:spPr bwMode="white">
        <a:xfrm>
          <a:off x="3181342" y="3066959"/>
          <a:ext cx="1574790"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b="1" dirty="0">
              <a:solidFill>
                <a:schemeClr val="dk1"/>
              </a:solidFill>
            </a:rPr>
            <a:t>ACTIVITY DIAGRAM</a:t>
          </a:r>
          <a:endParaRPr>
            <a:solidFill>
              <a:schemeClr val="dk1"/>
            </a:solidFill>
          </a:endParaRPr>
        </a:p>
      </dsp:txBody>
      <dsp:txXfrm>
        <a:off x="3181342" y="3066959"/>
        <a:ext cx="1574790" cy="324576"/>
      </dsp:txXfrm>
    </dsp:sp>
    <dsp:sp modelId="{41B9C96A-3500-E243-A25D-0E7578A35FBF}">
      <dsp:nvSpPr>
        <dsp:cNvPr id="19" name="Freeform 18"/>
        <dsp:cNvSpPr/>
      </dsp:nvSpPr>
      <dsp:spPr bwMode="white">
        <a:xfrm>
          <a:off x="3043328" y="460547"/>
          <a:ext cx="138014" cy="3174419"/>
        </a:xfrm>
        <a:custGeom>
          <a:avLst/>
          <a:gdLst/>
          <a:ahLst/>
          <a:cxnLst/>
          <a:pathLst>
            <a:path w="217" h="4999">
              <a:moveTo>
                <a:pt x="0" y="0"/>
              </a:moveTo>
              <a:lnTo>
                <a:pt x="0" y="4999"/>
              </a:lnTo>
              <a:lnTo>
                <a:pt x="217" y="4999"/>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3174419"/>
      </dsp:txXfrm>
    </dsp:sp>
    <dsp:sp modelId="{0F47F782-93AD-0A4E-8330-87A5D3FF0B0B}">
      <dsp:nvSpPr>
        <dsp:cNvPr id="20" name="Rounded Rectangle 19"/>
        <dsp:cNvSpPr/>
      </dsp:nvSpPr>
      <dsp:spPr bwMode="white">
        <a:xfrm>
          <a:off x="3181342" y="3472679"/>
          <a:ext cx="1574790"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SEQUENCE DIAGRAM</a:t>
          </a:r>
          <a:endParaRPr lang="en-PH" sz="1800" b="1" dirty="0">
            <a:solidFill>
              <a:srgbClr val="C00000"/>
            </a:solidFill>
          </a:endParaRPr>
        </a:p>
      </dsp:txBody>
      <dsp:txXfrm>
        <a:off x="3181342" y="3472679"/>
        <a:ext cx="1574790" cy="324576"/>
      </dsp:txXfrm>
    </dsp:sp>
    <dsp:sp modelId="{31C223A4-2AA4-9540-BBFD-8028CC4047EC}">
      <dsp:nvSpPr>
        <dsp:cNvPr id="21" name="Freeform 20"/>
        <dsp:cNvSpPr/>
      </dsp:nvSpPr>
      <dsp:spPr bwMode="white">
        <a:xfrm>
          <a:off x="3043328" y="460547"/>
          <a:ext cx="138014" cy="3580139"/>
        </a:xfrm>
        <a:custGeom>
          <a:avLst/>
          <a:gdLst/>
          <a:ahLst/>
          <a:cxnLst/>
          <a:pathLst>
            <a:path w="217" h="5638">
              <a:moveTo>
                <a:pt x="0" y="0"/>
              </a:moveTo>
              <a:lnTo>
                <a:pt x="0" y="5638"/>
              </a:lnTo>
              <a:lnTo>
                <a:pt x="217" y="5638"/>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3580139"/>
      </dsp:txXfrm>
    </dsp:sp>
    <dsp:sp modelId="{77760F1F-C97C-8145-9E80-32158E95C9BC}">
      <dsp:nvSpPr>
        <dsp:cNvPr id="22" name="Rounded Rectangle 21"/>
        <dsp:cNvSpPr/>
      </dsp:nvSpPr>
      <dsp:spPr bwMode="white">
        <a:xfrm>
          <a:off x="3181342" y="387839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181342" y="3878398"/>
        <a:ext cx="1597251" cy="324576"/>
      </dsp:txXfrm>
    </dsp:sp>
    <dsp:sp modelId="{5BD2E31C-EF17-B74E-9AF1-6EA8AE72BB17}">
      <dsp:nvSpPr>
        <dsp:cNvPr id="23" name="Freeform 22"/>
        <dsp:cNvSpPr/>
      </dsp:nvSpPr>
      <dsp:spPr bwMode="white">
        <a:xfrm>
          <a:off x="3043328" y="460547"/>
          <a:ext cx="138014" cy="3985859"/>
        </a:xfrm>
        <a:custGeom>
          <a:avLst/>
          <a:gdLst/>
          <a:ahLst/>
          <a:cxnLst/>
          <a:pathLst>
            <a:path w="217" h="6277">
              <a:moveTo>
                <a:pt x="0" y="0"/>
              </a:moveTo>
              <a:lnTo>
                <a:pt x="0" y="6277"/>
              </a:lnTo>
              <a:lnTo>
                <a:pt x="217" y="6277"/>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3985859"/>
      </dsp:txXfrm>
    </dsp:sp>
    <dsp:sp modelId="{40142824-BC79-9646-A094-EFF1AF3B4394}">
      <dsp:nvSpPr>
        <dsp:cNvPr id="24" name="Rounded Rectangle 23"/>
        <dsp:cNvSpPr/>
      </dsp:nvSpPr>
      <dsp:spPr bwMode="white">
        <a:xfrm>
          <a:off x="3181342" y="428411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3181342" y="4284118"/>
        <a:ext cx="1597251" cy="324576"/>
      </dsp:txXfrm>
    </dsp:sp>
    <dsp:sp modelId="{36D45499-D2B4-1946-AE8C-6B98412B9EDF}">
      <dsp:nvSpPr>
        <dsp:cNvPr id="25" name="Freeform 24"/>
        <dsp:cNvSpPr/>
      </dsp:nvSpPr>
      <dsp:spPr bwMode="white">
        <a:xfrm>
          <a:off x="3043328" y="460547"/>
          <a:ext cx="138014" cy="4391579"/>
        </a:xfrm>
        <a:custGeom>
          <a:avLst/>
          <a:gdLst/>
          <a:ahLst/>
          <a:cxnLst/>
          <a:pathLst>
            <a:path w="217" h="6916">
              <a:moveTo>
                <a:pt x="0" y="0"/>
              </a:moveTo>
              <a:lnTo>
                <a:pt x="0" y="6916"/>
              </a:lnTo>
              <a:lnTo>
                <a:pt x="217" y="6916"/>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4391579"/>
      </dsp:txXfrm>
    </dsp:sp>
    <dsp:sp modelId="{E3D396F6-AB7D-4240-BEEE-5BAF826AF446}">
      <dsp:nvSpPr>
        <dsp:cNvPr id="26" name="Rounded Rectangle 25"/>
        <dsp:cNvSpPr/>
      </dsp:nvSpPr>
      <dsp:spPr bwMode="white">
        <a:xfrm>
          <a:off x="3181342" y="468983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900" b="1" dirty="0">
              <a:solidFill>
                <a:schemeClr val="dk1"/>
              </a:solidFill>
            </a:rPr>
            <a:t>SOFTWARE PLATFORMS, DEVELOPMENT, ENVIRONMENTS &amp; TOOLS</a:t>
          </a:r>
          <a:endParaRPr>
            <a:solidFill>
              <a:schemeClr val="dk1"/>
            </a:solidFill>
          </a:endParaRPr>
        </a:p>
      </dsp:txBody>
      <dsp:txXfrm>
        <a:off x="3181342" y="4689838"/>
        <a:ext cx="1597251" cy="324576"/>
      </dsp:txXfrm>
    </dsp:sp>
    <dsp:sp modelId="{37BA8E79-58B3-8442-8A6C-D6C51892D14D}">
      <dsp:nvSpPr>
        <dsp:cNvPr id="27" name="Freeform 26"/>
        <dsp:cNvSpPr/>
      </dsp:nvSpPr>
      <dsp:spPr bwMode="white">
        <a:xfrm>
          <a:off x="3043328" y="460547"/>
          <a:ext cx="138014" cy="4797299"/>
        </a:xfrm>
        <a:custGeom>
          <a:avLst/>
          <a:gdLst/>
          <a:ahLst/>
          <a:cxnLst/>
          <a:pathLst>
            <a:path w="217" h="7555">
              <a:moveTo>
                <a:pt x="0" y="0"/>
              </a:moveTo>
              <a:lnTo>
                <a:pt x="0" y="7555"/>
              </a:lnTo>
              <a:lnTo>
                <a:pt x="217" y="7555"/>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4797299"/>
      </dsp:txXfrm>
    </dsp:sp>
    <dsp:sp modelId="{98BFB16D-611A-E340-824C-7A8C7562F773}">
      <dsp:nvSpPr>
        <dsp:cNvPr id="28" name="Rounded Rectangle 27"/>
        <dsp:cNvSpPr/>
      </dsp:nvSpPr>
      <dsp:spPr bwMode="white">
        <a:xfrm>
          <a:off x="3181342" y="509555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181342" y="5095558"/>
        <a:ext cx="1597251" cy="324576"/>
      </dsp:txXfrm>
    </dsp:sp>
    <dsp:sp modelId="{897A5168-E0F3-AE4C-ADA5-D4DE639E8544}">
      <dsp:nvSpPr>
        <dsp:cNvPr id="29" name="Freeform 28"/>
        <dsp:cNvSpPr/>
      </dsp:nvSpPr>
      <dsp:spPr bwMode="white">
        <a:xfrm>
          <a:off x="3043328" y="460547"/>
          <a:ext cx="138014" cy="5203018"/>
        </a:xfrm>
        <a:custGeom>
          <a:avLst/>
          <a:gdLst/>
          <a:ahLst/>
          <a:cxnLst/>
          <a:pathLst>
            <a:path w="217" h="8194">
              <a:moveTo>
                <a:pt x="0" y="0"/>
              </a:moveTo>
              <a:lnTo>
                <a:pt x="0" y="8194"/>
              </a:lnTo>
              <a:lnTo>
                <a:pt x="217" y="8194"/>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5203018"/>
      </dsp:txXfrm>
    </dsp:sp>
    <dsp:sp modelId="{10FEFDF1-FB16-F548-A0EF-CEC2DE299B16}">
      <dsp:nvSpPr>
        <dsp:cNvPr id="30" name="Rounded Rectangle 29"/>
        <dsp:cNvSpPr/>
      </dsp:nvSpPr>
      <dsp:spPr bwMode="white">
        <a:xfrm>
          <a:off x="3181342" y="5501277"/>
          <a:ext cx="159806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81342" y="5501277"/>
        <a:ext cx="1598061" cy="324576"/>
      </dsp:txXfrm>
    </dsp:sp>
    <dsp:sp modelId="{0C9E170C-52D9-3745-8562-90986B2BE394}">
      <dsp:nvSpPr>
        <dsp:cNvPr id="31" name="Freeform 30"/>
        <dsp:cNvSpPr/>
      </dsp:nvSpPr>
      <dsp:spPr bwMode="white">
        <a:xfrm>
          <a:off x="3043328" y="460547"/>
          <a:ext cx="138014" cy="5608738"/>
        </a:xfrm>
        <a:custGeom>
          <a:avLst/>
          <a:gdLst/>
          <a:ahLst/>
          <a:cxnLst/>
          <a:pathLst>
            <a:path w="217" h="8833">
              <a:moveTo>
                <a:pt x="0" y="0"/>
              </a:moveTo>
              <a:lnTo>
                <a:pt x="0" y="8833"/>
              </a:lnTo>
              <a:lnTo>
                <a:pt x="217" y="8833"/>
              </a:lnTo>
            </a:path>
          </a:pathLst>
        </a:custGeom>
      </dsp:spPr>
      <dsp:style>
        <a:lnRef idx="2">
          <a:schemeClr val="accent1">
            <a:shade val="60000"/>
          </a:schemeClr>
        </a:lnRef>
        <a:fillRef idx="0">
          <a:schemeClr val="accent1"/>
        </a:fillRef>
        <a:effectRef idx="0">
          <a:scrgbClr r="0" g="0" b="0"/>
        </a:effectRef>
        <a:fontRef idx="minor"/>
      </dsp:style>
      <dsp:txXfrm>
        <a:off x="3043328" y="460547"/>
        <a:ext cx="138014" cy="5608738"/>
      </dsp:txXfrm>
    </dsp:sp>
    <dsp:sp modelId="{5AC13851-0814-9C4F-91E8-BF261D4F9227}">
      <dsp:nvSpPr>
        <dsp:cNvPr id="32" name="Rounded Rectangle 31"/>
        <dsp:cNvSpPr/>
      </dsp:nvSpPr>
      <dsp:spPr bwMode="white">
        <a:xfrm>
          <a:off x="3181342" y="5906997"/>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81342" y="5906997"/>
        <a:ext cx="1597251" cy="324576"/>
      </dsp:txXfrm>
    </dsp:sp>
    <dsp:sp modelId="{0D9E6DF1-CBA9-3D43-8108-EE3B50B3C44A}">
      <dsp:nvSpPr>
        <dsp:cNvPr id="4" name="Rounded Rectangle 3" hidden="1"/>
        <dsp:cNvSpPr/>
      </dsp:nvSpPr>
      <dsp:spPr>
        <a:xfrm>
          <a:off x="2842769" y="42341"/>
          <a:ext cx="401119" cy="418206"/>
        </a:xfrm>
        <a:prstGeom prst="roundRect">
          <a:avLst>
            <a:gd name="adj" fmla="val 10000"/>
          </a:avLst>
        </a:prstGeom>
      </dsp:spPr>
      <dsp:txXfrm>
        <a:off x="2842769" y="42341"/>
        <a:ext cx="401119" cy="418206"/>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539081" y="42341"/>
          <a:ext cx="2084783" cy="41820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539081" y="42341"/>
        <a:ext cx="2084783" cy="418206"/>
      </dsp:txXfrm>
    </dsp:sp>
    <dsp:sp modelId="{D10FB301-27F4-164E-A00D-1345554A7B00}">
      <dsp:nvSpPr>
        <dsp:cNvPr id="5" name="Freeform 4"/>
        <dsp:cNvSpPr/>
      </dsp:nvSpPr>
      <dsp:spPr bwMode="white">
        <a:xfrm>
          <a:off x="2747559" y="460547"/>
          <a:ext cx="145933" cy="201091"/>
        </a:xfrm>
        <a:custGeom>
          <a:avLst/>
          <a:gdLst/>
          <a:ahLst/>
          <a:cxnLst/>
          <a:pathLst>
            <a:path w="230" h="317">
              <a:moveTo>
                <a:pt x="0" y="0"/>
              </a:moveTo>
              <a:lnTo>
                <a:pt x="0" y="317"/>
              </a:lnTo>
              <a:lnTo>
                <a:pt x="230" y="317"/>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201091"/>
      </dsp:txXfrm>
    </dsp:sp>
    <dsp:sp modelId="{936E48F7-4236-FE40-9E07-91D8FBF1635C}">
      <dsp:nvSpPr>
        <dsp:cNvPr id="6" name="Rounded Rectangle 5"/>
        <dsp:cNvSpPr/>
      </dsp:nvSpPr>
      <dsp:spPr bwMode="white">
        <a:xfrm>
          <a:off x="2893491" y="49935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DESIGN</a:t>
          </a:r>
          <a:endParaRPr>
            <a:solidFill>
              <a:schemeClr val="dk1"/>
            </a:solidFill>
          </a:endParaRPr>
        </a:p>
      </dsp:txBody>
      <dsp:txXfrm>
        <a:off x="2893491" y="499350"/>
        <a:ext cx="1597251" cy="324576"/>
      </dsp:txXfrm>
    </dsp:sp>
    <dsp:sp modelId="{40ED545D-287D-C141-885D-E246B5E4F0AC}">
      <dsp:nvSpPr>
        <dsp:cNvPr id="7" name="Freeform 6"/>
        <dsp:cNvSpPr/>
      </dsp:nvSpPr>
      <dsp:spPr bwMode="white">
        <a:xfrm>
          <a:off x="2747559" y="460547"/>
          <a:ext cx="145933" cy="673456"/>
        </a:xfrm>
        <a:custGeom>
          <a:avLst/>
          <a:gdLst/>
          <a:ahLst/>
          <a:cxnLst/>
          <a:pathLst>
            <a:path w="230" h="1061">
              <a:moveTo>
                <a:pt x="0" y="0"/>
              </a:moveTo>
              <a:lnTo>
                <a:pt x="0" y="1061"/>
              </a:lnTo>
              <a:lnTo>
                <a:pt x="230" y="1061"/>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673456"/>
      </dsp:txXfrm>
    </dsp:sp>
    <dsp:sp modelId="{361E30B0-32E3-6C49-9085-B0FC7F923612}">
      <dsp:nvSpPr>
        <dsp:cNvPr id="8" name="Rounded Rectangle 7"/>
        <dsp:cNvSpPr/>
      </dsp:nvSpPr>
      <dsp:spPr bwMode="white">
        <a:xfrm>
          <a:off x="2893491" y="905070"/>
          <a:ext cx="3222929" cy="45786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6670" tIns="17780" rIns="2667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400" b="1" dirty="0">
              <a:solidFill>
                <a:srgbClr val="C00000"/>
              </a:solidFill>
            </a:rPr>
            <a:t>SOFTWARE DEVELOPMENT LIFE CYCLE</a:t>
          </a:r>
          <a:endParaRPr>
            <a:solidFill>
              <a:schemeClr val="dk1"/>
            </a:solidFill>
          </a:endParaRPr>
        </a:p>
      </dsp:txBody>
      <dsp:txXfrm>
        <a:off x="2893491" y="905070"/>
        <a:ext cx="3222929" cy="457866"/>
      </dsp:txXfrm>
    </dsp:sp>
    <dsp:sp modelId="{04CC620A-EB2A-4B4D-9015-6D243C954B65}">
      <dsp:nvSpPr>
        <dsp:cNvPr id="9" name="Freeform 8"/>
        <dsp:cNvSpPr/>
      </dsp:nvSpPr>
      <dsp:spPr bwMode="white">
        <a:xfrm>
          <a:off x="2747559" y="460547"/>
          <a:ext cx="145933" cy="1145821"/>
        </a:xfrm>
        <a:custGeom>
          <a:avLst/>
          <a:gdLst/>
          <a:ahLst/>
          <a:cxnLst/>
          <a:pathLst>
            <a:path w="230" h="1804">
              <a:moveTo>
                <a:pt x="0" y="0"/>
              </a:moveTo>
              <a:lnTo>
                <a:pt x="0" y="1804"/>
              </a:lnTo>
              <a:lnTo>
                <a:pt x="230" y="1804"/>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1145821"/>
      </dsp:txXfrm>
    </dsp:sp>
    <dsp:sp modelId="{CA1D3E86-2382-E740-BBD0-6445A65A34FC}">
      <dsp:nvSpPr>
        <dsp:cNvPr id="10" name="Rounded Rectangle 9"/>
        <dsp:cNvSpPr/>
      </dsp:nvSpPr>
      <dsp:spPr bwMode="white">
        <a:xfrm>
          <a:off x="2893491" y="1444080"/>
          <a:ext cx="1587788"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ARCHITECTURE</a:t>
          </a:r>
          <a:endParaRPr>
            <a:solidFill>
              <a:schemeClr val="dk1"/>
            </a:solidFill>
          </a:endParaRPr>
        </a:p>
      </dsp:txBody>
      <dsp:txXfrm>
        <a:off x="2893491" y="1444080"/>
        <a:ext cx="1587788" cy="324576"/>
      </dsp:txXfrm>
    </dsp:sp>
    <dsp:sp modelId="{E873D76C-09CF-424C-9E74-0D4C629DCF7F}">
      <dsp:nvSpPr>
        <dsp:cNvPr id="11" name="Freeform 10"/>
        <dsp:cNvSpPr/>
      </dsp:nvSpPr>
      <dsp:spPr bwMode="white">
        <a:xfrm>
          <a:off x="2747559" y="460547"/>
          <a:ext cx="145933" cy="1551540"/>
        </a:xfrm>
        <a:custGeom>
          <a:avLst/>
          <a:gdLst/>
          <a:ahLst/>
          <a:cxnLst/>
          <a:pathLst>
            <a:path w="230" h="2443">
              <a:moveTo>
                <a:pt x="0" y="0"/>
              </a:moveTo>
              <a:lnTo>
                <a:pt x="0" y="2443"/>
              </a:lnTo>
              <a:lnTo>
                <a:pt x="230" y="2443"/>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1551540"/>
      </dsp:txXfrm>
    </dsp:sp>
    <dsp:sp modelId="{6F6A0005-787B-1C45-A03F-70E37E49EC8C}">
      <dsp:nvSpPr>
        <dsp:cNvPr id="12" name="Rounded Rectangle 11"/>
        <dsp:cNvSpPr/>
      </dsp:nvSpPr>
      <dsp:spPr bwMode="white">
        <a:xfrm>
          <a:off x="2893491" y="1849800"/>
          <a:ext cx="1587788"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CONCEPTUAL FRAMEWORK</a:t>
          </a:r>
          <a:endParaRPr>
            <a:solidFill>
              <a:schemeClr val="dk1"/>
            </a:solidFill>
          </a:endParaRPr>
        </a:p>
      </dsp:txBody>
      <dsp:txXfrm>
        <a:off x="2893491" y="1849800"/>
        <a:ext cx="1587788" cy="324576"/>
      </dsp:txXfrm>
    </dsp:sp>
    <dsp:sp modelId="{21173907-7C2C-5E4E-ACC4-7B033936483D}">
      <dsp:nvSpPr>
        <dsp:cNvPr id="13" name="Freeform 12"/>
        <dsp:cNvSpPr/>
      </dsp:nvSpPr>
      <dsp:spPr bwMode="white">
        <a:xfrm>
          <a:off x="2747559" y="460547"/>
          <a:ext cx="145933" cy="1957260"/>
        </a:xfrm>
        <a:custGeom>
          <a:avLst/>
          <a:gdLst/>
          <a:ahLst/>
          <a:cxnLst/>
          <a:pathLst>
            <a:path w="230" h="3082">
              <a:moveTo>
                <a:pt x="0" y="0"/>
              </a:moveTo>
              <a:lnTo>
                <a:pt x="0" y="3082"/>
              </a:lnTo>
              <a:lnTo>
                <a:pt x="230" y="3082"/>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1957260"/>
      </dsp:txXfrm>
    </dsp:sp>
    <dsp:sp modelId="{F937B9BA-F935-2B4D-A1F0-292EB29C006E}">
      <dsp:nvSpPr>
        <dsp:cNvPr id="14" name="Rounded Rectangle 13"/>
        <dsp:cNvSpPr/>
      </dsp:nvSpPr>
      <dsp:spPr bwMode="white">
        <a:xfrm>
          <a:off x="2893491" y="2255519"/>
          <a:ext cx="1598258"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a:t>
          </a:r>
          <a:endParaRPr lang="en-US" sz="1000" b="1" dirty="0">
            <a:solidFill>
              <a:schemeClr val="dk1"/>
            </a:solidFill>
          </a:endParaRPr>
        </a:p>
        <a:p>
          <a:pPr lvl="0">
            <a:lnSpc>
              <a:spcPct val="100000"/>
            </a:lnSpc>
            <a:spcBef>
              <a:spcPct val="0"/>
            </a:spcBef>
            <a:spcAft>
              <a:spcPct val="35000"/>
            </a:spcAft>
          </a:pPr>
          <a:r>
            <a:rPr lang="en-US" sz="1000" b="1" dirty="0">
              <a:solidFill>
                <a:schemeClr val="dk1"/>
              </a:solidFill>
            </a:rPr>
            <a:t>FRAMEWORK USED</a:t>
          </a:r>
          <a:endParaRPr>
            <a:solidFill>
              <a:schemeClr val="dk1"/>
            </a:solidFill>
          </a:endParaRPr>
        </a:p>
      </dsp:txBody>
      <dsp:txXfrm>
        <a:off x="2893491" y="2255519"/>
        <a:ext cx="1598258" cy="324576"/>
      </dsp:txXfrm>
    </dsp:sp>
    <dsp:sp modelId="{2838E421-DC3C-DB4A-AAA9-C5929E2FFA0E}">
      <dsp:nvSpPr>
        <dsp:cNvPr id="15" name="Freeform 14"/>
        <dsp:cNvSpPr/>
      </dsp:nvSpPr>
      <dsp:spPr bwMode="white">
        <a:xfrm>
          <a:off x="2747559" y="460547"/>
          <a:ext cx="145933" cy="2362980"/>
        </a:xfrm>
        <a:custGeom>
          <a:avLst/>
          <a:gdLst/>
          <a:ahLst/>
          <a:cxnLst/>
          <a:pathLst>
            <a:path w="230" h="3721">
              <a:moveTo>
                <a:pt x="0" y="0"/>
              </a:moveTo>
              <a:lnTo>
                <a:pt x="0" y="3721"/>
              </a:lnTo>
              <a:lnTo>
                <a:pt x="230" y="3721"/>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2362980"/>
      </dsp:txXfrm>
    </dsp:sp>
    <dsp:sp modelId="{2EB9F51F-249C-1E40-B345-EB281620FE54}">
      <dsp:nvSpPr>
        <dsp:cNvPr id="16" name="Rounded Rectangle 15"/>
        <dsp:cNvSpPr/>
      </dsp:nvSpPr>
      <dsp:spPr bwMode="white">
        <a:xfrm>
          <a:off x="2893491" y="2661239"/>
          <a:ext cx="1587788"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2893491" y="2661239"/>
        <a:ext cx="1587788" cy="324576"/>
      </dsp:txXfrm>
    </dsp:sp>
    <dsp:sp modelId="{FE8608DA-4859-7E4A-9915-DA066A35B943}">
      <dsp:nvSpPr>
        <dsp:cNvPr id="17" name="Freeform 16"/>
        <dsp:cNvSpPr/>
      </dsp:nvSpPr>
      <dsp:spPr bwMode="white">
        <a:xfrm>
          <a:off x="2747559" y="460547"/>
          <a:ext cx="145933" cy="2768700"/>
        </a:xfrm>
        <a:custGeom>
          <a:avLst/>
          <a:gdLst/>
          <a:ahLst/>
          <a:cxnLst/>
          <a:pathLst>
            <a:path w="230" h="4360">
              <a:moveTo>
                <a:pt x="0" y="0"/>
              </a:moveTo>
              <a:lnTo>
                <a:pt x="0" y="4360"/>
              </a:lnTo>
              <a:lnTo>
                <a:pt x="230" y="4360"/>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2768700"/>
      </dsp:txXfrm>
    </dsp:sp>
    <dsp:sp modelId="{E40DC363-CA37-C04B-98FF-1087B7C73918}">
      <dsp:nvSpPr>
        <dsp:cNvPr id="18" name="Rounded Rectangle 17"/>
        <dsp:cNvSpPr/>
      </dsp:nvSpPr>
      <dsp:spPr bwMode="white">
        <a:xfrm>
          <a:off x="2893491" y="3066959"/>
          <a:ext cx="1587788"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2893491" y="3066959"/>
        <a:ext cx="1587788" cy="324576"/>
      </dsp:txXfrm>
    </dsp:sp>
    <dsp:sp modelId="{A216BE8C-F0E1-B449-89B2-B155F89FBF9D}">
      <dsp:nvSpPr>
        <dsp:cNvPr id="19" name="Freeform 18"/>
        <dsp:cNvSpPr/>
      </dsp:nvSpPr>
      <dsp:spPr bwMode="white">
        <a:xfrm>
          <a:off x="2747559" y="460547"/>
          <a:ext cx="145933" cy="3174419"/>
        </a:xfrm>
        <a:custGeom>
          <a:avLst/>
          <a:gdLst/>
          <a:ahLst/>
          <a:cxnLst/>
          <a:pathLst>
            <a:path w="230" h="4999">
              <a:moveTo>
                <a:pt x="0" y="0"/>
              </a:moveTo>
              <a:lnTo>
                <a:pt x="0" y="4999"/>
              </a:lnTo>
              <a:lnTo>
                <a:pt x="230" y="4999"/>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3174419"/>
      </dsp:txXfrm>
    </dsp:sp>
    <dsp:sp modelId="{186A85C1-A331-174B-A478-88A611080762}">
      <dsp:nvSpPr>
        <dsp:cNvPr id="20" name="Rounded Rectangle 19"/>
        <dsp:cNvSpPr/>
      </dsp:nvSpPr>
      <dsp:spPr bwMode="white">
        <a:xfrm>
          <a:off x="2893491" y="347267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2893491" y="3472679"/>
        <a:ext cx="1597251" cy="324576"/>
      </dsp:txXfrm>
    </dsp:sp>
    <dsp:sp modelId="{31C223A4-2AA4-9540-BBFD-8028CC4047EC}">
      <dsp:nvSpPr>
        <dsp:cNvPr id="21" name="Freeform 20"/>
        <dsp:cNvSpPr/>
      </dsp:nvSpPr>
      <dsp:spPr bwMode="white">
        <a:xfrm>
          <a:off x="2747559" y="460547"/>
          <a:ext cx="145933" cy="3580139"/>
        </a:xfrm>
        <a:custGeom>
          <a:avLst/>
          <a:gdLst/>
          <a:ahLst/>
          <a:cxnLst/>
          <a:pathLst>
            <a:path w="230" h="5638">
              <a:moveTo>
                <a:pt x="0" y="0"/>
              </a:moveTo>
              <a:lnTo>
                <a:pt x="0" y="5638"/>
              </a:lnTo>
              <a:lnTo>
                <a:pt x="230" y="5638"/>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3580139"/>
      </dsp:txXfrm>
    </dsp:sp>
    <dsp:sp modelId="{77760F1F-C97C-8145-9E80-32158E95C9BC}">
      <dsp:nvSpPr>
        <dsp:cNvPr id="22" name="Rounded Rectangle 21"/>
        <dsp:cNvSpPr/>
      </dsp:nvSpPr>
      <dsp:spPr bwMode="white">
        <a:xfrm>
          <a:off x="2893491" y="387839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2893491" y="3878398"/>
        <a:ext cx="1597251" cy="324576"/>
      </dsp:txXfrm>
    </dsp:sp>
    <dsp:sp modelId="{5BD2E31C-EF17-B74E-9AF1-6EA8AE72BB17}">
      <dsp:nvSpPr>
        <dsp:cNvPr id="23" name="Freeform 22"/>
        <dsp:cNvSpPr/>
      </dsp:nvSpPr>
      <dsp:spPr bwMode="white">
        <a:xfrm>
          <a:off x="2747559" y="460547"/>
          <a:ext cx="145933" cy="3985859"/>
        </a:xfrm>
        <a:custGeom>
          <a:avLst/>
          <a:gdLst/>
          <a:ahLst/>
          <a:cxnLst/>
          <a:pathLst>
            <a:path w="230" h="6277">
              <a:moveTo>
                <a:pt x="0" y="0"/>
              </a:moveTo>
              <a:lnTo>
                <a:pt x="0" y="6277"/>
              </a:lnTo>
              <a:lnTo>
                <a:pt x="230" y="6277"/>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3985859"/>
      </dsp:txXfrm>
    </dsp:sp>
    <dsp:sp modelId="{40142824-BC79-9646-A094-EFF1AF3B4394}">
      <dsp:nvSpPr>
        <dsp:cNvPr id="24" name="Rounded Rectangle 23"/>
        <dsp:cNvSpPr/>
      </dsp:nvSpPr>
      <dsp:spPr bwMode="white">
        <a:xfrm>
          <a:off x="2893491" y="428411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2893491" y="4284118"/>
        <a:ext cx="1597251" cy="324576"/>
      </dsp:txXfrm>
    </dsp:sp>
    <dsp:sp modelId="{36D45499-D2B4-1946-AE8C-6B98412B9EDF}">
      <dsp:nvSpPr>
        <dsp:cNvPr id="25" name="Freeform 24"/>
        <dsp:cNvSpPr/>
      </dsp:nvSpPr>
      <dsp:spPr bwMode="white">
        <a:xfrm>
          <a:off x="2747559" y="460547"/>
          <a:ext cx="145933" cy="4391579"/>
        </a:xfrm>
        <a:custGeom>
          <a:avLst/>
          <a:gdLst/>
          <a:ahLst/>
          <a:cxnLst/>
          <a:pathLst>
            <a:path w="230" h="6916">
              <a:moveTo>
                <a:pt x="0" y="0"/>
              </a:moveTo>
              <a:lnTo>
                <a:pt x="0" y="6916"/>
              </a:lnTo>
              <a:lnTo>
                <a:pt x="230" y="6916"/>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4391579"/>
      </dsp:txXfrm>
    </dsp:sp>
    <dsp:sp modelId="{E3D396F6-AB7D-4240-BEEE-5BAF826AF446}">
      <dsp:nvSpPr>
        <dsp:cNvPr id="26" name="Rounded Rectangle 25"/>
        <dsp:cNvSpPr/>
      </dsp:nvSpPr>
      <dsp:spPr bwMode="white">
        <a:xfrm>
          <a:off x="2893491" y="468983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SOFTWARE PLATFORMS, DEVELOPMENT, ENVIRONMENTS &amp; TOOLS</a:t>
          </a:r>
          <a:endParaRPr>
            <a:solidFill>
              <a:schemeClr val="dk1"/>
            </a:solidFill>
          </a:endParaRPr>
        </a:p>
      </dsp:txBody>
      <dsp:txXfrm>
        <a:off x="2893491" y="4689838"/>
        <a:ext cx="1597251" cy="324576"/>
      </dsp:txXfrm>
    </dsp:sp>
    <dsp:sp modelId="{37BA8E79-58B3-8442-8A6C-D6C51892D14D}">
      <dsp:nvSpPr>
        <dsp:cNvPr id="27" name="Freeform 26"/>
        <dsp:cNvSpPr/>
      </dsp:nvSpPr>
      <dsp:spPr bwMode="white">
        <a:xfrm>
          <a:off x="2747559" y="460547"/>
          <a:ext cx="145933" cy="4797299"/>
        </a:xfrm>
        <a:custGeom>
          <a:avLst/>
          <a:gdLst/>
          <a:ahLst/>
          <a:cxnLst/>
          <a:pathLst>
            <a:path w="230" h="7555">
              <a:moveTo>
                <a:pt x="0" y="0"/>
              </a:moveTo>
              <a:lnTo>
                <a:pt x="0" y="7555"/>
              </a:lnTo>
              <a:lnTo>
                <a:pt x="230" y="7555"/>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4797299"/>
      </dsp:txXfrm>
    </dsp:sp>
    <dsp:sp modelId="{98BFB16D-611A-E340-824C-7A8C7562F773}">
      <dsp:nvSpPr>
        <dsp:cNvPr id="28" name="Rounded Rectangle 27"/>
        <dsp:cNvSpPr/>
      </dsp:nvSpPr>
      <dsp:spPr bwMode="white">
        <a:xfrm>
          <a:off x="2893491" y="509555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2893491" y="5095558"/>
        <a:ext cx="1597251" cy="324576"/>
      </dsp:txXfrm>
    </dsp:sp>
    <dsp:sp modelId="{15922EA5-EB18-DA4B-A32F-42BD06F940E7}">
      <dsp:nvSpPr>
        <dsp:cNvPr id="29" name="Freeform 28"/>
        <dsp:cNvSpPr/>
      </dsp:nvSpPr>
      <dsp:spPr bwMode="white">
        <a:xfrm>
          <a:off x="2747559" y="460547"/>
          <a:ext cx="145933" cy="5203018"/>
        </a:xfrm>
        <a:custGeom>
          <a:avLst/>
          <a:gdLst/>
          <a:ahLst/>
          <a:cxnLst/>
          <a:pathLst>
            <a:path w="230" h="8194">
              <a:moveTo>
                <a:pt x="0" y="0"/>
              </a:moveTo>
              <a:lnTo>
                <a:pt x="0" y="8194"/>
              </a:lnTo>
              <a:lnTo>
                <a:pt x="230" y="8194"/>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5203018"/>
      </dsp:txXfrm>
    </dsp:sp>
    <dsp:sp modelId="{BC372FAA-11B5-5642-9E5B-C9DAC4753B57}">
      <dsp:nvSpPr>
        <dsp:cNvPr id="30" name="Rounded Rectangle 29"/>
        <dsp:cNvSpPr/>
      </dsp:nvSpPr>
      <dsp:spPr bwMode="white">
        <a:xfrm>
          <a:off x="2893491" y="5501277"/>
          <a:ext cx="158490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2893491" y="5501277"/>
        <a:ext cx="1584901" cy="324576"/>
      </dsp:txXfrm>
    </dsp:sp>
    <dsp:sp modelId="{0C9E170C-52D9-3745-8562-90986B2BE394}">
      <dsp:nvSpPr>
        <dsp:cNvPr id="31" name="Freeform 30"/>
        <dsp:cNvSpPr/>
      </dsp:nvSpPr>
      <dsp:spPr bwMode="white">
        <a:xfrm>
          <a:off x="2747559" y="460547"/>
          <a:ext cx="145933" cy="5608738"/>
        </a:xfrm>
        <a:custGeom>
          <a:avLst/>
          <a:gdLst/>
          <a:ahLst/>
          <a:cxnLst/>
          <a:pathLst>
            <a:path w="230" h="8833">
              <a:moveTo>
                <a:pt x="0" y="0"/>
              </a:moveTo>
              <a:lnTo>
                <a:pt x="0" y="8833"/>
              </a:lnTo>
              <a:lnTo>
                <a:pt x="230" y="8833"/>
              </a:lnTo>
            </a:path>
          </a:pathLst>
        </a:custGeom>
      </dsp:spPr>
      <dsp:style>
        <a:lnRef idx="2">
          <a:schemeClr val="accent1">
            <a:shade val="60000"/>
          </a:schemeClr>
        </a:lnRef>
        <a:fillRef idx="0">
          <a:schemeClr val="accent1"/>
        </a:fillRef>
        <a:effectRef idx="0">
          <a:scrgbClr r="0" g="0" b="0"/>
        </a:effectRef>
        <a:fontRef idx="minor"/>
      </dsp:style>
      <dsp:txXfrm>
        <a:off x="2747559" y="460547"/>
        <a:ext cx="145933" cy="5608738"/>
      </dsp:txXfrm>
    </dsp:sp>
    <dsp:sp modelId="{5AC13851-0814-9C4F-91E8-BF261D4F9227}">
      <dsp:nvSpPr>
        <dsp:cNvPr id="32" name="Rounded Rectangle 31"/>
        <dsp:cNvSpPr/>
      </dsp:nvSpPr>
      <dsp:spPr bwMode="white">
        <a:xfrm>
          <a:off x="2893491" y="5906997"/>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2893491" y="5906997"/>
        <a:ext cx="1597251" cy="324576"/>
      </dsp:txXfrm>
    </dsp:sp>
    <dsp:sp modelId="{0D9E6DF1-CBA9-3D43-8108-EE3B50B3C44A}">
      <dsp:nvSpPr>
        <dsp:cNvPr id="4" name="Rounded Rectangle 3" hidden="1"/>
        <dsp:cNvSpPr/>
      </dsp:nvSpPr>
      <dsp:spPr>
        <a:xfrm>
          <a:off x="2539081" y="42341"/>
          <a:ext cx="416957" cy="418206"/>
        </a:xfrm>
        <a:prstGeom prst="roundRect">
          <a:avLst>
            <a:gd name="adj" fmla="val 10000"/>
          </a:avLst>
        </a:prstGeom>
      </dsp:spPr>
      <dsp:txXfrm>
        <a:off x="2539081" y="42341"/>
        <a:ext cx="416957" cy="418206"/>
      </dsp:txXfrm>
    </dsp:sp>
  </dsp:spTree>
</dsp:drawing>
</file>

<file path=ppt/diagrams/drawing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870432" y="41454"/>
          <a:ext cx="1998402" cy="409448"/>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870432" y="41454"/>
        <a:ext cx="1998402" cy="409448"/>
      </dsp:txXfrm>
    </dsp:sp>
    <dsp:sp modelId="{D10FB301-27F4-164E-A00D-1345554A7B00}">
      <dsp:nvSpPr>
        <dsp:cNvPr id="5" name="Freeform 4"/>
        <dsp:cNvSpPr/>
      </dsp:nvSpPr>
      <dsp:spPr bwMode="white">
        <a:xfrm>
          <a:off x="3070273" y="450903"/>
          <a:ext cx="138604" cy="196880"/>
        </a:xfrm>
        <a:custGeom>
          <a:avLst/>
          <a:gdLst/>
          <a:ahLst/>
          <a:cxnLst/>
          <a:pathLst>
            <a:path w="218" h="310">
              <a:moveTo>
                <a:pt x="0" y="0"/>
              </a:moveTo>
              <a:lnTo>
                <a:pt x="0" y="310"/>
              </a:lnTo>
              <a:lnTo>
                <a:pt x="218" y="310"/>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196880"/>
      </dsp:txXfrm>
    </dsp:sp>
    <dsp:sp modelId="{936E48F7-4236-FE40-9E07-91D8FBF1635C}">
      <dsp:nvSpPr>
        <dsp:cNvPr id="6" name="Rounded Rectangle 5"/>
        <dsp:cNvSpPr/>
      </dsp:nvSpPr>
      <dsp:spPr bwMode="white">
        <a:xfrm>
          <a:off x="3208877" y="488893"/>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DESIGN</a:t>
          </a:r>
          <a:endParaRPr>
            <a:solidFill>
              <a:schemeClr val="dk1"/>
            </a:solidFill>
          </a:endParaRPr>
        </a:p>
      </dsp:txBody>
      <dsp:txXfrm>
        <a:off x="3208877" y="488893"/>
        <a:ext cx="1563802" cy="317779"/>
      </dsp:txXfrm>
    </dsp:sp>
    <dsp:sp modelId="{C6AC6921-7A0A-9540-9E44-EF7CCAD89CEE}">
      <dsp:nvSpPr>
        <dsp:cNvPr id="7" name="Freeform 6"/>
        <dsp:cNvSpPr/>
      </dsp:nvSpPr>
      <dsp:spPr bwMode="white">
        <a:xfrm>
          <a:off x="3070273" y="450903"/>
          <a:ext cx="138604" cy="659353"/>
        </a:xfrm>
        <a:custGeom>
          <a:avLst/>
          <a:gdLst/>
          <a:ahLst/>
          <a:cxnLst/>
          <a:pathLst>
            <a:path w="218" h="1038">
              <a:moveTo>
                <a:pt x="0" y="0"/>
              </a:moveTo>
              <a:lnTo>
                <a:pt x="0" y="1038"/>
              </a:lnTo>
              <a:lnTo>
                <a:pt x="218" y="1038"/>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659353"/>
      </dsp:txXfrm>
    </dsp:sp>
    <dsp:sp modelId="{E7BEC4F7-5471-544A-8605-21C787C39A7D}">
      <dsp:nvSpPr>
        <dsp:cNvPr id="8" name="Rounded Rectangle 7"/>
        <dsp:cNvSpPr/>
      </dsp:nvSpPr>
      <dsp:spPr bwMode="white">
        <a:xfrm>
          <a:off x="3208877" y="886116"/>
          <a:ext cx="1566079" cy="4482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tx1"/>
              </a:solidFill>
            </a:rPr>
            <a:t>SOFTWARE DEVELOPMENT LIFE CYCLE</a:t>
          </a:r>
          <a:endParaRPr lang="en-US" sz="1000" dirty="0">
            <a:solidFill>
              <a:schemeClr val="tx1"/>
            </a:solidFill>
          </a:endParaRPr>
        </a:p>
      </dsp:txBody>
      <dsp:txXfrm>
        <a:off x="3208877" y="886116"/>
        <a:ext cx="1566079" cy="448278"/>
      </dsp:txXfrm>
    </dsp:sp>
    <dsp:sp modelId="{40ED545D-287D-C141-885D-E246B5E4F0AC}">
      <dsp:nvSpPr>
        <dsp:cNvPr id="9" name="Freeform 8"/>
        <dsp:cNvSpPr/>
      </dsp:nvSpPr>
      <dsp:spPr bwMode="white">
        <a:xfrm>
          <a:off x="3070273" y="450903"/>
          <a:ext cx="138604" cy="1187075"/>
        </a:xfrm>
        <a:custGeom>
          <a:avLst/>
          <a:gdLst/>
          <a:ahLst/>
          <a:cxnLst/>
          <a:pathLst>
            <a:path w="218" h="1869">
              <a:moveTo>
                <a:pt x="0" y="0"/>
              </a:moveTo>
              <a:lnTo>
                <a:pt x="0" y="1869"/>
              </a:lnTo>
              <a:lnTo>
                <a:pt x="218" y="1869"/>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1187075"/>
      </dsp:txXfrm>
    </dsp:sp>
    <dsp:sp modelId="{361E30B0-32E3-6C49-9085-B0FC7F923612}">
      <dsp:nvSpPr>
        <dsp:cNvPr id="10" name="Rounded Rectangle 9"/>
        <dsp:cNvSpPr/>
      </dsp:nvSpPr>
      <dsp:spPr bwMode="white">
        <a:xfrm>
          <a:off x="3208877" y="1413839"/>
          <a:ext cx="2574882" cy="4482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2384" tIns="21590" rIns="32384" bIns="215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700" b="1" dirty="0">
              <a:solidFill>
                <a:srgbClr val="C00000"/>
              </a:solidFill>
            </a:rPr>
            <a:t>SYSTEM ARCHITECTURE</a:t>
          </a:r>
          <a:endParaRPr lang="en-PH" sz="1700" b="1" dirty="0">
            <a:solidFill>
              <a:srgbClr val="C00000"/>
            </a:solidFill>
          </a:endParaRPr>
        </a:p>
      </dsp:txBody>
      <dsp:txXfrm>
        <a:off x="3208877" y="1413839"/>
        <a:ext cx="2574882" cy="448278"/>
      </dsp:txXfrm>
    </dsp:sp>
    <dsp:sp modelId="{E873D76C-09CF-424C-9E74-0D4C629DCF7F}">
      <dsp:nvSpPr>
        <dsp:cNvPr id="11" name="Freeform 10"/>
        <dsp:cNvSpPr/>
      </dsp:nvSpPr>
      <dsp:spPr bwMode="white">
        <a:xfrm>
          <a:off x="3070273" y="450903"/>
          <a:ext cx="138604" cy="1649548"/>
        </a:xfrm>
        <a:custGeom>
          <a:avLst/>
          <a:gdLst/>
          <a:ahLst/>
          <a:cxnLst/>
          <a:pathLst>
            <a:path w="218" h="2598">
              <a:moveTo>
                <a:pt x="0" y="0"/>
              </a:moveTo>
              <a:lnTo>
                <a:pt x="0" y="2598"/>
              </a:lnTo>
              <a:lnTo>
                <a:pt x="218" y="2598"/>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1649548"/>
      </dsp:txXfrm>
    </dsp:sp>
    <dsp:sp modelId="{6F6A0005-787B-1C45-A03F-70E37E49EC8C}">
      <dsp:nvSpPr>
        <dsp:cNvPr id="12" name="Rounded Rectangle 11"/>
        <dsp:cNvSpPr/>
      </dsp:nvSpPr>
      <dsp:spPr bwMode="white">
        <a:xfrm>
          <a:off x="3208877" y="1941561"/>
          <a:ext cx="155453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CONCEPTUAL FRAMEWORK</a:t>
          </a:r>
          <a:endParaRPr>
            <a:solidFill>
              <a:schemeClr val="dk1"/>
            </a:solidFill>
          </a:endParaRPr>
        </a:p>
      </dsp:txBody>
      <dsp:txXfrm>
        <a:off x="3208877" y="1941561"/>
        <a:ext cx="1554538" cy="317779"/>
      </dsp:txXfrm>
    </dsp:sp>
    <dsp:sp modelId="{A194323D-DD89-0E4C-B485-DEC4CCF295A9}">
      <dsp:nvSpPr>
        <dsp:cNvPr id="13" name="Freeform 12"/>
        <dsp:cNvSpPr/>
      </dsp:nvSpPr>
      <dsp:spPr bwMode="white">
        <a:xfrm>
          <a:off x="3070273" y="450903"/>
          <a:ext cx="138604" cy="2046771"/>
        </a:xfrm>
        <a:custGeom>
          <a:avLst/>
          <a:gdLst/>
          <a:ahLst/>
          <a:cxnLst/>
          <a:pathLst>
            <a:path w="218" h="3223">
              <a:moveTo>
                <a:pt x="0" y="0"/>
              </a:moveTo>
              <a:lnTo>
                <a:pt x="0" y="3223"/>
              </a:lnTo>
              <a:lnTo>
                <a:pt x="218" y="3223"/>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2046771"/>
      </dsp:txXfrm>
    </dsp:sp>
    <dsp:sp modelId="{B5B4CEE5-9D4A-F74D-A560-0CCB1CE04F48}">
      <dsp:nvSpPr>
        <dsp:cNvPr id="14" name="Rounded Rectangle 13"/>
        <dsp:cNvSpPr/>
      </dsp:nvSpPr>
      <dsp:spPr bwMode="white">
        <a:xfrm>
          <a:off x="3208877" y="2338784"/>
          <a:ext cx="154070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a:t>
          </a:r>
          <a:endParaRPr lang="en-US" sz="1000" b="1" dirty="0">
            <a:solidFill>
              <a:schemeClr val="dk1"/>
            </a:solidFill>
          </a:endParaRPr>
        </a:p>
        <a:p>
          <a:pPr lvl="0">
            <a:lnSpc>
              <a:spcPct val="100000"/>
            </a:lnSpc>
            <a:spcBef>
              <a:spcPct val="0"/>
            </a:spcBef>
            <a:spcAft>
              <a:spcPct val="35000"/>
            </a:spcAft>
          </a:pPr>
          <a:r>
            <a:rPr lang="en-US" sz="1000" b="1" dirty="0">
              <a:solidFill>
                <a:schemeClr val="dk1"/>
              </a:solidFill>
            </a:rPr>
            <a:t>FRAMEWORK USED</a:t>
          </a:r>
          <a:endParaRPr>
            <a:solidFill>
              <a:schemeClr val="dk1"/>
            </a:solidFill>
          </a:endParaRPr>
        </a:p>
      </dsp:txBody>
      <dsp:txXfrm>
        <a:off x="3208877" y="2338784"/>
        <a:ext cx="1540708" cy="317779"/>
      </dsp:txXfrm>
    </dsp:sp>
    <dsp:sp modelId="{2838E421-DC3C-DB4A-AAA9-C5929E2FFA0E}">
      <dsp:nvSpPr>
        <dsp:cNvPr id="15" name="Freeform 14"/>
        <dsp:cNvSpPr/>
      </dsp:nvSpPr>
      <dsp:spPr bwMode="white">
        <a:xfrm>
          <a:off x="3070273" y="450903"/>
          <a:ext cx="138604" cy="2443994"/>
        </a:xfrm>
        <a:custGeom>
          <a:avLst/>
          <a:gdLst/>
          <a:ahLst/>
          <a:cxnLst/>
          <a:pathLst>
            <a:path w="218" h="3849">
              <a:moveTo>
                <a:pt x="0" y="0"/>
              </a:moveTo>
              <a:lnTo>
                <a:pt x="0" y="3849"/>
              </a:lnTo>
              <a:lnTo>
                <a:pt x="218" y="3849"/>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2443994"/>
      </dsp:txXfrm>
    </dsp:sp>
    <dsp:sp modelId="{2EB9F51F-249C-1E40-B345-EB281620FE54}">
      <dsp:nvSpPr>
        <dsp:cNvPr id="16" name="Rounded Rectangle 15"/>
        <dsp:cNvSpPr/>
      </dsp:nvSpPr>
      <dsp:spPr bwMode="white">
        <a:xfrm>
          <a:off x="3208877" y="2736008"/>
          <a:ext cx="155453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08877" y="2736008"/>
        <a:ext cx="1554538" cy="317779"/>
      </dsp:txXfrm>
    </dsp:sp>
    <dsp:sp modelId="{FE8608DA-4859-7E4A-9915-DA066A35B943}">
      <dsp:nvSpPr>
        <dsp:cNvPr id="17" name="Freeform 16"/>
        <dsp:cNvSpPr/>
      </dsp:nvSpPr>
      <dsp:spPr bwMode="white">
        <a:xfrm>
          <a:off x="3070273" y="450903"/>
          <a:ext cx="138604" cy="2841218"/>
        </a:xfrm>
        <a:custGeom>
          <a:avLst/>
          <a:gdLst/>
          <a:ahLst/>
          <a:cxnLst/>
          <a:pathLst>
            <a:path w="218" h="4474">
              <a:moveTo>
                <a:pt x="0" y="0"/>
              </a:moveTo>
              <a:lnTo>
                <a:pt x="0" y="4474"/>
              </a:lnTo>
              <a:lnTo>
                <a:pt x="218" y="4474"/>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2841218"/>
      </dsp:txXfrm>
    </dsp:sp>
    <dsp:sp modelId="{E40DC363-CA37-C04B-98FF-1087B7C73918}">
      <dsp:nvSpPr>
        <dsp:cNvPr id="18" name="Rounded Rectangle 17"/>
        <dsp:cNvSpPr/>
      </dsp:nvSpPr>
      <dsp:spPr bwMode="white">
        <a:xfrm>
          <a:off x="3208877" y="3133231"/>
          <a:ext cx="155453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208877" y="3133231"/>
        <a:ext cx="1554538" cy="317779"/>
      </dsp:txXfrm>
    </dsp:sp>
    <dsp:sp modelId="{A216BE8C-F0E1-B449-89B2-B155F89FBF9D}">
      <dsp:nvSpPr>
        <dsp:cNvPr id="19" name="Freeform 18"/>
        <dsp:cNvSpPr/>
      </dsp:nvSpPr>
      <dsp:spPr bwMode="white">
        <a:xfrm>
          <a:off x="3070273" y="450903"/>
          <a:ext cx="138604" cy="3238441"/>
        </a:xfrm>
        <a:custGeom>
          <a:avLst/>
          <a:gdLst/>
          <a:ahLst/>
          <a:cxnLst/>
          <a:pathLst>
            <a:path w="218" h="5100">
              <a:moveTo>
                <a:pt x="0" y="0"/>
              </a:moveTo>
              <a:lnTo>
                <a:pt x="0" y="5100"/>
              </a:lnTo>
              <a:lnTo>
                <a:pt x="218" y="5100"/>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3238441"/>
      </dsp:txXfrm>
    </dsp:sp>
    <dsp:sp modelId="{186A85C1-A331-174B-A478-88A611080762}">
      <dsp:nvSpPr>
        <dsp:cNvPr id="20" name="Rounded Rectangle 19"/>
        <dsp:cNvSpPr/>
      </dsp:nvSpPr>
      <dsp:spPr bwMode="white">
        <a:xfrm>
          <a:off x="3208877" y="3530454"/>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208877" y="3530454"/>
        <a:ext cx="1563802" cy="317779"/>
      </dsp:txXfrm>
    </dsp:sp>
    <dsp:sp modelId="{31C223A4-2AA4-9540-BBFD-8028CC4047EC}">
      <dsp:nvSpPr>
        <dsp:cNvPr id="21" name="Freeform 20"/>
        <dsp:cNvSpPr/>
      </dsp:nvSpPr>
      <dsp:spPr bwMode="white">
        <a:xfrm>
          <a:off x="3070273" y="450903"/>
          <a:ext cx="138604" cy="3635664"/>
        </a:xfrm>
        <a:custGeom>
          <a:avLst/>
          <a:gdLst/>
          <a:ahLst/>
          <a:cxnLst/>
          <a:pathLst>
            <a:path w="218" h="5725">
              <a:moveTo>
                <a:pt x="0" y="0"/>
              </a:moveTo>
              <a:lnTo>
                <a:pt x="0" y="5725"/>
              </a:lnTo>
              <a:lnTo>
                <a:pt x="218" y="5725"/>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3635664"/>
      </dsp:txXfrm>
    </dsp:sp>
    <dsp:sp modelId="{77760F1F-C97C-8145-9E80-32158E95C9BC}">
      <dsp:nvSpPr>
        <dsp:cNvPr id="22" name="Rounded Rectangle 21"/>
        <dsp:cNvSpPr/>
      </dsp:nvSpPr>
      <dsp:spPr bwMode="white">
        <a:xfrm>
          <a:off x="3208877" y="3927678"/>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08877" y="3927678"/>
        <a:ext cx="1563802" cy="317779"/>
      </dsp:txXfrm>
    </dsp:sp>
    <dsp:sp modelId="{5BD2E31C-EF17-B74E-9AF1-6EA8AE72BB17}">
      <dsp:nvSpPr>
        <dsp:cNvPr id="23" name="Freeform 22"/>
        <dsp:cNvSpPr/>
      </dsp:nvSpPr>
      <dsp:spPr bwMode="white">
        <a:xfrm>
          <a:off x="3070273" y="450903"/>
          <a:ext cx="138604" cy="4032888"/>
        </a:xfrm>
        <a:custGeom>
          <a:avLst/>
          <a:gdLst/>
          <a:ahLst/>
          <a:cxnLst/>
          <a:pathLst>
            <a:path w="218" h="6351">
              <a:moveTo>
                <a:pt x="0" y="0"/>
              </a:moveTo>
              <a:lnTo>
                <a:pt x="0" y="6351"/>
              </a:lnTo>
              <a:lnTo>
                <a:pt x="218" y="6351"/>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4032888"/>
      </dsp:txXfrm>
    </dsp:sp>
    <dsp:sp modelId="{40142824-BC79-9646-A094-EFF1AF3B4394}">
      <dsp:nvSpPr>
        <dsp:cNvPr id="24" name="Rounded Rectangle 23"/>
        <dsp:cNvSpPr/>
      </dsp:nvSpPr>
      <dsp:spPr bwMode="white">
        <a:xfrm>
          <a:off x="3208877" y="4324901"/>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3208877" y="4324901"/>
        <a:ext cx="1563802" cy="317779"/>
      </dsp:txXfrm>
    </dsp:sp>
    <dsp:sp modelId="{36D45499-D2B4-1946-AE8C-6B98412B9EDF}">
      <dsp:nvSpPr>
        <dsp:cNvPr id="25" name="Freeform 24"/>
        <dsp:cNvSpPr/>
      </dsp:nvSpPr>
      <dsp:spPr bwMode="white">
        <a:xfrm>
          <a:off x="3070273" y="450903"/>
          <a:ext cx="138604" cy="4430111"/>
        </a:xfrm>
        <a:custGeom>
          <a:avLst/>
          <a:gdLst/>
          <a:ahLst/>
          <a:cxnLst/>
          <a:pathLst>
            <a:path w="218" h="6977">
              <a:moveTo>
                <a:pt x="0" y="0"/>
              </a:moveTo>
              <a:lnTo>
                <a:pt x="0" y="6977"/>
              </a:lnTo>
              <a:lnTo>
                <a:pt x="218" y="6977"/>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4430111"/>
      </dsp:txXfrm>
    </dsp:sp>
    <dsp:sp modelId="{E3D396F6-AB7D-4240-BEEE-5BAF826AF446}">
      <dsp:nvSpPr>
        <dsp:cNvPr id="26" name="Rounded Rectangle 25"/>
        <dsp:cNvSpPr/>
      </dsp:nvSpPr>
      <dsp:spPr bwMode="white">
        <a:xfrm>
          <a:off x="3208877" y="4722124"/>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SOFTWARE PLATFORMS, DEVELOPMENT, ENVIRONMENTS &amp; TOOLS</a:t>
          </a:r>
          <a:endParaRPr>
            <a:solidFill>
              <a:schemeClr val="dk1"/>
            </a:solidFill>
          </a:endParaRPr>
        </a:p>
      </dsp:txBody>
      <dsp:txXfrm>
        <a:off x="3208877" y="4722124"/>
        <a:ext cx="1563802" cy="317779"/>
      </dsp:txXfrm>
    </dsp:sp>
    <dsp:sp modelId="{37BA8E79-58B3-8442-8A6C-D6C51892D14D}">
      <dsp:nvSpPr>
        <dsp:cNvPr id="27" name="Freeform 26"/>
        <dsp:cNvSpPr/>
      </dsp:nvSpPr>
      <dsp:spPr bwMode="white">
        <a:xfrm>
          <a:off x="3070273" y="450903"/>
          <a:ext cx="138604" cy="4827334"/>
        </a:xfrm>
        <a:custGeom>
          <a:avLst/>
          <a:gdLst/>
          <a:ahLst/>
          <a:cxnLst/>
          <a:pathLst>
            <a:path w="218" h="7602">
              <a:moveTo>
                <a:pt x="0" y="0"/>
              </a:moveTo>
              <a:lnTo>
                <a:pt x="0" y="7602"/>
              </a:lnTo>
              <a:lnTo>
                <a:pt x="218" y="7602"/>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4827334"/>
      </dsp:txXfrm>
    </dsp:sp>
    <dsp:sp modelId="{98BFB16D-611A-E340-824C-7A8C7562F773}">
      <dsp:nvSpPr>
        <dsp:cNvPr id="28" name="Rounded Rectangle 27"/>
        <dsp:cNvSpPr/>
      </dsp:nvSpPr>
      <dsp:spPr bwMode="white">
        <a:xfrm>
          <a:off x="3208877" y="5119348"/>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208877" y="5119348"/>
        <a:ext cx="1563802" cy="317779"/>
      </dsp:txXfrm>
    </dsp:sp>
    <dsp:sp modelId="{512C5ACD-9AD2-6D40-BCE8-1F4730176F87}">
      <dsp:nvSpPr>
        <dsp:cNvPr id="29" name="Freeform 28"/>
        <dsp:cNvSpPr/>
      </dsp:nvSpPr>
      <dsp:spPr bwMode="white">
        <a:xfrm>
          <a:off x="3070273" y="450903"/>
          <a:ext cx="138604" cy="5224558"/>
        </a:xfrm>
        <a:custGeom>
          <a:avLst/>
          <a:gdLst/>
          <a:ahLst/>
          <a:cxnLst/>
          <a:pathLst>
            <a:path w="218" h="8228">
              <a:moveTo>
                <a:pt x="0" y="0"/>
              </a:moveTo>
              <a:lnTo>
                <a:pt x="0" y="8228"/>
              </a:lnTo>
              <a:lnTo>
                <a:pt x="218" y="8228"/>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5224558"/>
      </dsp:txXfrm>
    </dsp:sp>
    <dsp:sp modelId="{053FA272-89C6-AA49-BB4C-932A0964EB0E}">
      <dsp:nvSpPr>
        <dsp:cNvPr id="30" name="Rounded Rectangle 29"/>
        <dsp:cNvSpPr/>
      </dsp:nvSpPr>
      <dsp:spPr bwMode="white">
        <a:xfrm>
          <a:off x="3208877" y="5516571"/>
          <a:ext cx="1562200"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208877" y="5516571"/>
        <a:ext cx="1562200" cy="317779"/>
      </dsp:txXfrm>
    </dsp:sp>
    <dsp:sp modelId="{0C9E170C-52D9-3745-8562-90986B2BE394}">
      <dsp:nvSpPr>
        <dsp:cNvPr id="31" name="Freeform 30"/>
        <dsp:cNvSpPr/>
      </dsp:nvSpPr>
      <dsp:spPr bwMode="white">
        <a:xfrm>
          <a:off x="3070273" y="450903"/>
          <a:ext cx="138604" cy="5621781"/>
        </a:xfrm>
        <a:custGeom>
          <a:avLst/>
          <a:gdLst/>
          <a:ahLst/>
          <a:cxnLst/>
          <a:pathLst>
            <a:path w="218" h="8853">
              <a:moveTo>
                <a:pt x="0" y="0"/>
              </a:moveTo>
              <a:lnTo>
                <a:pt x="0" y="8853"/>
              </a:lnTo>
              <a:lnTo>
                <a:pt x="218" y="8853"/>
              </a:lnTo>
            </a:path>
          </a:pathLst>
        </a:custGeom>
      </dsp:spPr>
      <dsp:style>
        <a:lnRef idx="2">
          <a:schemeClr val="accent1">
            <a:shade val="60000"/>
          </a:schemeClr>
        </a:lnRef>
        <a:fillRef idx="0">
          <a:schemeClr val="accent1"/>
        </a:fillRef>
        <a:effectRef idx="0">
          <a:scrgbClr r="0" g="0" b="0"/>
        </a:effectRef>
        <a:fontRef idx="minor"/>
      </dsp:style>
      <dsp:txXfrm>
        <a:off x="3070273" y="450903"/>
        <a:ext cx="138604" cy="5621781"/>
      </dsp:txXfrm>
    </dsp:sp>
    <dsp:sp modelId="{5AC13851-0814-9C4F-91E8-BF261D4F9227}">
      <dsp:nvSpPr>
        <dsp:cNvPr id="32" name="Rounded Rectangle 31"/>
        <dsp:cNvSpPr/>
      </dsp:nvSpPr>
      <dsp:spPr bwMode="white">
        <a:xfrm>
          <a:off x="3208877" y="5913794"/>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08877" y="5913794"/>
        <a:ext cx="1563802" cy="317779"/>
      </dsp:txXfrm>
    </dsp:sp>
    <dsp:sp modelId="{0D9E6DF1-CBA9-3D43-8108-EE3B50B3C44A}">
      <dsp:nvSpPr>
        <dsp:cNvPr id="4" name="Rounded Rectangle 3" hidden="1"/>
        <dsp:cNvSpPr/>
      </dsp:nvSpPr>
      <dsp:spPr>
        <a:xfrm>
          <a:off x="2870432" y="41454"/>
          <a:ext cx="399680" cy="409448"/>
        </a:xfrm>
        <a:prstGeom prst="roundRect">
          <a:avLst>
            <a:gd name="adj" fmla="val 10000"/>
          </a:avLst>
        </a:prstGeom>
      </dsp:spPr>
      <dsp:txXfrm>
        <a:off x="2870432" y="41454"/>
        <a:ext cx="399680" cy="409448"/>
      </dsp:txXfrm>
    </dsp:sp>
  </dsp:spTree>
</dsp:drawing>
</file>

<file path=ppt/diagrams/drawing1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729987" y="41454"/>
          <a:ext cx="1998402" cy="409448"/>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29987" y="41454"/>
        <a:ext cx="1998402" cy="409448"/>
      </dsp:txXfrm>
    </dsp:sp>
    <dsp:sp modelId="{D10FB301-27F4-164E-A00D-1345554A7B00}">
      <dsp:nvSpPr>
        <dsp:cNvPr id="5" name="Freeform 4"/>
        <dsp:cNvSpPr/>
      </dsp:nvSpPr>
      <dsp:spPr bwMode="white">
        <a:xfrm>
          <a:off x="2929827" y="450903"/>
          <a:ext cx="138604" cy="196880"/>
        </a:xfrm>
        <a:custGeom>
          <a:avLst/>
          <a:gdLst/>
          <a:ahLst/>
          <a:cxnLst/>
          <a:pathLst>
            <a:path w="218" h="310">
              <a:moveTo>
                <a:pt x="0" y="0"/>
              </a:moveTo>
              <a:lnTo>
                <a:pt x="0" y="310"/>
              </a:lnTo>
              <a:lnTo>
                <a:pt x="218" y="310"/>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196880"/>
      </dsp:txXfrm>
    </dsp:sp>
    <dsp:sp modelId="{936E48F7-4236-FE40-9E07-91D8FBF1635C}">
      <dsp:nvSpPr>
        <dsp:cNvPr id="6" name="Rounded Rectangle 5"/>
        <dsp:cNvSpPr/>
      </dsp:nvSpPr>
      <dsp:spPr bwMode="white">
        <a:xfrm>
          <a:off x="3068431" y="488893"/>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DESIGN</a:t>
          </a:r>
          <a:endParaRPr>
            <a:solidFill>
              <a:schemeClr val="dk1"/>
            </a:solidFill>
          </a:endParaRPr>
        </a:p>
      </dsp:txBody>
      <dsp:txXfrm>
        <a:off x="3068431" y="488893"/>
        <a:ext cx="1563802" cy="317779"/>
      </dsp:txXfrm>
    </dsp:sp>
    <dsp:sp modelId="{C6AC6921-7A0A-9540-9E44-EF7CCAD89CEE}">
      <dsp:nvSpPr>
        <dsp:cNvPr id="7" name="Freeform 6"/>
        <dsp:cNvSpPr/>
      </dsp:nvSpPr>
      <dsp:spPr bwMode="white">
        <a:xfrm>
          <a:off x="2929827" y="450903"/>
          <a:ext cx="138604" cy="659353"/>
        </a:xfrm>
        <a:custGeom>
          <a:avLst/>
          <a:gdLst/>
          <a:ahLst/>
          <a:cxnLst/>
          <a:pathLst>
            <a:path w="218" h="1038">
              <a:moveTo>
                <a:pt x="0" y="0"/>
              </a:moveTo>
              <a:lnTo>
                <a:pt x="0" y="1038"/>
              </a:lnTo>
              <a:lnTo>
                <a:pt x="218" y="1038"/>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659353"/>
      </dsp:txXfrm>
    </dsp:sp>
    <dsp:sp modelId="{E7BEC4F7-5471-544A-8605-21C787C39A7D}">
      <dsp:nvSpPr>
        <dsp:cNvPr id="8" name="Rounded Rectangle 7"/>
        <dsp:cNvSpPr/>
      </dsp:nvSpPr>
      <dsp:spPr bwMode="white">
        <a:xfrm>
          <a:off x="3068431" y="886116"/>
          <a:ext cx="1566079" cy="4482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tx1"/>
              </a:solidFill>
            </a:rPr>
            <a:t>SOFTWARE DEVELOPMENT LIFE CYCLE</a:t>
          </a:r>
          <a:endParaRPr lang="en-US" sz="1000" dirty="0">
            <a:solidFill>
              <a:schemeClr val="tx1"/>
            </a:solidFill>
          </a:endParaRPr>
        </a:p>
      </dsp:txBody>
      <dsp:txXfrm>
        <a:off x="3068431" y="886116"/>
        <a:ext cx="1566079" cy="448278"/>
      </dsp:txXfrm>
    </dsp:sp>
    <dsp:sp modelId="{FCBD1F40-D127-4E4E-AD62-FD97BBCEA71A}">
      <dsp:nvSpPr>
        <dsp:cNvPr id="9" name="Freeform 8"/>
        <dsp:cNvSpPr/>
      </dsp:nvSpPr>
      <dsp:spPr bwMode="white">
        <a:xfrm>
          <a:off x="2929827" y="450903"/>
          <a:ext cx="138604" cy="1121825"/>
        </a:xfrm>
        <a:custGeom>
          <a:avLst/>
          <a:gdLst/>
          <a:ahLst/>
          <a:cxnLst/>
          <a:pathLst>
            <a:path w="218" h="1767">
              <a:moveTo>
                <a:pt x="0" y="0"/>
              </a:moveTo>
              <a:lnTo>
                <a:pt x="0" y="1767"/>
              </a:lnTo>
              <a:lnTo>
                <a:pt x="218" y="1767"/>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1121825"/>
      </dsp:txXfrm>
    </dsp:sp>
    <dsp:sp modelId="{18AA7A2C-A52D-D54D-BBAD-07076C905FEF}">
      <dsp:nvSpPr>
        <dsp:cNvPr id="10" name="Rounded Rectangle 9"/>
        <dsp:cNvSpPr/>
      </dsp:nvSpPr>
      <dsp:spPr bwMode="white">
        <a:xfrm>
          <a:off x="3068431" y="1413839"/>
          <a:ext cx="153711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ARCHITECTURE</a:t>
          </a:r>
          <a:endParaRPr>
            <a:solidFill>
              <a:schemeClr val="dk1"/>
            </a:solidFill>
          </a:endParaRPr>
        </a:p>
      </dsp:txBody>
      <dsp:txXfrm>
        <a:off x="3068431" y="1413839"/>
        <a:ext cx="1537118" cy="317779"/>
      </dsp:txXfrm>
    </dsp:sp>
    <dsp:sp modelId="{40ED545D-287D-C141-885D-E246B5E4F0AC}">
      <dsp:nvSpPr>
        <dsp:cNvPr id="11" name="Freeform 10"/>
        <dsp:cNvSpPr/>
      </dsp:nvSpPr>
      <dsp:spPr bwMode="white">
        <a:xfrm>
          <a:off x="2929827" y="450903"/>
          <a:ext cx="138604" cy="1584298"/>
        </a:xfrm>
        <a:custGeom>
          <a:avLst/>
          <a:gdLst/>
          <a:ahLst/>
          <a:cxnLst/>
          <a:pathLst>
            <a:path w="218" h="2495">
              <a:moveTo>
                <a:pt x="0" y="0"/>
              </a:moveTo>
              <a:lnTo>
                <a:pt x="0" y="2495"/>
              </a:lnTo>
              <a:lnTo>
                <a:pt x="218" y="2495"/>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1584298"/>
      </dsp:txXfrm>
    </dsp:sp>
    <dsp:sp modelId="{361E30B0-32E3-6C49-9085-B0FC7F923612}">
      <dsp:nvSpPr>
        <dsp:cNvPr id="12" name="Rounded Rectangle 11"/>
        <dsp:cNvSpPr/>
      </dsp:nvSpPr>
      <dsp:spPr bwMode="white">
        <a:xfrm>
          <a:off x="3068431" y="1811062"/>
          <a:ext cx="2855773" cy="44827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2384" tIns="21590" rIns="32384" bIns="215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700" b="1" dirty="0">
              <a:solidFill>
                <a:srgbClr val="C00000"/>
              </a:solidFill>
            </a:rPr>
            <a:t>CONCEPTUAL FRAMEWORK</a:t>
          </a:r>
          <a:endParaRPr lang="en-PH" sz="1700" b="1" dirty="0">
            <a:solidFill>
              <a:srgbClr val="C00000"/>
            </a:solidFill>
          </a:endParaRPr>
        </a:p>
      </dsp:txBody>
      <dsp:txXfrm>
        <a:off x="3068431" y="1811062"/>
        <a:ext cx="2855773" cy="448278"/>
      </dsp:txXfrm>
    </dsp:sp>
    <dsp:sp modelId="{E873D76C-09CF-424C-9E74-0D4C629DCF7F}">
      <dsp:nvSpPr>
        <dsp:cNvPr id="13" name="Freeform 12"/>
        <dsp:cNvSpPr/>
      </dsp:nvSpPr>
      <dsp:spPr bwMode="white">
        <a:xfrm>
          <a:off x="2929827" y="450903"/>
          <a:ext cx="138604" cy="2046771"/>
        </a:xfrm>
        <a:custGeom>
          <a:avLst/>
          <a:gdLst/>
          <a:ahLst/>
          <a:cxnLst/>
          <a:pathLst>
            <a:path w="218" h="3223">
              <a:moveTo>
                <a:pt x="0" y="0"/>
              </a:moveTo>
              <a:lnTo>
                <a:pt x="0" y="3223"/>
              </a:lnTo>
              <a:lnTo>
                <a:pt x="218" y="3223"/>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2046771"/>
      </dsp:txXfrm>
    </dsp:sp>
    <dsp:sp modelId="{6F6A0005-787B-1C45-A03F-70E37E49EC8C}">
      <dsp:nvSpPr>
        <dsp:cNvPr id="14" name="Rounded Rectangle 13"/>
        <dsp:cNvSpPr/>
      </dsp:nvSpPr>
      <dsp:spPr bwMode="white">
        <a:xfrm>
          <a:off x="3068431" y="2338784"/>
          <a:ext cx="155453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a:t>
          </a:r>
          <a:endParaRPr lang="en-US" sz="1000" b="1" dirty="0">
            <a:solidFill>
              <a:schemeClr val="dk1"/>
            </a:solidFill>
          </a:endParaRPr>
        </a:p>
        <a:p>
          <a:pPr lvl="0">
            <a:lnSpc>
              <a:spcPct val="100000"/>
            </a:lnSpc>
            <a:spcBef>
              <a:spcPct val="0"/>
            </a:spcBef>
            <a:spcAft>
              <a:spcPct val="35000"/>
            </a:spcAft>
          </a:pPr>
          <a:r>
            <a:rPr lang="en-US" sz="1000" b="1" dirty="0">
              <a:solidFill>
                <a:schemeClr val="dk1"/>
              </a:solidFill>
            </a:rPr>
            <a:t>FRAMEWORK USED</a:t>
          </a:r>
          <a:endParaRPr>
            <a:solidFill>
              <a:schemeClr val="dk1"/>
            </a:solidFill>
          </a:endParaRPr>
        </a:p>
      </dsp:txBody>
      <dsp:txXfrm>
        <a:off x="3068431" y="2338784"/>
        <a:ext cx="1554538" cy="317779"/>
      </dsp:txXfrm>
    </dsp:sp>
    <dsp:sp modelId="{A194323D-DD89-0E4C-B485-DEC4CCF295A9}">
      <dsp:nvSpPr>
        <dsp:cNvPr id="15" name="Freeform 14"/>
        <dsp:cNvSpPr/>
      </dsp:nvSpPr>
      <dsp:spPr bwMode="white">
        <a:xfrm>
          <a:off x="2929827" y="450903"/>
          <a:ext cx="138604" cy="2443994"/>
        </a:xfrm>
        <a:custGeom>
          <a:avLst/>
          <a:gdLst/>
          <a:ahLst/>
          <a:cxnLst/>
          <a:pathLst>
            <a:path w="218" h="3849">
              <a:moveTo>
                <a:pt x="0" y="0"/>
              </a:moveTo>
              <a:lnTo>
                <a:pt x="0" y="3849"/>
              </a:lnTo>
              <a:lnTo>
                <a:pt x="218" y="3849"/>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2443994"/>
      </dsp:txXfrm>
    </dsp:sp>
    <dsp:sp modelId="{B5B4CEE5-9D4A-F74D-A560-0CCB1CE04F48}">
      <dsp:nvSpPr>
        <dsp:cNvPr id="16" name="Rounded Rectangle 15"/>
        <dsp:cNvSpPr/>
      </dsp:nvSpPr>
      <dsp:spPr bwMode="white">
        <a:xfrm>
          <a:off x="3068431" y="2736008"/>
          <a:ext cx="154070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068431" y="2736008"/>
        <a:ext cx="1540708" cy="317779"/>
      </dsp:txXfrm>
    </dsp:sp>
    <dsp:sp modelId="{2838E421-DC3C-DB4A-AAA9-C5929E2FFA0E}">
      <dsp:nvSpPr>
        <dsp:cNvPr id="17" name="Freeform 16"/>
        <dsp:cNvSpPr/>
      </dsp:nvSpPr>
      <dsp:spPr bwMode="white">
        <a:xfrm>
          <a:off x="2929827" y="450903"/>
          <a:ext cx="138604" cy="2841218"/>
        </a:xfrm>
        <a:custGeom>
          <a:avLst/>
          <a:gdLst/>
          <a:ahLst/>
          <a:cxnLst/>
          <a:pathLst>
            <a:path w="218" h="4474">
              <a:moveTo>
                <a:pt x="0" y="0"/>
              </a:moveTo>
              <a:lnTo>
                <a:pt x="0" y="4474"/>
              </a:lnTo>
              <a:lnTo>
                <a:pt x="218" y="4474"/>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2841218"/>
      </dsp:txXfrm>
    </dsp:sp>
    <dsp:sp modelId="{2EB9F51F-249C-1E40-B345-EB281620FE54}">
      <dsp:nvSpPr>
        <dsp:cNvPr id="18" name="Rounded Rectangle 17"/>
        <dsp:cNvSpPr/>
      </dsp:nvSpPr>
      <dsp:spPr bwMode="white">
        <a:xfrm>
          <a:off x="3068431" y="3133231"/>
          <a:ext cx="155453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068431" y="3133231"/>
        <a:ext cx="1554538" cy="317779"/>
      </dsp:txXfrm>
    </dsp:sp>
    <dsp:sp modelId="{FE8608DA-4859-7E4A-9915-DA066A35B943}">
      <dsp:nvSpPr>
        <dsp:cNvPr id="19" name="Freeform 18"/>
        <dsp:cNvSpPr/>
      </dsp:nvSpPr>
      <dsp:spPr bwMode="white">
        <a:xfrm>
          <a:off x="2929827" y="450903"/>
          <a:ext cx="138604" cy="3238441"/>
        </a:xfrm>
        <a:custGeom>
          <a:avLst/>
          <a:gdLst/>
          <a:ahLst/>
          <a:cxnLst/>
          <a:pathLst>
            <a:path w="218" h="5100">
              <a:moveTo>
                <a:pt x="0" y="0"/>
              </a:moveTo>
              <a:lnTo>
                <a:pt x="0" y="5100"/>
              </a:lnTo>
              <a:lnTo>
                <a:pt x="218" y="5100"/>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3238441"/>
      </dsp:txXfrm>
    </dsp:sp>
    <dsp:sp modelId="{E40DC363-CA37-C04B-98FF-1087B7C73918}">
      <dsp:nvSpPr>
        <dsp:cNvPr id="20" name="Rounded Rectangle 19"/>
        <dsp:cNvSpPr/>
      </dsp:nvSpPr>
      <dsp:spPr bwMode="white">
        <a:xfrm>
          <a:off x="3068431" y="3530454"/>
          <a:ext cx="1554538"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068431" y="3530454"/>
        <a:ext cx="1554538" cy="317779"/>
      </dsp:txXfrm>
    </dsp:sp>
    <dsp:sp modelId="{A216BE8C-F0E1-B449-89B2-B155F89FBF9D}">
      <dsp:nvSpPr>
        <dsp:cNvPr id="21" name="Freeform 20"/>
        <dsp:cNvSpPr/>
      </dsp:nvSpPr>
      <dsp:spPr bwMode="white">
        <a:xfrm>
          <a:off x="2929827" y="450903"/>
          <a:ext cx="138604" cy="3635664"/>
        </a:xfrm>
        <a:custGeom>
          <a:avLst/>
          <a:gdLst/>
          <a:ahLst/>
          <a:cxnLst/>
          <a:pathLst>
            <a:path w="218" h="5725">
              <a:moveTo>
                <a:pt x="0" y="0"/>
              </a:moveTo>
              <a:lnTo>
                <a:pt x="0" y="5725"/>
              </a:lnTo>
              <a:lnTo>
                <a:pt x="218" y="5725"/>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3635664"/>
      </dsp:txXfrm>
    </dsp:sp>
    <dsp:sp modelId="{186A85C1-A331-174B-A478-88A611080762}">
      <dsp:nvSpPr>
        <dsp:cNvPr id="22" name="Rounded Rectangle 21"/>
        <dsp:cNvSpPr/>
      </dsp:nvSpPr>
      <dsp:spPr bwMode="white">
        <a:xfrm>
          <a:off x="3068431" y="3927678"/>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068431" y="3927678"/>
        <a:ext cx="1563802" cy="317779"/>
      </dsp:txXfrm>
    </dsp:sp>
    <dsp:sp modelId="{31C223A4-2AA4-9540-BBFD-8028CC4047EC}">
      <dsp:nvSpPr>
        <dsp:cNvPr id="23" name="Freeform 22"/>
        <dsp:cNvSpPr/>
      </dsp:nvSpPr>
      <dsp:spPr bwMode="white">
        <a:xfrm>
          <a:off x="2929827" y="450903"/>
          <a:ext cx="138604" cy="4032888"/>
        </a:xfrm>
        <a:custGeom>
          <a:avLst/>
          <a:gdLst/>
          <a:ahLst/>
          <a:cxnLst/>
          <a:pathLst>
            <a:path w="218" h="6351">
              <a:moveTo>
                <a:pt x="0" y="0"/>
              </a:moveTo>
              <a:lnTo>
                <a:pt x="0" y="6351"/>
              </a:lnTo>
              <a:lnTo>
                <a:pt x="218" y="6351"/>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4032888"/>
      </dsp:txXfrm>
    </dsp:sp>
    <dsp:sp modelId="{77760F1F-C97C-8145-9E80-32158E95C9BC}">
      <dsp:nvSpPr>
        <dsp:cNvPr id="24" name="Rounded Rectangle 23"/>
        <dsp:cNvSpPr/>
      </dsp:nvSpPr>
      <dsp:spPr bwMode="white">
        <a:xfrm>
          <a:off x="3068431" y="4324901"/>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068431" y="4324901"/>
        <a:ext cx="1563802" cy="317779"/>
      </dsp:txXfrm>
    </dsp:sp>
    <dsp:sp modelId="{5BD2E31C-EF17-B74E-9AF1-6EA8AE72BB17}">
      <dsp:nvSpPr>
        <dsp:cNvPr id="25" name="Freeform 24"/>
        <dsp:cNvSpPr/>
      </dsp:nvSpPr>
      <dsp:spPr bwMode="white">
        <a:xfrm>
          <a:off x="2929827" y="450903"/>
          <a:ext cx="138604" cy="4430111"/>
        </a:xfrm>
        <a:custGeom>
          <a:avLst/>
          <a:gdLst/>
          <a:ahLst/>
          <a:cxnLst/>
          <a:pathLst>
            <a:path w="218" h="6977">
              <a:moveTo>
                <a:pt x="0" y="0"/>
              </a:moveTo>
              <a:lnTo>
                <a:pt x="0" y="6977"/>
              </a:lnTo>
              <a:lnTo>
                <a:pt x="218" y="6977"/>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4430111"/>
      </dsp:txXfrm>
    </dsp:sp>
    <dsp:sp modelId="{40142824-BC79-9646-A094-EFF1AF3B4394}">
      <dsp:nvSpPr>
        <dsp:cNvPr id="26" name="Rounded Rectangle 25"/>
        <dsp:cNvSpPr/>
      </dsp:nvSpPr>
      <dsp:spPr bwMode="white">
        <a:xfrm>
          <a:off x="3068431" y="4722124"/>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 ENVIRONMENTS &amp; TOOLS</a:t>
          </a:r>
          <a:endParaRPr>
            <a:solidFill>
              <a:schemeClr val="dk1"/>
            </a:solidFill>
          </a:endParaRPr>
        </a:p>
      </dsp:txBody>
      <dsp:txXfrm>
        <a:off x="3068431" y="4722124"/>
        <a:ext cx="1563802" cy="317779"/>
      </dsp:txXfrm>
    </dsp:sp>
    <dsp:sp modelId="{37BA8E79-58B3-8442-8A6C-D6C51892D14D}">
      <dsp:nvSpPr>
        <dsp:cNvPr id="27" name="Freeform 26"/>
        <dsp:cNvSpPr/>
      </dsp:nvSpPr>
      <dsp:spPr bwMode="white">
        <a:xfrm>
          <a:off x="2929827" y="450903"/>
          <a:ext cx="138604" cy="4827334"/>
        </a:xfrm>
        <a:custGeom>
          <a:avLst/>
          <a:gdLst/>
          <a:ahLst/>
          <a:cxnLst/>
          <a:pathLst>
            <a:path w="218" h="7602">
              <a:moveTo>
                <a:pt x="0" y="0"/>
              </a:moveTo>
              <a:lnTo>
                <a:pt x="0" y="7602"/>
              </a:lnTo>
              <a:lnTo>
                <a:pt x="218" y="7602"/>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4827334"/>
      </dsp:txXfrm>
    </dsp:sp>
    <dsp:sp modelId="{98BFB16D-611A-E340-824C-7A8C7562F773}">
      <dsp:nvSpPr>
        <dsp:cNvPr id="28" name="Rounded Rectangle 27"/>
        <dsp:cNvSpPr/>
      </dsp:nvSpPr>
      <dsp:spPr bwMode="white">
        <a:xfrm>
          <a:off x="3068431" y="5119348"/>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068431" y="5119348"/>
        <a:ext cx="1563802" cy="317779"/>
      </dsp:txXfrm>
    </dsp:sp>
    <dsp:sp modelId="{512C5ACD-9AD2-6D40-BCE8-1F4730176F87}">
      <dsp:nvSpPr>
        <dsp:cNvPr id="29" name="Freeform 28"/>
        <dsp:cNvSpPr/>
      </dsp:nvSpPr>
      <dsp:spPr bwMode="white">
        <a:xfrm>
          <a:off x="2929827" y="450903"/>
          <a:ext cx="138604" cy="5224558"/>
        </a:xfrm>
        <a:custGeom>
          <a:avLst/>
          <a:gdLst/>
          <a:ahLst/>
          <a:cxnLst/>
          <a:pathLst>
            <a:path w="218" h="8228">
              <a:moveTo>
                <a:pt x="0" y="0"/>
              </a:moveTo>
              <a:lnTo>
                <a:pt x="0" y="8228"/>
              </a:lnTo>
              <a:lnTo>
                <a:pt x="218" y="8228"/>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5224558"/>
      </dsp:txXfrm>
    </dsp:sp>
    <dsp:sp modelId="{053FA272-89C6-AA49-BB4C-932A0964EB0E}">
      <dsp:nvSpPr>
        <dsp:cNvPr id="30" name="Rounded Rectangle 29"/>
        <dsp:cNvSpPr/>
      </dsp:nvSpPr>
      <dsp:spPr bwMode="white">
        <a:xfrm>
          <a:off x="3068431" y="5516571"/>
          <a:ext cx="1562200"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068431" y="5516571"/>
        <a:ext cx="1562200" cy="317779"/>
      </dsp:txXfrm>
    </dsp:sp>
    <dsp:sp modelId="{0C9E170C-52D9-3745-8562-90986B2BE394}">
      <dsp:nvSpPr>
        <dsp:cNvPr id="31" name="Freeform 30"/>
        <dsp:cNvSpPr/>
      </dsp:nvSpPr>
      <dsp:spPr bwMode="white">
        <a:xfrm>
          <a:off x="2929827" y="450903"/>
          <a:ext cx="138604" cy="5621781"/>
        </a:xfrm>
        <a:custGeom>
          <a:avLst/>
          <a:gdLst/>
          <a:ahLst/>
          <a:cxnLst/>
          <a:pathLst>
            <a:path w="218" h="8853">
              <a:moveTo>
                <a:pt x="0" y="0"/>
              </a:moveTo>
              <a:lnTo>
                <a:pt x="0" y="8853"/>
              </a:lnTo>
              <a:lnTo>
                <a:pt x="218" y="8853"/>
              </a:lnTo>
            </a:path>
          </a:pathLst>
        </a:custGeom>
      </dsp:spPr>
      <dsp:style>
        <a:lnRef idx="2">
          <a:schemeClr val="accent1">
            <a:shade val="60000"/>
          </a:schemeClr>
        </a:lnRef>
        <a:fillRef idx="0">
          <a:schemeClr val="accent1"/>
        </a:fillRef>
        <a:effectRef idx="0">
          <a:scrgbClr r="0" g="0" b="0"/>
        </a:effectRef>
        <a:fontRef idx="minor"/>
      </dsp:style>
      <dsp:txXfrm>
        <a:off x="2929827" y="450903"/>
        <a:ext cx="138604" cy="5621781"/>
      </dsp:txXfrm>
    </dsp:sp>
    <dsp:sp modelId="{5AC13851-0814-9C4F-91E8-BF261D4F9227}">
      <dsp:nvSpPr>
        <dsp:cNvPr id="32" name="Rounded Rectangle 31"/>
        <dsp:cNvSpPr/>
      </dsp:nvSpPr>
      <dsp:spPr bwMode="white">
        <a:xfrm>
          <a:off x="3068431" y="5913794"/>
          <a:ext cx="1563802" cy="31777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068431" y="5913794"/>
        <a:ext cx="1563802" cy="317779"/>
      </dsp:txXfrm>
    </dsp:sp>
    <dsp:sp modelId="{0D9E6DF1-CBA9-3D43-8108-EE3B50B3C44A}">
      <dsp:nvSpPr>
        <dsp:cNvPr id="4" name="Rounded Rectangle 3" hidden="1"/>
        <dsp:cNvSpPr/>
      </dsp:nvSpPr>
      <dsp:spPr>
        <a:xfrm>
          <a:off x="2729987" y="41454"/>
          <a:ext cx="399680" cy="409448"/>
        </a:xfrm>
        <a:prstGeom prst="roundRect">
          <a:avLst>
            <a:gd name="adj" fmla="val 10000"/>
          </a:avLst>
        </a:prstGeom>
      </dsp:spPr>
      <dsp:txXfrm>
        <a:off x="2729987" y="41454"/>
        <a:ext cx="399680" cy="4094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367086" y="41123"/>
          <a:ext cx="1982444" cy="406179"/>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367086" y="41123"/>
        <a:ext cx="1982444" cy="406179"/>
      </dsp:txXfrm>
    </dsp:sp>
    <dsp:sp modelId="{D10FB301-27F4-164E-A00D-1345554A7B00}">
      <dsp:nvSpPr>
        <dsp:cNvPr id="5" name="Freeform 4"/>
        <dsp:cNvSpPr/>
      </dsp:nvSpPr>
      <dsp:spPr bwMode="white">
        <a:xfrm>
          <a:off x="2565331" y="447302"/>
          <a:ext cx="137497" cy="195308"/>
        </a:xfrm>
        <a:custGeom>
          <a:avLst/>
          <a:gdLst/>
          <a:ahLst/>
          <a:cxnLst/>
          <a:pathLst>
            <a:path w="217" h="308">
              <a:moveTo>
                <a:pt x="0" y="0"/>
              </a:moveTo>
              <a:lnTo>
                <a:pt x="0" y="308"/>
              </a:lnTo>
              <a:lnTo>
                <a:pt x="217" y="308"/>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195308"/>
      </dsp:txXfrm>
    </dsp:sp>
    <dsp:sp modelId="{936E48F7-4236-FE40-9E07-91D8FBF1635C}">
      <dsp:nvSpPr>
        <dsp:cNvPr id="6" name="Rounded Rectangle 5"/>
        <dsp:cNvSpPr/>
      </dsp:nvSpPr>
      <dsp:spPr bwMode="white">
        <a:xfrm>
          <a:off x="2702828" y="484989"/>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DESIGN</a:t>
          </a:r>
          <a:endParaRPr>
            <a:solidFill>
              <a:schemeClr val="dk1"/>
            </a:solidFill>
          </a:endParaRPr>
        </a:p>
      </dsp:txBody>
      <dsp:txXfrm>
        <a:off x="2702828" y="484989"/>
        <a:ext cx="1551314" cy="315241"/>
      </dsp:txXfrm>
    </dsp:sp>
    <dsp:sp modelId="{C6AC6921-7A0A-9540-9E44-EF7CCAD89CEE}">
      <dsp:nvSpPr>
        <dsp:cNvPr id="7" name="Freeform 6"/>
        <dsp:cNvSpPr/>
      </dsp:nvSpPr>
      <dsp:spPr bwMode="white">
        <a:xfrm>
          <a:off x="2565331" y="447302"/>
          <a:ext cx="137497" cy="654087"/>
        </a:xfrm>
        <a:custGeom>
          <a:avLst/>
          <a:gdLst/>
          <a:ahLst/>
          <a:cxnLst/>
          <a:pathLst>
            <a:path w="217" h="1030">
              <a:moveTo>
                <a:pt x="0" y="0"/>
              </a:moveTo>
              <a:lnTo>
                <a:pt x="0" y="1030"/>
              </a:lnTo>
              <a:lnTo>
                <a:pt x="217" y="1030"/>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654087"/>
      </dsp:txXfrm>
    </dsp:sp>
    <dsp:sp modelId="{E7BEC4F7-5471-544A-8605-21C787C39A7D}">
      <dsp:nvSpPr>
        <dsp:cNvPr id="8" name="Rounded Rectangle 7"/>
        <dsp:cNvSpPr/>
      </dsp:nvSpPr>
      <dsp:spPr bwMode="white">
        <a:xfrm>
          <a:off x="2702828" y="879040"/>
          <a:ext cx="1553574" cy="44469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tx1"/>
              </a:solidFill>
            </a:rPr>
            <a:t>SOFTWARE DEVELOPMENT LIFE CYCLE</a:t>
          </a:r>
          <a:endParaRPr lang="en-US" sz="1000" dirty="0">
            <a:solidFill>
              <a:schemeClr val="tx1"/>
            </a:solidFill>
          </a:endParaRPr>
        </a:p>
      </dsp:txBody>
      <dsp:txXfrm>
        <a:off x="2702828" y="879040"/>
        <a:ext cx="1553574" cy="444698"/>
      </dsp:txXfrm>
    </dsp:sp>
    <dsp:sp modelId="{FCBD1F40-D127-4E4E-AD62-FD97BBCEA71A}">
      <dsp:nvSpPr>
        <dsp:cNvPr id="9" name="Freeform 8"/>
        <dsp:cNvSpPr/>
      </dsp:nvSpPr>
      <dsp:spPr bwMode="white">
        <a:xfrm>
          <a:off x="2565331" y="447302"/>
          <a:ext cx="137497" cy="1112867"/>
        </a:xfrm>
        <a:custGeom>
          <a:avLst/>
          <a:gdLst/>
          <a:ahLst/>
          <a:cxnLst/>
          <a:pathLst>
            <a:path w="217" h="1753">
              <a:moveTo>
                <a:pt x="0" y="0"/>
              </a:moveTo>
              <a:lnTo>
                <a:pt x="0" y="1753"/>
              </a:lnTo>
              <a:lnTo>
                <a:pt x="217" y="1753"/>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1112867"/>
      </dsp:txXfrm>
    </dsp:sp>
    <dsp:sp modelId="{18AA7A2C-A52D-D54D-BBAD-07076C905FEF}">
      <dsp:nvSpPr>
        <dsp:cNvPr id="10" name="Rounded Rectangle 9"/>
        <dsp:cNvSpPr/>
      </dsp:nvSpPr>
      <dsp:spPr bwMode="white">
        <a:xfrm>
          <a:off x="2702828" y="1402549"/>
          <a:ext cx="152484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ARCHITECTURE</a:t>
          </a:r>
          <a:endParaRPr>
            <a:solidFill>
              <a:schemeClr val="dk1"/>
            </a:solidFill>
          </a:endParaRPr>
        </a:p>
      </dsp:txBody>
      <dsp:txXfrm>
        <a:off x="2702828" y="1402549"/>
        <a:ext cx="1524844" cy="315241"/>
      </dsp:txXfrm>
    </dsp:sp>
    <dsp:sp modelId="{58B50C3D-EDEC-8C42-8861-0E60F14D426C}">
      <dsp:nvSpPr>
        <dsp:cNvPr id="11" name="Freeform 10"/>
        <dsp:cNvSpPr/>
      </dsp:nvSpPr>
      <dsp:spPr bwMode="white">
        <a:xfrm>
          <a:off x="2565331" y="447302"/>
          <a:ext cx="137497" cy="1531799"/>
        </a:xfrm>
        <a:custGeom>
          <a:avLst/>
          <a:gdLst/>
          <a:ahLst/>
          <a:cxnLst/>
          <a:pathLst>
            <a:path w="217" h="2412">
              <a:moveTo>
                <a:pt x="0" y="0"/>
              </a:moveTo>
              <a:lnTo>
                <a:pt x="0" y="2412"/>
              </a:lnTo>
              <a:lnTo>
                <a:pt x="217" y="2412"/>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1531799"/>
      </dsp:txXfrm>
    </dsp:sp>
    <dsp:sp modelId="{8AF0A572-D4DC-794B-A0EA-A3B16E1C7514}">
      <dsp:nvSpPr>
        <dsp:cNvPr id="12" name="Rounded Rectangle 11"/>
        <dsp:cNvSpPr/>
      </dsp:nvSpPr>
      <dsp:spPr bwMode="white">
        <a:xfrm>
          <a:off x="2702828" y="1796600"/>
          <a:ext cx="1526569" cy="36500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CONCEPTUAL FRAMEWORK</a:t>
          </a:r>
          <a:endParaRPr>
            <a:solidFill>
              <a:schemeClr val="dk1"/>
            </a:solidFill>
          </a:endParaRPr>
        </a:p>
      </dsp:txBody>
      <dsp:txXfrm>
        <a:off x="2702828" y="1796600"/>
        <a:ext cx="1526569" cy="365002"/>
      </dsp:txXfrm>
    </dsp:sp>
    <dsp:sp modelId="{40ED545D-287D-C141-885D-E246B5E4F0AC}">
      <dsp:nvSpPr>
        <dsp:cNvPr id="13" name="Freeform 12"/>
        <dsp:cNvSpPr/>
      </dsp:nvSpPr>
      <dsp:spPr bwMode="white">
        <a:xfrm>
          <a:off x="2565331" y="447302"/>
          <a:ext cx="137497" cy="2015459"/>
        </a:xfrm>
        <a:custGeom>
          <a:avLst/>
          <a:gdLst/>
          <a:ahLst/>
          <a:cxnLst/>
          <a:pathLst>
            <a:path w="217" h="3174">
              <a:moveTo>
                <a:pt x="0" y="0"/>
              </a:moveTo>
              <a:lnTo>
                <a:pt x="0" y="3174"/>
              </a:lnTo>
              <a:lnTo>
                <a:pt x="217" y="3174"/>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2015459"/>
      </dsp:txXfrm>
    </dsp:sp>
    <dsp:sp modelId="{361E30B0-32E3-6C49-9085-B0FC7F923612}">
      <dsp:nvSpPr>
        <dsp:cNvPr id="14" name="Rounded Rectangle 13"/>
        <dsp:cNvSpPr/>
      </dsp:nvSpPr>
      <dsp:spPr bwMode="white">
        <a:xfrm>
          <a:off x="2702828" y="2240412"/>
          <a:ext cx="3583787" cy="44469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2384" tIns="21590" rIns="32384" bIns="215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700" b="1" dirty="0">
              <a:solidFill>
                <a:srgbClr val="C00000"/>
              </a:solidFill>
            </a:rPr>
            <a:t>ALGORITHMS/FRAMEWORK USED</a:t>
          </a:r>
          <a:endParaRPr>
            <a:solidFill>
              <a:schemeClr val="dk1"/>
            </a:solidFill>
          </a:endParaRPr>
        </a:p>
      </dsp:txBody>
      <dsp:txXfrm>
        <a:off x="2702828" y="2240412"/>
        <a:ext cx="3583787" cy="444698"/>
      </dsp:txXfrm>
    </dsp:sp>
    <dsp:sp modelId="{A194323D-DD89-0E4C-B485-DEC4CCF295A9}">
      <dsp:nvSpPr>
        <dsp:cNvPr id="15" name="Freeform 14"/>
        <dsp:cNvSpPr/>
      </dsp:nvSpPr>
      <dsp:spPr bwMode="white">
        <a:xfrm>
          <a:off x="2565331" y="447302"/>
          <a:ext cx="137497" cy="2474239"/>
        </a:xfrm>
        <a:custGeom>
          <a:avLst/>
          <a:gdLst/>
          <a:ahLst/>
          <a:cxnLst/>
          <a:pathLst>
            <a:path w="217" h="3896">
              <a:moveTo>
                <a:pt x="0" y="0"/>
              </a:moveTo>
              <a:lnTo>
                <a:pt x="0" y="3896"/>
              </a:lnTo>
              <a:lnTo>
                <a:pt x="217" y="3896"/>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2474239"/>
      </dsp:txXfrm>
    </dsp:sp>
    <dsp:sp modelId="{B5B4CEE5-9D4A-F74D-A560-0CCB1CE04F48}">
      <dsp:nvSpPr>
        <dsp:cNvPr id="16" name="Rounded Rectangle 15"/>
        <dsp:cNvSpPr/>
      </dsp:nvSpPr>
      <dsp:spPr bwMode="white">
        <a:xfrm>
          <a:off x="2702828" y="2763921"/>
          <a:ext cx="1528405"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2702828" y="2763921"/>
        <a:ext cx="1528405" cy="315241"/>
      </dsp:txXfrm>
    </dsp:sp>
    <dsp:sp modelId="{2838E421-DC3C-DB4A-AAA9-C5929E2FFA0E}">
      <dsp:nvSpPr>
        <dsp:cNvPr id="17" name="Freeform 16"/>
        <dsp:cNvSpPr/>
      </dsp:nvSpPr>
      <dsp:spPr bwMode="white">
        <a:xfrm>
          <a:off x="2565331" y="447302"/>
          <a:ext cx="137497" cy="2868291"/>
        </a:xfrm>
        <a:custGeom>
          <a:avLst/>
          <a:gdLst/>
          <a:ahLst/>
          <a:cxnLst/>
          <a:pathLst>
            <a:path w="217" h="4517">
              <a:moveTo>
                <a:pt x="0" y="0"/>
              </a:moveTo>
              <a:lnTo>
                <a:pt x="0" y="4517"/>
              </a:lnTo>
              <a:lnTo>
                <a:pt x="217" y="4517"/>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2868291"/>
      </dsp:txXfrm>
    </dsp:sp>
    <dsp:sp modelId="{2EB9F51F-249C-1E40-B345-EB281620FE54}">
      <dsp:nvSpPr>
        <dsp:cNvPr id="18" name="Rounded Rectangle 17"/>
        <dsp:cNvSpPr/>
      </dsp:nvSpPr>
      <dsp:spPr bwMode="white">
        <a:xfrm>
          <a:off x="2702828" y="3157972"/>
          <a:ext cx="154212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2702828" y="3157972"/>
        <a:ext cx="1542124" cy="315241"/>
      </dsp:txXfrm>
    </dsp:sp>
    <dsp:sp modelId="{FE8608DA-4859-7E4A-9915-DA066A35B943}">
      <dsp:nvSpPr>
        <dsp:cNvPr id="19" name="Freeform 18"/>
        <dsp:cNvSpPr/>
      </dsp:nvSpPr>
      <dsp:spPr bwMode="white">
        <a:xfrm>
          <a:off x="2565331" y="447302"/>
          <a:ext cx="137497" cy="3262342"/>
        </a:xfrm>
        <a:custGeom>
          <a:avLst/>
          <a:gdLst/>
          <a:ahLst/>
          <a:cxnLst/>
          <a:pathLst>
            <a:path w="217" h="5138">
              <a:moveTo>
                <a:pt x="0" y="0"/>
              </a:moveTo>
              <a:lnTo>
                <a:pt x="0" y="5138"/>
              </a:lnTo>
              <a:lnTo>
                <a:pt x="217" y="5138"/>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3262342"/>
      </dsp:txXfrm>
    </dsp:sp>
    <dsp:sp modelId="{E40DC363-CA37-C04B-98FF-1087B7C73918}">
      <dsp:nvSpPr>
        <dsp:cNvPr id="20" name="Rounded Rectangle 19"/>
        <dsp:cNvSpPr/>
      </dsp:nvSpPr>
      <dsp:spPr bwMode="white">
        <a:xfrm>
          <a:off x="2702828" y="3552023"/>
          <a:ext cx="154212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2702828" y="3552023"/>
        <a:ext cx="1542124" cy="315241"/>
      </dsp:txXfrm>
    </dsp:sp>
    <dsp:sp modelId="{A216BE8C-F0E1-B449-89B2-B155F89FBF9D}">
      <dsp:nvSpPr>
        <dsp:cNvPr id="21" name="Freeform 20"/>
        <dsp:cNvSpPr/>
      </dsp:nvSpPr>
      <dsp:spPr bwMode="white">
        <a:xfrm>
          <a:off x="2565331" y="447302"/>
          <a:ext cx="137497" cy="3656393"/>
        </a:xfrm>
        <a:custGeom>
          <a:avLst/>
          <a:gdLst/>
          <a:ahLst/>
          <a:cxnLst/>
          <a:pathLst>
            <a:path w="217" h="5758">
              <a:moveTo>
                <a:pt x="0" y="0"/>
              </a:moveTo>
              <a:lnTo>
                <a:pt x="0" y="5758"/>
              </a:lnTo>
              <a:lnTo>
                <a:pt x="217" y="5758"/>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3656393"/>
      </dsp:txXfrm>
    </dsp:sp>
    <dsp:sp modelId="{186A85C1-A331-174B-A478-88A611080762}">
      <dsp:nvSpPr>
        <dsp:cNvPr id="22" name="Rounded Rectangle 21"/>
        <dsp:cNvSpPr/>
      </dsp:nvSpPr>
      <dsp:spPr bwMode="white">
        <a:xfrm>
          <a:off x="2702828" y="3946075"/>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2702828" y="3946075"/>
        <a:ext cx="1551314" cy="315241"/>
      </dsp:txXfrm>
    </dsp:sp>
    <dsp:sp modelId="{31C223A4-2AA4-9540-BBFD-8028CC4047EC}">
      <dsp:nvSpPr>
        <dsp:cNvPr id="23" name="Freeform 22"/>
        <dsp:cNvSpPr/>
      </dsp:nvSpPr>
      <dsp:spPr bwMode="white">
        <a:xfrm>
          <a:off x="2565331" y="447302"/>
          <a:ext cx="137497" cy="4050445"/>
        </a:xfrm>
        <a:custGeom>
          <a:avLst/>
          <a:gdLst/>
          <a:ahLst/>
          <a:cxnLst/>
          <a:pathLst>
            <a:path w="217" h="6379">
              <a:moveTo>
                <a:pt x="0" y="0"/>
              </a:moveTo>
              <a:lnTo>
                <a:pt x="0" y="6379"/>
              </a:lnTo>
              <a:lnTo>
                <a:pt x="217" y="6379"/>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4050445"/>
      </dsp:txXfrm>
    </dsp:sp>
    <dsp:sp modelId="{77760F1F-C97C-8145-9E80-32158E95C9BC}">
      <dsp:nvSpPr>
        <dsp:cNvPr id="24" name="Rounded Rectangle 23"/>
        <dsp:cNvSpPr/>
      </dsp:nvSpPr>
      <dsp:spPr bwMode="white">
        <a:xfrm>
          <a:off x="2702828" y="4340126"/>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2702828" y="4340126"/>
        <a:ext cx="1551314" cy="315241"/>
      </dsp:txXfrm>
    </dsp:sp>
    <dsp:sp modelId="{5BD2E31C-EF17-B74E-9AF1-6EA8AE72BB17}">
      <dsp:nvSpPr>
        <dsp:cNvPr id="25" name="Freeform 24"/>
        <dsp:cNvSpPr/>
      </dsp:nvSpPr>
      <dsp:spPr bwMode="white">
        <a:xfrm>
          <a:off x="2565331" y="447302"/>
          <a:ext cx="137497" cy="4444496"/>
        </a:xfrm>
        <a:custGeom>
          <a:avLst/>
          <a:gdLst/>
          <a:ahLst/>
          <a:cxnLst/>
          <a:pathLst>
            <a:path w="217" h="6999">
              <a:moveTo>
                <a:pt x="0" y="0"/>
              </a:moveTo>
              <a:lnTo>
                <a:pt x="0" y="6999"/>
              </a:lnTo>
              <a:lnTo>
                <a:pt x="217" y="6999"/>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4444496"/>
      </dsp:txXfrm>
    </dsp:sp>
    <dsp:sp modelId="{40142824-BC79-9646-A094-EFF1AF3B4394}">
      <dsp:nvSpPr>
        <dsp:cNvPr id="26" name="Rounded Rectangle 25"/>
        <dsp:cNvSpPr/>
      </dsp:nvSpPr>
      <dsp:spPr bwMode="white">
        <a:xfrm>
          <a:off x="2702828" y="4734178"/>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 ENVIRONMENTS &amp; TOOLS</a:t>
          </a:r>
          <a:endParaRPr>
            <a:solidFill>
              <a:schemeClr val="dk1"/>
            </a:solidFill>
          </a:endParaRPr>
        </a:p>
      </dsp:txBody>
      <dsp:txXfrm>
        <a:off x="2702828" y="4734178"/>
        <a:ext cx="1551314" cy="315241"/>
      </dsp:txXfrm>
    </dsp:sp>
    <dsp:sp modelId="{37BA8E79-58B3-8442-8A6C-D6C51892D14D}">
      <dsp:nvSpPr>
        <dsp:cNvPr id="27" name="Freeform 26"/>
        <dsp:cNvSpPr/>
      </dsp:nvSpPr>
      <dsp:spPr bwMode="white">
        <a:xfrm>
          <a:off x="2565331" y="447302"/>
          <a:ext cx="137497" cy="4838548"/>
        </a:xfrm>
        <a:custGeom>
          <a:avLst/>
          <a:gdLst/>
          <a:ahLst/>
          <a:cxnLst/>
          <a:pathLst>
            <a:path w="217" h="7620">
              <a:moveTo>
                <a:pt x="0" y="0"/>
              </a:moveTo>
              <a:lnTo>
                <a:pt x="0" y="7620"/>
              </a:lnTo>
              <a:lnTo>
                <a:pt x="217" y="7620"/>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4838548"/>
      </dsp:txXfrm>
    </dsp:sp>
    <dsp:sp modelId="{98BFB16D-611A-E340-824C-7A8C7562F773}">
      <dsp:nvSpPr>
        <dsp:cNvPr id="28" name="Rounded Rectangle 27"/>
        <dsp:cNvSpPr/>
      </dsp:nvSpPr>
      <dsp:spPr bwMode="white">
        <a:xfrm>
          <a:off x="2702828" y="5128229"/>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2702828" y="5128229"/>
        <a:ext cx="1551314" cy="315241"/>
      </dsp:txXfrm>
    </dsp:sp>
    <dsp:sp modelId="{512C5ACD-9AD2-6D40-BCE8-1F4730176F87}">
      <dsp:nvSpPr>
        <dsp:cNvPr id="29" name="Freeform 28"/>
        <dsp:cNvSpPr/>
      </dsp:nvSpPr>
      <dsp:spPr bwMode="white">
        <a:xfrm>
          <a:off x="2565331" y="447302"/>
          <a:ext cx="137497" cy="5232599"/>
        </a:xfrm>
        <a:custGeom>
          <a:avLst/>
          <a:gdLst/>
          <a:ahLst/>
          <a:cxnLst/>
          <a:pathLst>
            <a:path w="217" h="8240">
              <a:moveTo>
                <a:pt x="0" y="0"/>
              </a:moveTo>
              <a:lnTo>
                <a:pt x="0" y="8240"/>
              </a:lnTo>
              <a:lnTo>
                <a:pt x="217" y="8240"/>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5232599"/>
      </dsp:txXfrm>
    </dsp:sp>
    <dsp:sp modelId="{053FA272-89C6-AA49-BB4C-932A0964EB0E}">
      <dsp:nvSpPr>
        <dsp:cNvPr id="30" name="Rounded Rectangle 29"/>
        <dsp:cNvSpPr/>
      </dsp:nvSpPr>
      <dsp:spPr bwMode="white">
        <a:xfrm>
          <a:off x="2702828" y="5522280"/>
          <a:ext cx="1549725"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2702828" y="5522280"/>
        <a:ext cx="1549725" cy="315241"/>
      </dsp:txXfrm>
    </dsp:sp>
    <dsp:sp modelId="{0C9E170C-52D9-3745-8562-90986B2BE394}">
      <dsp:nvSpPr>
        <dsp:cNvPr id="31" name="Freeform 30"/>
        <dsp:cNvSpPr/>
      </dsp:nvSpPr>
      <dsp:spPr bwMode="white">
        <a:xfrm>
          <a:off x="2565331" y="447302"/>
          <a:ext cx="137497" cy="5626651"/>
        </a:xfrm>
        <a:custGeom>
          <a:avLst/>
          <a:gdLst/>
          <a:ahLst/>
          <a:cxnLst/>
          <a:pathLst>
            <a:path w="217" h="8861">
              <a:moveTo>
                <a:pt x="0" y="0"/>
              </a:moveTo>
              <a:lnTo>
                <a:pt x="0" y="8861"/>
              </a:lnTo>
              <a:lnTo>
                <a:pt x="217" y="8861"/>
              </a:lnTo>
            </a:path>
          </a:pathLst>
        </a:custGeom>
      </dsp:spPr>
      <dsp:style>
        <a:lnRef idx="2">
          <a:schemeClr val="accent1">
            <a:shade val="60000"/>
          </a:schemeClr>
        </a:lnRef>
        <a:fillRef idx="0">
          <a:schemeClr val="accent1"/>
        </a:fillRef>
        <a:effectRef idx="0">
          <a:scrgbClr r="0" g="0" b="0"/>
        </a:effectRef>
        <a:fontRef idx="minor"/>
      </dsp:style>
      <dsp:txXfrm>
        <a:off x="2565331" y="447302"/>
        <a:ext cx="137497" cy="5626651"/>
      </dsp:txXfrm>
    </dsp:sp>
    <dsp:sp modelId="{5AC13851-0814-9C4F-91E8-BF261D4F9227}">
      <dsp:nvSpPr>
        <dsp:cNvPr id="32" name="Rounded Rectangle 31"/>
        <dsp:cNvSpPr/>
      </dsp:nvSpPr>
      <dsp:spPr bwMode="white">
        <a:xfrm>
          <a:off x="2702828" y="5916332"/>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2702828" y="5916332"/>
        <a:ext cx="1551314" cy="315241"/>
      </dsp:txXfrm>
    </dsp:sp>
    <dsp:sp modelId="{0D9E6DF1-CBA9-3D43-8108-EE3B50B3C44A}">
      <dsp:nvSpPr>
        <dsp:cNvPr id="4" name="Rounded Rectangle 3" hidden="1"/>
        <dsp:cNvSpPr/>
      </dsp:nvSpPr>
      <dsp:spPr>
        <a:xfrm>
          <a:off x="2367086" y="41123"/>
          <a:ext cx="396489" cy="406179"/>
        </a:xfrm>
        <a:prstGeom prst="roundRect">
          <a:avLst>
            <a:gd name="adj" fmla="val 10000"/>
          </a:avLst>
        </a:prstGeom>
      </dsp:spPr>
      <dsp:txXfrm>
        <a:off x="2367086" y="41123"/>
        <a:ext cx="396489" cy="406179"/>
      </dsp:txXfrm>
    </dsp:sp>
  </dsp:spTree>
</dsp:drawing>
</file>

<file path=ppt/diagrams/drawing1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899826" y="41123"/>
          <a:ext cx="1982444" cy="406179"/>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899826" y="41123"/>
        <a:ext cx="1982444" cy="406179"/>
      </dsp:txXfrm>
    </dsp:sp>
    <dsp:sp modelId="{D10FB301-27F4-164E-A00D-1345554A7B00}">
      <dsp:nvSpPr>
        <dsp:cNvPr id="5" name="Freeform 4"/>
        <dsp:cNvSpPr/>
      </dsp:nvSpPr>
      <dsp:spPr bwMode="white">
        <a:xfrm>
          <a:off x="3098071" y="447302"/>
          <a:ext cx="137497" cy="195308"/>
        </a:xfrm>
        <a:custGeom>
          <a:avLst/>
          <a:gdLst/>
          <a:ahLst/>
          <a:cxnLst/>
          <a:pathLst>
            <a:path w="217" h="308">
              <a:moveTo>
                <a:pt x="0" y="0"/>
              </a:moveTo>
              <a:lnTo>
                <a:pt x="0" y="308"/>
              </a:lnTo>
              <a:lnTo>
                <a:pt x="217" y="308"/>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195308"/>
      </dsp:txXfrm>
    </dsp:sp>
    <dsp:sp modelId="{936E48F7-4236-FE40-9E07-91D8FBF1635C}">
      <dsp:nvSpPr>
        <dsp:cNvPr id="6" name="Rounded Rectangle 5"/>
        <dsp:cNvSpPr/>
      </dsp:nvSpPr>
      <dsp:spPr bwMode="white">
        <a:xfrm>
          <a:off x="3235568" y="484989"/>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RESEARCH DESIGN</a:t>
          </a:r>
          <a:endParaRPr>
            <a:solidFill>
              <a:schemeClr val="dk1"/>
            </a:solidFill>
          </a:endParaRPr>
        </a:p>
      </dsp:txBody>
      <dsp:txXfrm>
        <a:off x="3235568" y="484989"/>
        <a:ext cx="1551314" cy="315241"/>
      </dsp:txXfrm>
    </dsp:sp>
    <dsp:sp modelId="{C6AC6921-7A0A-9540-9E44-EF7CCAD89CEE}">
      <dsp:nvSpPr>
        <dsp:cNvPr id="7" name="Freeform 6"/>
        <dsp:cNvSpPr/>
      </dsp:nvSpPr>
      <dsp:spPr bwMode="white">
        <a:xfrm>
          <a:off x="3098071" y="447302"/>
          <a:ext cx="137497" cy="654087"/>
        </a:xfrm>
        <a:custGeom>
          <a:avLst/>
          <a:gdLst/>
          <a:ahLst/>
          <a:cxnLst/>
          <a:pathLst>
            <a:path w="217" h="1030">
              <a:moveTo>
                <a:pt x="0" y="0"/>
              </a:moveTo>
              <a:lnTo>
                <a:pt x="0" y="1030"/>
              </a:lnTo>
              <a:lnTo>
                <a:pt x="217" y="1030"/>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654087"/>
      </dsp:txXfrm>
    </dsp:sp>
    <dsp:sp modelId="{E7BEC4F7-5471-544A-8605-21C787C39A7D}">
      <dsp:nvSpPr>
        <dsp:cNvPr id="8" name="Rounded Rectangle 7"/>
        <dsp:cNvSpPr/>
      </dsp:nvSpPr>
      <dsp:spPr bwMode="white">
        <a:xfrm>
          <a:off x="3235568" y="879040"/>
          <a:ext cx="1553574" cy="44469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PH" sz="1000" b="1" dirty="0">
              <a:solidFill>
                <a:schemeClr val="tx1"/>
              </a:solidFill>
            </a:rPr>
            <a:t>SOFTWARE DEVELOPMENT LIFE CYCLE</a:t>
          </a:r>
          <a:endParaRPr lang="en-US" sz="1000" dirty="0">
            <a:solidFill>
              <a:schemeClr val="tx1"/>
            </a:solidFill>
          </a:endParaRPr>
        </a:p>
      </dsp:txBody>
      <dsp:txXfrm>
        <a:off x="3235568" y="879040"/>
        <a:ext cx="1553574" cy="444698"/>
      </dsp:txXfrm>
    </dsp:sp>
    <dsp:sp modelId="{FCBD1F40-D127-4E4E-AD62-FD97BBCEA71A}">
      <dsp:nvSpPr>
        <dsp:cNvPr id="9" name="Freeform 8"/>
        <dsp:cNvSpPr/>
      </dsp:nvSpPr>
      <dsp:spPr bwMode="white">
        <a:xfrm>
          <a:off x="3098071" y="447302"/>
          <a:ext cx="137497" cy="1112867"/>
        </a:xfrm>
        <a:custGeom>
          <a:avLst/>
          <a:gdLst/>
          <a:ahLst/>
          <a:cxnLst/>
          <a:pathLst>
            <a:path w="217" h="1753">
              <a:moveTo>
                <a:pt x="0" y="0"/>
              </a:moveTo>
              <a:lnTo>
                <a:pt x="0" y="1753"/>
              </a:lnTo>
              <a:lnTo>
                <a:pt x="217" y="1753"/>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1112867"/>
      </dsp:txXfrm>
    </dsp:sp>
    <dsp:sp modelId="{18AA7A2C-A52D-D54D-BBAD-07076C905FEF}">
      <dsp:nvSpPr>
        <dsp:cNvPr id="10" name="Rounded Rectangle 9"/>
        <dsp:cNvSpPr/>
      </dsp:nvSpPr>
      <dsp:spPr bwMode="white">
        <a:xfrm>
          <a:off x="3235568" y="1402549"/>
          <a:ext cx="152484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SYSTEM ARCHITECTURE</a:t>
          </a:r>
          <a:endParaRPr>
            <a:solidFill>
              <a:schemeClr val="dk1"/>
            </a:solidFill>
          </a:endParaRPr>
        </a:p>
      </dsp:txBody>
      <dsp:txXfrm>
        <a:off x="3235568" y="1402549"/>
        <a:ext cx="1524844" cy="315241"/>
      </dsp:txXfrm>
    </dsp:sp>
    <dsp:sp modelId="{58B50C3D-EDEC-8C42-8861-0E60F14D426C}">
      <dsp:nvSpPr>
        <dsp:cNvPr id="11" name="Freeform 10"/>
        <dsp:cNvSpPr/>
      </dsp:nvSpPr>
      <dsp:spPr bwMode="white">
        <a:xfrm>
          <a:off x="3098071" y="447302"/>
          <a:ext cx="137497" cy="1531799"/>
        </a:xfrm>
        <a:custGeom>
          <a:avLst/>
          <a:gdLst/>
          <a:ahLst/>
          <a:cxnLst/>
          <a:pathLst>
            <a:path w="217" h="2412">
              <a:moveTo>
                <a:pt x="0" y="0"/>
              </a:moveTo>
              <a:lnTo>
                <a:pt x="0" y="2412"/>
              </a:lnTo>
              <a:lnTo>
                <a:pt x="217" y="2412"/>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1531799"/>
      </dsp:txXfrm>
    </dsp:sp>
    <dsp:sp modelId="{8AF0A572-D4DC-794B-A0EA-A3B16E1C7514}">
      <dsp:nvSpPr>
        <dsp:cNvPr id="12" name="Rounded Rectangle 11"/>
        <dsp:cNvSpPr/>
      </dsp:nvSpPr>
      <dsp:spPr bwMode="white">
        <a:xfrm>
          <a:off x="3235568" y="1796600"/>
          <a:ext cx="1526569" cy="36500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CONCEPTUAL FRAMEWORK</a:t>
          </a:r>
          <a:endParaRPr>
            <a:solidFill>
              <a:schemeClr val="dk1"/>
            </a:solidFill>
          </a:endParaRPr>
        </a:p>
      </dsp:txBody>
      <dsp:txXfrm>
        <a:off x="3235568" y="1796600"/>
        <a:ext cx="1526569" cy="365002"/>
      </dsp:txXfrm>
    </dsp:sp>
    <dsp:sp modelId="{4C15B693-B084-4F40-91DB-747F3BCFE3E0}">
      <dsp:nvSpPr>
        <dsp:cNvPr id="13" name="Freeform 12"/>
        <dsp:cNvSpPr/>
      </dsp:nvSpPr>
      <dsp:spPr bwMode="white">
        <a:xfrm>
          <a:off x="3098071" y="447302"/>
          <a:ext cx="137497" cy="1950731"/>
        </a:xfrm>
        <a:custGeom>
          <a:avLst/>
          <a:gdLst/>
          <a:ahLst/>
          <a:cxnLst/>
          <a:pathLst>
            <a:path w="217" h="3072">
              <a:moveTo>
                <a:pt x="0" y="0"/>
              </a:moveTo>
              <a:lnTo>
                <a:pt x="0" y="3072"/>
              </a:lnTo>
              <a:lnTo>
                <a:pt x="217" y="3072"/>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1950731"/>
      </dsp:txXfrm>
    </dsp:sp>
    <dsp:sp modelId="{35F752F3-EE25-A542-9AFE-9334675F9431}">
      <dsp:nvSpPr>
        <dsp:cNvPr id="14" name="Rounded Rectangle 13"/>
        <dsp:cNvSpPr/>
      </dsp:nvSpPr>
      <dsp:spPr bwMode="white">
        <a:xfrm>
          <a:off x="3235568" y="2240412"/>
          <a:ext cx="1538851"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b="1" dirty="0">
              <a:solidFill>
                <a:schemeClr val="dk1"/>
              </a:solidFill>
            </a:rPr>
            <a:t>ALGORITHMS /FRAMEWORK USED</a:t>
          </a:r>
          <a:endParaRPr>
            <a:solidFill>
              <a:schemeClr val="dk1"/>
            </a:solidFill>
          </a:endParaRPr>
        </a:p>
      </dsp:txBody>
      <dsp:txXfrm>
        <a:off x="3235568" y="2240412"/>
        <a:ext cx="1538851" cy="315241"/>
      </dsp:txXfrm>
    </dsp:sp>
    <dsp:sp modelId="{40ED545D-287D-C141-885D-E246B5E4F0AC}">
      <dsp:nvSpPr>
        <dsp:cNvPr id="15" name="Freeform 14"/>
        <dsp:cNvSpPr/>
      </dsp:nvSpPr>
      <dsp:spPr bwMode="white">
        <a:xfrm>
          <a:off x="3098071" y="447302"/>
          <a:ext cx="137497" cy="2409511"/>
        </a:xfrm>
        <a:custGeom>
          <a:avLst/>
          <a:gdLst/>
          <a:ahLst/>
          <a:cxnLst/>
          <a:pathLst>
            <a:path w="217" h="3795">
              <a:moveTo>
                <a:pt x="0" y="0"/>
              </a:moveTo>
              <a:lnTo>
                <a:pt x="0" y="3795"/>
              </a:lnTo>
              <a:lnTo>
                <a:pt x="217" y="3795"/>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2409511"/>
      </dsp:txXfrm>
    </dsp:sp>
    <dsp:sp modelId="{361E30B0-32E3-6C49-9085-B0FC7F923612}">
      <dsp:nvSpPr>
        <dsp:cNvPr id="16" name="Rounded Rectangle 15"/>
        <dsp:cNvSpPr/>
      </dsp:nvSpPr>
      <dsp:spPr bwMode="white">
        <a:xfrm>
          <a:off x="3235568" y="2634464"/>
          <a:ext cx="2518307" cy="44469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2384" tIns="21590" rIns="32384" bIns="2159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PH" sz="1700" b="1" dirty="0">
              <a:solidFill>
                <a:srgbClr val="C00000"/>
              </a:solidFill>
            </a:rPr>
            <a:t>USE CASE DIAGRAM</a:t>
          </a:r>
          <a:endParaRPr>
            <a:solidFill>
              <a:schemeClr val="dk1"/>
            </a:solidFill>
          </a:endParaRPr>
        </a:p>
      </dsp:txBody>
      <dsp:txXfrm>
        <a:off x="3235568" y="2634464"/>
        <a:ext cx="2518307" cy="444698"/>
      </dsp:txXfrm>
    </dsp:sp>
    <dsp:sp modelId="{2838E421-DC3C-DB4A-AAA9-C5929E2FFA0E}">
      <dsp:nvSpPr>
        <dsp:cNvPr id="17" name="Freeform 16"/>
        <dsp:cNvSpPr/>
      </dsp:nvSpPr>
      <dsp:spPr bwMode="white">
        <a:xfrm>
          <a:off x="3098071" y="447302"/>
          <a:ext cx="137497" cy="2868291"/>
        </a:xfrm>
        <a:custGeom>
          <a:avLst/>
          <a:gdLst/>
          <a:ahLst/>
          <a:cxnLst/>
          <a:pathLst>
            <a:path w="217" h="4517">
              <a:moveTo>
                <a:pt x="0" y="0"/>
              </a:moveTo>
              <a:lnTo>
                <a:pt x="0" y="4517"/>
              </a:lnTo>
              <a:lnTo>
                <a:pt x="217" y="4517"/>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2868291"/>
      </dsp:txXfrm>
    </dsp:sp>
    <dsp:sp modelId="{2EB9F51F-249C-1E40-B345-EB281620FE54}">
      <dsp:nvSpPr>
        <dsp:cNvPr id="18" name="Rounded Rectangle 17"/>
        <dsp:cNvSpPr/>
      </dsp:nvSpPr>
      <dsp:spPr bwMode="white">
        <a:xfrm>
          <a:off x="3235568" y="3157972"/>
          <a:ext cx="154212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235568" y="3157972"/>
        <a:ext cx="1542124" cy="315241"/>
      </dsp:txXfrm>
    </dsp:sp>
    <dsp:sp modelId="{FE8608DA-4859-7E4A-9915-DA066A35B943}">
      <dsp:nvSpPr>
        <dsp:cNvPr id="19" name="Freeform 18"/>
        <dsp:cNvSpPr/>
      </dsp:nvSpPr>
      <dsp:spPr bwMode="white">
        <a:xfrm>
          <a:off x="3098071" y="447302"/>
          <a:ext cx="137497" cy="3262342"/>
        </a:xfrm>
        <a:custGeom>
          <a:avLst/>
          <a:gdLst/>
          <a:ahLst/>
          <a:cxnLst/>
          <a:pathLst>
            <a:path w="217" h="5138">
              <a:moveTo>
                <a:pt x="0" y="0"/>
              </a:moveTo>
              <a:lnTo>
                <a:pt x="0" y="5138"/>
              </a:lnTo>
              <a:lnTo>
                <a:pt x="217" y="5138"/>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3262342"/>
      </dsp:txXfrm>
    </dsp:sp>
    <dsp:sp modelId="{E40DC363-CA37-C04B-98FF-1087B7C73918}">
      <dsp:nvSpPr>
        <dsp:cNvPr id="20" name="Rounded Rectangle 19"/>
        <dsp:cNvSpPr/>
      </dsp:nvSpPr>
      <dsp:spPr bwMode="white">
        <a:xfrm>
          <a:off x="3235568" y="3552023"/>
          <a:ext cx="154212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235568" y="3552023"/>
        <a:ext cx="1542124" cy="315241"/>
      </dsp:txXfrm>
    </dsp:sp>
    <dsp:sp modelId="{A216BE8C-F0E1-B449-89B2-B155F89FBF9D}">
      <dsp:nvSpPr>
        <dsp:cNvPr id="21" name="Freeform 20"/>
        <dsp:cNvSpPr/>
      </dsp:nvSpPr>
      <dsp:spPr bwMode="white">
        <a:xfrm>
          <a:off x="3098071" y="447302"/>
          <a:ext cx="137497" cy="3656393"/>
        </a:xfrm>
        <a:custGeom>
          <a:avLst/>
          <a:gdLst/>
          <a:ahLst/>
          <a:cxnLst/>
          <a:pathLst>
            <a:path w="217" h="5758">
              <a:moveTo>
                <a:pt x="0" y="0"/>
              </a:moveTo>
              <a:lnTo>
                <a:pt x="0" y="5758"/>
              </a:lnTo>
              <a:lnTo>
                <a:pt x="217" y="5758"/>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3656393"/>
      </dsp:txXfrm>
    </dsp:sp>
    <dsp:sp modelId="{186A85C1-A331-174B-A478-88A611080762}">
      <dsp:nvSpPr>
        <dsp:cNvPr id="22" name="Rounded Rectangle 21"/>
        <dsp:cNvSpPr/>
      </dsp:nvSpPr>
      <dsp:spPr bwMode="white">
        <a:xfrm>
          <a:off x="3235568" y="3946075"/>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235568" y="3946075"/>
        <a:ext cx="1551314" cy="315241"/>
      </dsp:txXfrm>
    </dsp:sp>
    <dsp:sp modelId="{31C223A4-2AA4-9540-BBFD-8028CC4047EC}">
      <dsp:nvSpPr>
        <dsp:cNvPr id="23" name="Freeform 22"/>
        <dsp:cNvSpPr/>
      </dsp:nvSpPr>
      <dsp:spPr bwMode="white">
        <a:xfrm>
          <a:off x="3098071" y="447302"/>
          <a:ext cx="137497" cy="4050445"/>
        </a:xfrm>
        <a:custGeom>
          <a:avLst/>
          <a:gdLst/>
          <a:ahLst/>
          <a:cxnLst/>
          <a:pathLst>
            <a:path w="217" h="6379">
              <a:moveTo>
                <a:pt x="0" y="0"/>
              </a:moveTo>
              <a:lnTo>
                <a:pt x="0" y="6379"/>
              </a:lnTo>
              <a:lnTo>
                <a:pt x="217" y="6379"/>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4050445"/>
      </dsp:txXfrm>
    </dsp:sp>
    <dsp:sp modelId="{77760F1F-C97C-8145-9E80-32158E95C9BC}">
      <dsp:nvSpPr>
        <dsp:cNvPr id="24" name="Rounded Rectangle 23"/>
        <dsp:cNvSpPr/>
      </dsp:nvSpPr>
      <dsp:spPr bwMode="white">
        <a:xfrm>
          <a:off x="3235568" y="4340126"/>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235568" y="4340126"/>
        <a:ext cx="1551314" cy="315241"/>
      </dsp:txXfrm>
    </dsp:sp>
    <dsp:sp modelId="{5BD2E31C-EF17-B74E-9AF1-6EA8AE72BB17}">
      <dsp:nvSpPr>
        <dsp:cNvPr id="25" name="Freeform 24"/>
        <dsp:cNvSpPr/>
      </dsp:nvSpPr>
      <dsp:spPr bwMode="white">
        <a:xfrm>
          <a:off x="3098071" y="447302"/>
          <a:ext cx="137497" cy="4444496"/>
        </a:xfrm>
        <a:custGeom>
          <a:avLst/>
          <a:gdLst/>
          <a:ahLst/>
          <a:cxnLst/>
          <a:pathLst>
            <a:path w="217" h="6999">
              <a:moveTo>
                <a:pt x="0" y="0"/>
              </a:moveTo>
              <a:lnTo>
                <a:pt x="0" y="6999"/>
              </a:lnTo>
              <a:lnTo>
                <a:pt x="217" y="6999"/>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4444496"/>
      </dsp:txXfrm>
    </dsp:sp>
    <dsp:sp modelId="{40142824-BC79-9646-A094-EFF1AF3B4394}">
      <dsp:nvSpPr>
        <dsp:cNvPr id="26" name="Rounded Rectangle 25"/>
        <dsp:cNvSpPr/>
      </dsp:nvSpPr>
      <dsp:spPr bwMode="white">
        <a:xfrm>
          <a:off x="3235568" y="4734178"/>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800" b="1" dirty="0">
              <a:solidFill>
                <a:schemeClr val="dk1"/>
              </a:solidFill>
            </a:rPr>
            <a:t>SOFTWARE PLATFORMS, DEVELOPMENT, ENVIRONMENTS &amp; TOOLS</a:t>
          </a:r>
          <a:endParaRPr>
            <a:solidFill>
              <a:schemeClr val="dk1"/>
            </a:solidFill>
          </a:endParaRPr>
        </a:p>
      </dsp:txBody>
      <dsp:txXfrm>
        <a:off x="3235568" y="4734178"/>
        <a:ext cx="1551314" cy="315241"/>
      </dsp:txXfrm>
    </dsp:sp>
    <dsp:sp modelId="{37BA8E79-58B3-8442-8A6C-D6C51892D14D}">
      <dsp:nvSpPr>
        <dsp:cNvPr id="27" name="Freeform 26"/>
        <dsp:cNvSpPr/>
      </dsp:nvSpPr>
      <dsp:spPr bwMode="white">
        <a:xfrm>
          <a:off x="3098071" y="447302"/>
          <a:ext cx="137497" cy="4838548"/>
        </a:xfrm>
        <a:custGeom>
          <a:avLst/>
          <a:gdLst/>
          <a:ahLst/>
          <a:cxnLst/>
          <a:pathLst>
            <a:path w="217" h="7620">
              <a:moveTo>
                <a:pt x="0" y="0"/>
              </a:moveTo>
              <a:lnTo>
                <a:pt x="0" y="7620"/>
              </a:lnTo>
              <a:lnTo>
                <a:pt x="217" y="7620"/>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4838548"/>
      </dsp:txXfrm>
    </dsp:sp>
    <dsp:sp modelId="{98BFB16D-611A-E340-824C-7A8C7562F773}">
      <dsp:nvSpPr>
        <dsp:cNvPr id="28" name="Rounded Rectangle 27"/>
        <dsp:cNvSpPr/>
      </dsp:nvSpPr>
      <dsp:spPr bwMode="white">
        <a:xfrm>
          <a:off x="3235568" y="5128229"/>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235568" y="5128229"/>
        <a:ext cx="1551314" cy="315241"/>
      </dsp:txXfrm>
    </dsp:sp>
    <dsp:sp modelId="{512C5ACD-9AD2-6D40-BCE8-1F4730176F87}">
      <dsp:nvSpPr>
        <dsp:cNvPr id="29" name="Freeform 28"/>
        <dsp:cNvSpPr/>
      </dsp:nvSpPr>
      <dsp:spPr bwMode="white">
        <a:xfrm>
          <a:off x="3098071" y="447302"/>
          <a:ext cx="137497" cy="5232599"/>
        </a:xfrm>
        <a:custGeom>
          <a:avLst/>
          <a:gdLst/>
          <a:ahLst/>
          <a:cxnLst/>
          <a:pathLst>
            <a:path w="217" h="8240">
              <a:moveTo>
                <a:pt x="0" y="0"/>
              </a:moveTo>
              <a:lnTo>
                <a:pt x="0" y="8240"/>
              </a:lnTo>
              <a:lnTo>
                <a:pt x="217" y="8240"/>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5232599"/>
      </dsp:txXfrm>
    </dsp:sp>
    <dsp:sp modelId="{053FA272-89C6-AA49-BB4C-932A0964EB0E}">
      <dsp:nvSpPr>
        <dsp:cNvPr id="30" name="Rounded Rectangle 29"/>
        <dsp:cNvSpPr/>
      </dsp:nvSpPr>
      <dsp:spPr bwMode="white">
        <a:xfrm>
          <a:off x="3235568" y="5522280"/>
          <a:ext cx="1549725"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235568" y="5522280"/>
        <a:ext cx="1549725" cy="315241"/>
      </dsp:txXfrm>
    </dsp:sp>
    <dsp:sp modelId="{0C9E170C-52D9-3745-8562-90986B2BE394}">
      <dsp:nvSpPr>
        <dsp:cNvPr id="31" name="Freeform 30"/>
        <dsp:cNvSpPr/>
      </dsp:nvSpPr>
      <dsp:spPr bwMode="white">
        <a:xfrm>
          <a:off x="3098071" y="447302"/>
          <a:ext cx="137497" cy="5626651"/>
        </a:xfrm>
        <a:custGeom>
          <a:avLst/>
          <a:gdLst/>
          <a:ahLst/>
          <a:cxnLst/>
          <a:pathLst>
            <a:path w="217" h="8861">
              <a:moveTo>
                <a:pt x="0" y="0"/>
              </a:moveTo>
              <a:lnTo>
                <a:pt x="0" y="8861"/>
              </a:lnTo>
              <a:lnTo>
                <a:pt x="217" y="8861"/>
              </a:lnTo>
            </a:path>
          </a:pathLst>
        </a:custGeom>
      </dsp:spPr>
      <dsp:style>
        <a:lnRef idx="2">
          <a:schemeClr val="accent1">
            <a:shade val="60000"/>
          </a:schemeClr>
        </a:lnRef>
        <a:fillRef idx="0">
          <a:schemeClr val="accent1"/>
        </a:fillRef>
        <a:effectRef idx="0">
          <a:scrgbClr r="0" g="0" b="0"/>
        </a:effectRef>
        <a:fontRef idx="minor"/>
      </dsp:style>
      <dsp:txXfrm>
        <a:off x="3098071" y="447302"/>
        <a:ext cx="137497" cy="5626651"/>
      </dsp:txXfrm>
    </dsp:sp>
    <dsp:sp modelId="{5AC13851-0814-9C4F-91E8-BF261D4F9227}">
      <dsp:nvSpPr>
        <dsp:cNvPr id="32" name="Rounded Rectangle 31"/>
        <dsp:cNvSpPr/>
      </dsp:nvSpPr>
      <dsp:spPr bwMode="white">
        <a:xfrm>
          <a:off x="3235568" y="5916332"/>
          <a:ext cx="1551314" cy="31524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800"/>
          </a:lvl1pPr>
          <a:lvl2pPr marL="57150" indent="-57150" algn="ctr">
            <a:defRPr sz="600"/>
          </a:lvl2pPr>
          <a:lvl3pPr marL="114300" indent="-57150" algn="ctr">
            <a:defRPr sz="600"/>
          </a:lvl3pPr>
          <a:lvl4pPr marL="171450" indent="-57150" algn="ctr">
            <a:defRPr sz="600"/>
          </a:lvl4pPr>
          <a:lvl5pPr marL="228600" indent="-57150" algn="ctr">
            <a:defRPr sz="600"/>
          </a:lvl5pPr>
          <a:lvl6pPr marL="285750" indent="-57150" algn="ctr">
            <a:defRPr sz="600"/>
          </a:lvl6pPr>
          <a:lvl7pPr marL="342900" indent="-57150" algn="ctr">
            <a:defRPr sz="600"/>
          </a:lvl7pPr>
          <a:lvl8pPr marL="400050" indent="-57150" algn="ctr">
            <a:defRPr sz="600"/>
          </a:lvl8pPr>
          <a:lvl9pPr marL="457200" indent="-57150" algn="ctr">
            <a:defRPr sz="6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35568" y="5916332"/>
        <a:ext cx="1551314" cy="315241"/>
      </dsp:txXfrm>
    </dsp:sp>
    <dsp:sp modelId="{0D9E6DF1-CBA9-3D43-8108-EE3B50B3C44A}">
      <dsp:nvSpPr>
        <dsp:cNvPr id="4" name="Rounded Rectangle 3" hidden="1"/>
        <dsp:cNvSpPr/>
      </dsp:nvSpPr>
      <dsp:spPr>
        <a:xfrm>
          <a:off x="2899826" y="41123"/>
          <a:ext cx="396489" cy="406179"/>
        </a:xfrm>
        <a:prstGeom prst="roundRect">
          <a:avLst>
            <a:gd name="adj" fmla="val 10000"/>
          </a:avLst>
        </a:prstGeom>
      </dsp:spPr>
      <dsp:txXfrm>
        <a:off x="2899826" y="41123"/>
        <a:ext cx="396489" cy="406179"/>
      </dsp:txXfrm>
    </dsp:sp>
  </dsp:spTree>
</dsp:drawing>
</file>

<file path=ppt/diagrams/drawing1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914610" y="42341"/>
          <a:ext cx="2067801" cy="41820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14610" y="42341"/>
        <a:ext cx="2067801" cy="418206"/>
      </dsp:txXfrm>
    </dsp:sp>
    <dsp:sp modelId="{315EB8D6-B8DC-F04F-9A61-0E43D4C8DA04}">
      <dsp:nvSpPr>
        <dsp:cNvPr id="5" name="Freeform 4"/>
        <dsp:cNvSpPr/>
      </dsp:nvSpPr>
      <dsp:spPr bwMode="white">
        <a:xfrm>
          <a:off x="3121390" y="460547"/>
          <a:ext cx="144234" cy="201091"/>
        </a:xfrm>
        <a:custGeom>
          <a:avLst/>
          <a:gdLst/>
          <a:ahLst/>
          <a:cxnLst/>
          <a:pathLst>
            <a:path w="227" h="317">
              <a:moveTo>
                <a:pt x="0" y="0"/>
              </a:moveTo>
              <a:lnTo>
                <a:pt x="0" y="317"/>
              </a:lnTo>
              <a:lnTo>
                <a:pt x="227" y="31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01091"/>
      </dsp:txXfrm>
    </dsp:sp>
    <dsp:sp modelId="{A49AC36B-B841-8040-8A7F-E096B3097D40}">
      <dsp:nvSpPr>
        <dsp:cNvPr id="6" name="Rounded Rectangle 5"/>
        <dsp:cNvSpPr/>
      </dsp:nvSpPr>
      <dsp:spPr bwMode="white">
        <a:xfrm>
          <a:off x="3265624" y="49935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65624" y="499350"/>
        <a:ext cx="1597251" cy="324576"/>
      </dsp:txXfrm>
    </dsp:sp>
    <dsp:sp modelId="{A31129D5-7A28-5F43-BC8F-F26638B60EB3}">
      <dsp:nvSpPr>
        <dsp:cNvPr id="7" name="Freeform 6"/>
        <dsp:cNvSpPr/>
      </dsp:nvSpPr>
      <dsp:spPr bwMode="white">
        <a:xfrm>
          <a:off x="3121390" y="460547"/>
          <a:ext cx="144234" cy="606811"/>
        </a:xfrm>
        <a:custGeom>
          <a:avLst/>
          <a:gdLst/>
          <a:ahLst/>
          <a:cxnLst/>
          <a:pathLst>
            <a:path w="227" h="956">
              <a:moveTo>
                <a:pt x="0" y="0"/>
              </a:moveTo>
              <a:lnTo>
                <a:pt x="0" y="956"/>
              </a:lnTo>
              <a:lnTo>
                <a:pt x="227" y="95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606811"/>
      </dsp:txXfrm>
    </dsp:sp>
    <dsp:sp modelId="{7CFB17C0-7D78-934E-9D1E-8A4C8C7F6C1F}">
      <dsp:nvSpPr>
        <dsp:cNvPr id="8" name="Rounded Rectangle 7"/>
        <dsp:cNvSpPr/>
      </dsp:nvSpPr>
      <dsp:spPr bwMode="white">
        <a:xfrm>
          <a:off x="3265624" y="90507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65624" y="905070"/>
        <a:ext cx="1597251" cy="324576"/>
      </dsp:txXfrm>
    </dsp:sp>
    <dsp:sp modelId="{4CB1529D-DD40-8941-AA19-8C2A07F2DFD0}">
      <dsp:nvSpPr>
        <dsp:cNvPr id="9" name="Freeform 8"/>
        <dsp:cNvSpPr/>
      </dsp:nvSpPr>
      <dsp:spPr bwMode="white">
        <a:xfrm>
          <a:off x="3121390" y="460547"/>
          <a:ext cx="144234" cy="1012530"/>
        </a:xfrm>
        <a:custGeom>
          <a:avLst/>
          <a:gdLst/>
          <a:ahLst/>
          <a:cxnLst/>
          <a:pathLst>
            <a:path w="227" h="1595">
              <a:moveTo>
                <a:pt x="0" y="0"/>
              </a:moveTo>
              <a:lnTo>
                <a:pt x="0" y="1595"/>
              </a:lnTo>
              <a:lnTo>
                <a:pt x="227" y="159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012530"/>
      </dsp:txXfrm>
    </dsp:sp>
    <dsp:sp modelId="{BA2CCC51-5FC9-CD41-A411-D67BEA2AF108}">
      <dsp:nvSpPr>
        <dsp:cNvPr id="10" name="Rounded Rectangle 9"/>
        <dsp:cNvSpPr/>
      </dsp:nvSpPr>
      <dsp:spPr bwMode="white">
        <a:xfrm>
          <a:off x="3265624" y="131079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65624" y="1310790"/>
        <a:ext cx="1597251" cy="324576"/>
      </dsp:txXfrm>
    </dsp:sp>
    <dsp:sp modelId="{20C55199-2EFC-BD49-BD66-678A13C72241}">
      <dsp:nvSpPr>
        <dsp:cNvPr id="11" name="Freeform 10"/>
        <dsp:cNvSpPr/>
      </dsp:nvSpPr>
      <dsp:spPr bwMode="white">
        <a:xfrm>
          <a:off x="3121390" y="460547"/>
          <a:ext cx="144234" cy="1418250"/>
        </a:xfrm>
        <a:custGeom>
          <a:avLst/>
          <a:gdLst/>
          <a:ahLst/>
          <a:cxnLst/>
          <a:pathLst>
            <a:path w="227" h="2233">
              <a:moveTo>
                <a:pt x="0" y="0"/>
              </a:moveTo>
              <a:lnTo>
                <a:pt x="0" y="2233"/>
              </a:lnTo>
              <a:lnTo>
                <a:pt x="227" y="22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418250"/>
      </dsp:txXfrm>
    </dsp:sp>
    <dsp:sp modelId="{A61EE737-1306-0A4D-8915-CAA598984A3F}">
      <dsp:nvSpPr>
        <dsp:cNvPr id="12" name="Rounded Rectangle 11"/>
        <dsp:cNvSpPr/>
      </dsp:nvSpPr>
      <dsp:spPr bwMode="white">
        <a:xfrm>
          <a:off x="3265624" y="171650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a:t>
          </a:r>
          <a:endParaRPr>
            <a:solidFill>
              <a:schemeClr val="dk1"/>
            </a:solidFill>
          </a:endParaRPr>
        </a:p>
      </dsp:txBody>
      <dsp:txXfrm>
        <a:off x="3265624" y="1716509"/>
        <a:ext cx="1597251" cy="324576"/>
      </dsp:txXfrm>
    </dsp:sp>
    <dsp:sp modelId="{760AC0F8-9CF7-0A45-95CF-8D323C8A247B}">
      <dsp:nvSpPr>
        <dsp:cNvPr id="13" name="Freeform 12"/>
        <dsp:cNvSpPr/>
      </dsp:nvSpPr>
      <dsp:spPr bwMode="white">
        <a:xfrm>
          <a:off x="3121390" y="460547"/>
          <a:ext cx="144234" cy="1823970"/>
        </a:xfrm>
        <a:custGeom>
          <a:avLst/>
          <a:gdLst/>
          <a:ahLst/>
          <a:cxnLst/>
          <a:pathLst>
            <a:path w="227" h="2872">
              <a:moveTo>
                <a:pt x="0" y="0"/>
              </a:moveTo>
              <a:lnTo>
                <a:pt x="0" y="2872"/>
              </a:lnTo>
              <a:lnTo>
                <a:pt x="227" y="2872"/>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823970"/>
      </dsp:txXfrm>
    </dsp:sp>
    <dsp:sp modelId="{B7257ED9-0841-0F4A-B327-F93FB70E0FE8}">
      <dsp:nvSpPr>
        <dsp:cNvPr id="14" name="Rounded Rectangle 13"/>
        <dsp:cNvSpPr/>
      </dsp:nvSpPr>
      <dsp:spPr bwMode="white">
        <a:xfrm>
          <a:off x="3265624" y="212222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65624" y="2122229"/>
        <a:ext cx="1597251" cy="324576"/>
      </dsp:txXfrm>
    </dsp:sp>
    <dsp:sp modelId="{D10FB301-27F4-164E-A00D-1345554A7B00}">
      <dsp:nvSpPr>
        <dsp:cNvPr id="15" name="Freeform 14"/>
        <dsp:cNvSpPr/>
      </dsp:nvSpPr>
      <dsp:spPr bwMode="white">
        <a:xfrm>
          <a:off x="3121390" y="460547"/>
          <a:ext cx="144234" cy="2229690"/>
        </a:xfrm>
        <a:custGeom>
          <a:avLst/>
          <a:gdLst/>
          <a:ahLst/>
          <a:cxnLst/>
          <a:pathLst>
            <a:path w="227" h="3511">
              <a:moveTo>
                <a:pt x="0" y="0"/>
              </a:moveTo>
              <a:lnTo>
                <a:pt x="0" y="3511"/>
              </a:lnTo>
              <a:lnTo>
                <a:pt x="227" y="3511"/>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229690"/>
      </dsp:txXfrm>
    </dsp:sp>
    <dsp:sp modelId="{936E48F7-4236-FE40-9E07-91D8FBF1635C}">
      <dsp:nvSpPr>
        <dsp:cNvPr id="16" name="Rounded Rectangle 15"/>
        <dsp:cNvSpPr/>
      </dsp:nvSpPr>
      <dsp:spPr bwMode="white">
        <a:xfrm>
          <a:off x="3265624" y="252794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65624" y="2527949"/>
        <a:ext cx="1597251" cy="324576"/>
      </dsp:txXfrm>
    </dsp:sp>
    <dsp:sp modelId="{40ED545D-287D-C141-885D-E246B5E4F0AC}">
      <dsp:nvSpPr>
        <dsp:cNvPr id="17" name="Freeform 16"/>
        <dsp:cNvSpPr/>
      </dsp:nvSpPr>
      <dsp:spPr bwMode="white">
        <a:xfrm>
          <a:off x="3121390" y="460547"/>
          <a:ext cx="144234" cy="2702055"/>
        </a:xfrm>
        <a:custGeom>
          <a:avLst/>
          <a:gdLst/>
          <a:ahLst/>
          <a:cxnLst/>
          <a:pathLst>
            <a:path w="227" h="4255">
              <a:moveTo>
                <a:pt x="0" y="0"/>
              </a:moveTo>
              <a:lnTo>
                <a:pt x="0" y="4255"/>
              </a:lnTo>
              <a:lnTo>
                <a:pt x="227" y="42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702055"/>
      </dsp:txXfrm>
    </dsp:sp>
    <dsp:sp modelId="{361E30B0-32E3-6C49-9085-B0FC7F923612}">
      <dsp:nvSpPr>
        <dsp:cNvPr id="18" name="Rounded Rectangle 17"/>
        <dsp:cNvSpPr/>
      </dsp:nvSpPr>
      <dsp:spPr bwMode="white">
        <a:xfrm>
          <a:off x="3265624" y="2933669"/>
          <a:ext cx="2475267" cy="45786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ACTIVITY DIAGRAM</a:t>
          </a:r>
          <a:endParaRPr>
            <a:solidFill>
              <a:schemeClr val="dk1"/>
            </a:solidFill>
          </a:endParaRPr>
        </a:p>
      </dsp:txBody>
      <dsp:txXfrm>
        <a:off x="3265624" y="2933669"/>
        <a:ext cx="2475267" cy="457866"/>
      </dsp:txXfrm>
    </dsp:sp>
    <dsp:sp modelId="{A216BE8C-F0E1-B449-89B2-B155F89FBF9D}">
      <dsp:nvSpPr>
        <dsp:cNvPr id="19" name="Freeform 18"/>
        <dsp:cNvSpPr/>
      </dsp:nvSpPr>
      <dsp:spPr bwMode="white">
        <a:xfrm>
          <a:off x="3121390" y="460547"/>
          <a:ext cx="144234" cy="3174419"/>
        </a:xfrm>
        <a:custGeom>
          <a:avLst/>
          <a:gdLst/>
          <a:ahLst/>
          <a:cxnLst/>
          <a:pathLst>
            <a:path w="227" h="4999">
              <a:moveTo>
                <a:pt x="0" y="0"/>
              </a:moveTo>
              <a:lnTo>
                <a:pt x="0" y="4999"/>
              </a:lnTo>
              <a:lnTo>
                <a:pt x="227" y="4999"/>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174419"/>
      </dsp:txXfrm>
    </dsp:sp>
    <dsp:sp modelId="{186A85C1-A331-174B-A478-88A611080762}">
      <dsp:nvSpPr>
        <dsp:cNvPr id="20" name="Rounded Rectangle 19"/>
        <dsp:cNvSpPr/>
      </dsp:nvSpPr>
      <dsp:spPr bwMode="white">
        <a:xfrm>
          <a:off x="3265624" y="347267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265624" y="3472679"/>
        <a:ext cx="1597251" cy="324576"/>
      </dsp:txXfrm>
    </dsp:sp>
    <dsp:sp modelId="{31C223A4-2AA4-9540-BBFD-8028CC4047EC}">
      <dsp:nvSpPr>
        <dsp:cNvPr id="21" name="Freeform 20"/>
        <dsp:cNvSpPr/>
      </dsp:nvSpPr>
      <dsp:spPr bwMode="white">
        <a:xfrm>
          <a:off x="3121390" y="460547"/>
          <a:ext cx="144234" cy="3580139"/>
        </a:xfrm>
        <a:custGeom>
          <a:avLst/>
          <a:gdLst/>
          <a:ahLst/>
          <a:cxnLst/>
          <a:pathLst>
            <a:path w="227" h="5638">
              <a:moveTo>
                <a:pt x="0" y="0"/>
              </a:moveTo>
              <a:lnTo>
                <a:pt x="0" y="5638"/>
              </a:lnTo>
              <a:lnTo>
                <a:pt x="227" y="5638"/>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580139"/>
      </dsp:txXfrm>
    </dsp:sp>
    <dsp:sp modelId="{77760F1F-C97C-8145-9E80-32158E95C9BC}">
      <dsp:nvSpPr>
        <dsp:cNvPr id="22" name="Rounded Rectangle 21"/>
        <dsp:cNvSpPr/>
      </dsp:nvSpPr>
      <dsp:spPr bwMode="white">
        <a:xfrm>
          <a:off x="3265624" y="387839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65624" y="3878398"/>
        <a:ext cx="1597251" cy="324576"/>
      </dsp:txXfrm>
    </dsp:sp>
    <dsp:sp modelId="{5BD2E31C-EF17-B74E-9AF1-6EA8AE72BB17}">
      <dsp:nvSpPr>
        <dsp:cNvPr id="23" name="Freeform 22"/>
        <dsp:cNvSpPr/>
      </dsp:nvSpPr>
      <dsp:spPr bwMode="white">
        <a:xfrm>
          <a:off x="3121390" y="460547"/>
          <a:ext cx="144234" cy="3985859"/>
        </a:xfrm>
        <a:custGeom>
          <a:avLst/>
          <a:gdLst/>
          <a:ahLst/>
          <a:cxnLst/>
          <a:pathLst>
            <a:path w="227" h="6277">
              <a:moveTo>
                <a:pt x="0" y="0"/>
              </a:moveTo>
              <a:lnTo>
                <a:pt x="0" y="6277"/>
              </a:lnTo>
              <a:lnTo>
                <a:pt x="227" y="627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985859"/>
      </dsp:txXfrm>
    </dsp:sp>
    <dsp:sp modelId="{40142824-BC79-9646-A094-EFF1AF3B4394}">
      <dsp:nvSpPr>
        <dsp:cNvPr id="24" name="Rounded Rectangle 23"/>
        <dsp:cNvSpPr/>
      </dsp:nvSpPr>
      <dsp:spPr bwMode="white">
        <a:xfrm>
          <a:off x="3265624" y="428411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3265624" y="4284118"/>
        <a:ext cx="1597251" cy="324576"/>
      </dsp:txXfrm>
    </dsp:sp>
    <dsp:sp modelId="{36D45499-D2B4-1946-AE8C-6B98412B9EDF}">
      <dsp:nvSpPr>
        <dsp:cNvPr id="25" name="Freeform 24"/>
        <dsp:cNvSpPr/>
      </dsp:nvSpPr>
      <dsp:spPr bwMode="white">
        <a:xfrm>
          <a:off x="3121390" y="460547"/>
          <a:ext cx="144234" cy="4391579"/>
        </a:xfrm>
        <a:custGeom>
          <a:avLst/>
          <a:gdLst/>
          <a:ahLst/>
          <a:cxnLst/>
          <a:pathLst>
            <a:path w="227" h="6916">
              <a:moveTo>
                <a:pt x="0" y="0"/>
              </a:moveTo>
              <a:lnTo>
                <a:pt x="0" y="6916"/>
              </a:lnTo>
              <a:lnTo>
                <a:pt x="227" y="691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391579"/>
      </dsp:txXfrm>
    </dsp:sp>
    <dsp:sp modelId="{E3D396F6-AB7D-4240-BEEE-5BAF826AF446}">
      <dsp:nvSpPr>
        <dsp:cNvPr id="26" name="Rounded Rectangle 25"/>
        <dsp:cNvSpPr/>
      </dsp:nvSpPr>
      <dsp:spPr bwMode="white">
        <a:xfrm>
          <a:off x="3265624" y="468983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 ENVIRONMENTS &amp; TOOLS</a:t>
          </a:r>
          <a:endParaRPr>
            <a:solidFill>
              <a:schemeClr val="dk1"/>
            </a:solidFill>
          </a:endParaRPr>
        </a:p>
      </dsp:txBody>
      <dsp:txXfrm>
        <a:off x="3265624" y="4689838"/>
        <a:ext cx="1597251" cy="324576"/>
      </dsp:txXfrm>
    </dsp:sp>
    <dsp:sp modelId="{37BA8E79-58B3-8442-8A6C-D6C51892D14D}">
      <dsp:nvSpPr>
        <dsp:cNvPr id="27" name="Freeform 26"/>
        <dsp:cNvSpPr/>
      </dsp:nvSpPr>
      <dsp:spPr bwMode="white">
        <a:xfrm>
          <a:off x="3121390" y="460547"/>
          <a:ext cx="144234" cy="4797299"/>
        </a:xfrm>
        <a:custGeom>
          <a:avLst/>
          <a:gdLst/>
          <a:ahLst/>
          <a:cxnLst/>
          <a:pathLst>
            <a:path w="227" h="7555">
              <a:moveTo>
                <a:pt x="0" y="0"/>
              </a:moveTo>
              <a:lnTo>
                <a:pt x="0" y="7555"/>
              </a:lnTo>
              <a:lnTo>
                <a:pt x="227" y="75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797299"/>
      </dsp:txXfrm>
    </dsp:sp>
    <dsp:sp modelId="{98BFB16D-611A-E340-824C-7A8C7562F773}">
      <dsp:nvSpPr>
        <dsp:cNvPr id="28" name="Rounded Rectangle 27"/>
        <dsp:cNvSpPr/>
      </dsp:nvSpPr>
      <dsp:spPr bwMode="white">
        <a:xfrm>
          <a:off x="3265624" y="509555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265624" y="5095558"/>
        <a:ext cx="1597251" cy="324576"/>
      </dsp:txXfrm>
    </dsp:sp>
    <dsp:sp modelId="{EEC487CC-6EF9-9345-9EDA-0E138100E01E}">
      <dsp:nvSpPr>
        <dsp:cNvPr id="29" name="Freeform 28"/>
        <dsp:cNvSpPr/>
      </dsp:nvSpPr>
      <dsp:spPr bwMode="white">
        <a:xfrm>
          <a:off x="3121390" y="460547"/>
          <a:ext cx="144234" cy="5203018"/>
        </a:xfrm>
        <a:custGeom>
          <a:avLst/>
          <a:gdLst/>
          <a:ahLst/>
          <a:cxnLst/>
          <a:pathLst>
            <a:path w="227" h="8194">
              <a:moveTo>
                <a:pt x="0" y="0"/>
              </a:moveTo>
              <a:lnTo>
                <a:pt x="0" y="8194"/>
              </a:lnTo>
              <a:lnTo>
                <a:pt x="227" y="8194"/>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203018"/>
      </dsp:txXfrm>
    </dsp:sp>
    <dsp:sp modelId="{584EC2D1-4C13-8848-83DD-F41847573B71}">
      <dsp:nvSpPr>
        <dsp:cNvPr id="30" name="Rounded Rectangle 29"/>
        <dsp:cNvSpPr/>
      </dsp:nvSpPr>
      <dsp:spPr bwMode="white">
        <a:xfrm>
          <a:off x="3265624" y="5501277"/>
          <a:ext cx="159806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HARDWARE</a:t>
          </a:r>
          <a:endParaRPr>
            <a:solidFill>
              <a:schemeClr val="dk1"/>
            </a:solidFill>
          </a:endParaRPr>
        </a:p>
      </dsp:txBody>
      <dsp:txXfrm>
        <a:off x="3265624" y="5501277"/>
        <a:ext cx="1598061" cy="324576"/>
      </dsp:txXfrm>
    </dsp:sp>
    <dsp:sp modelId="{0C9E170C-52D9-3745-8562-90986B2BE394}">
      <dsp:nvSpPr>
        <dsp:cNvPr id="31" name="Freeform 30"/>
        <dsp:cNvSpPr/>
      </dsp:nvSpPr>
      <dsp:spPr bwMode="white">
        <a:xfrm>
          <a:off x="3121390" y="460547"/>
          <a:ext cx="144234" cy="5608738"/>
        </a:xfrm>
        <a:custGeom>
          <a:avLst/>
          <a:gdLst/>
          <a:ahLst/>
          <a:cxnLst/>
          <a:pathLst>
            <a:path w="227" h="8833">
              <a:moveTo>
                <a:pt x="0" y="0"/>
              </a:moveTo>
              <a:lnTo>
                <a:pt x="0" y="8833"/>
              </a:lnTo>
              <a:lnTo>
                <a:pt x="227" y="88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608738"/>
      </dsp:txXfrm>
    </dsp:sp>
    <dsp:sp modelId="{5AC13851-0814-9C4F-91E8-BF261D4F9227}">
      <dsp:nvSpPr>
        <dsp:cNvPr id="32" name="Rounded Rectangle 31"/>
        <dsp:cNvSpPr/>
      </dsp:nvSpPr>
      <dsp:spPr bwMode="white">
        <a:xfrm>
          <a:off x="3265624" y="5906997"/>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65624" y="5906997"/>
        <a:ext cx="1597251" cy="324576"/>
      </dsp:txXfrm>
    </dsp:sp>
    <dsp:sp modelId="{0D9E6DF1-CBA9-3D43-8108-EE3B50B3C44A}">
      <dsp:nvSpPr>
        <dsp:cNvPr id="4" name="Rounded Rectangle 3" hidden="1"/>
        <dsp:cNvSpPr/>
      </dsp:nvSpPr>
      <dsp:spPr>
        <a:xfrm>
          <a:off x="2914610" y="42341"/>
          <a:ext cx="413560" cy="418206"/>
        </a:xfrm>
        <a:prstGeom prst="roundRect">
          <a:avLst>
            <a:gd name="adj" fmla="val 10000"/>
          </a:avLst>
        </a:prstGeom>
      </dsp:spPr>
      <dsp:txXfrm>
        <a:off x="2914610" y="42341"/>
        <a:ext cx="413560" cy="4182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914610" y="42341"/>
          <a:ext cx="2067801" cy="41820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14610" y="42341"/>
        <a:ext cx="2067801" cy="418206"/>
      </dsp:txXfrm>
    </dsp:sp>
    <dsp:sp modelId="{315EB8D6-B8DC-F04F-9A61-0E43D4C8DA04}">
      <dsp:nvSpPr>
        <dsp:cNvPr id="5" name="Freeform 4"/>
        <dsp:cNvSpPr/>
      </dsp:nvSpPr>
      <dsp:spPr bwMode="white">
        <a:xfrm>
          <a:off x="3121390" y="460547"/>
          <a:ext cx="144234" cy="201091"/>
        </a:xfrm>
        <a:custGeom>
          <a:avLst/>
          <a:gdLst/>
          <a:ahLst/>
          <a:cxnLst/>
          <a:pathLst>
            <a:path w="227" h="317">
              <a:moveTo>
                <a:pt x="0" y="0"/>
              </a:moveTo>
              <a:lnTo>
                <a:pt x="0" y="317"/>
              </a:lnTo>
              <a:lnTo>
                <a:pt x="227" y="31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01091"/>
      </dsp:txXfrm>
    </dsp:sp>
    <dsp:sp modelId="{A49AC36B-B841-8040-8A7F-E096B3097D40}">
      <dsp:nvSpPr>
        <dsp:cNvPr id="6" name="Rounded Rectangle 5"/>
        <dsp:cNvSpPr/>
      </dsp:nvSpPr>
      <dsp:spPr bwMode="white">
        <a:xfrm>
          <a:off x="3265624" y="49935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65624" y="499350"/>
        <a:ext cx="1597251" cy="324576"/>
      </dsp:txXfrm>
    </dsp:sp>
    <dsp:sp modelId="{A31129D5-7A28-5F43-BC8F-F26638B60EB3}">
      <dsp:nvSpPr>
        <dsp:cNvPr id="7" name="Freeform 6"/>
        <dsp:cNvSpPr/>
      </dsp:nvSpPr>
      <dsp:spPr bwMode="white">
        <a:xfrm>
          <a:off x="3121390" y="460547"/>
          <a:ext cx="144234" cy="606811"/>
        </a:xfrm>
        <a:custGeom>
          <a:avLst/>
          <a:gdLst/>
          <a:ahLst/>
          <a:cxnLst/>
          <a:pathLst>
            <a:path w="227" h="956">
              <a:moveTo>
                <a:pt x="0" y="0"/>
              </a:moveTo>
              <a:lnTo>
                <a:pt x="0" y="956"/>
              </a:lnTo>
              <a:lnTo>
                <a:pt x="227" y="95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606811"/>
      </dsp:txXfrm>
    </dsp:sp>
    <dsp:sp modelId="{7CFB17C0-7D78-934E-9D1E-8A4C8C7F6C1F}">
      <dsp:nvSpPr>
        <dsp:cNvPr id="8" name="Rounded Rectangle 7"/>
        <dsp:cNvSpPr/>
      </dsp:nvSpPr>
      <dsp:spPr bwMode="white">
        <a:xfrm>
          <a:off x="3265624" y="90507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65624" y="905070"/>
        <a:ext cx="1597251" cy="324576"/>
      </dsp:txXfrm>
    </dsp:sp>
    <dsp:sp modelId="{4CB1529D-DD40-8941-AA19-8C2A07F2DFD0}">
      <dsp:nvSpPr>
        <dsp:cNvPr id="9" name="Freeform 8"/>
        <dsp:cNvSpPr/>
      </dsp:nvSpPr>
      <dsp:spPr bwMode="white">
        <a:xfrm>
          <a:off x="3121390" y="460547"/>
          <a:ext cx="144234" cy="1012530"/>
        </a:xfrm>
        <a:custGeom>
          <a:avLst/>
          <a:gdLst/>
          <a:ahLst/>
          <a:cxnLst/>
          <a:pathLst>
            <a:path w="227" h="1595">
              <a:moveTo>
                <a:pt x="0" y="0"/>
              </a:moveTo>
              <a:lnTo>
                <a:pt x="0" y="1595"/>
              </a:lnTo>
              <a:lnTo>
                <a:pt x="227" y="159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012530"/>
      </dsp:txXfrm>
    </dsp:sp>
    <dsp:sp modelId="{BA2CCC51-5FC9-CD41-A411-D67BEA2AF108}">
      <dsp:nvSpPr>
        <dsp:cNvPr id="10" name="Rounded Rectangle 9"/>
        <dsp:cNvSpPr/>
      </dsp:nvSpPr>
      <dsp:spPr bwMode="white">
        <a:xfrm>
          <a:off x="3265624" y="131079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65624" y="1310790"/>
        <a:ext cx="1597251" cy="324576"/>
      </dsp:txXfrm>
    </dsp:sp>
    <dsp:sp modelId="{20C55199-2EFC-BD49-BD66-678A13C72241}">
      <dsp:nvSpPr>
        <dsp:cNvPr id="11" name="Freeform 10"/>
        <dsp:cNvSpPr/>
      </dsp:nvSpPr>
      <dsp:spPr bwMode="white">
        <a:xfrm>
          <a:off x="3121390" y="460547"/>
          <a:ext cx="144234" cy="1418250"/>
        </a:xfrm>
        <a:custGeom>
          <a:avLst/>
          <a:gdLst/>
          <a:ahLst/>
          <a:cxnLst/>
          <a:pathLst>
            <a:path w="227" h="2233">
              <a:moveTo>
                <a:pt x="0" y="0"/>
              </a:moveTo>
              <a:lnTo>
                <a:pt x="0" y="2233"/>
              </a:lnTo>
              <a:lnTo>
                <a:pt x="227" y="22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418250"/>
      </dsp:txXfrm>
    </dsp:sp>
    <dsp:sp modelId="{A61EE737-1306-0A4D-8915-CAA598984A3F}">
      <dsp:nvSpPr>
        <dsp:cNvPr id="12" name="Rounded Rectangle 11"/>
        <dsp:cNvSpPr/>
      </dsp:nvSpPr>
      <dsp:spPr bwMode="white">
        <a:xfrm>
          <a:off x="3265624" y="171650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a:t>
          </a:r>
          <a:endParaRPr>
            <a:solidFill>
              <a:schemeClr val="dk1"/>
            </a:solidFill>
          </a:endParaRPr>
        </a:p>
      </dsp:txBody>
      <dsp:txXfrm>
        <a:off x="3265624" y="1716509"/>
        <a:ext cx="1597251" cy="324576"/>
      </dsp:txXfrm>
    </dsp:sp>
    <dsp:sp modelId="{760AC0F8-9CF7-0A45-95CF-8D323C8A247B}">
      <dsp:nvSpPr>
        <dsp:cNvPr id="13" name="Freeform 12"/>
        <dsp:cNvSpPr/>
      </dsp:nvSpPr>
      <dsp:spPr bwMode="white">
        <a:xfrm>
          <a:off x="3121390" y="460547"/>
          <a:ext cx="144234" cy="1823970"/>
        </a:xfrm>
        <a:custGeom>
          <a:avLst/>
          <a:gdLst/>
          <a:ahLst/>
          <a:cxnLst/>
          <a:pathLst>
            <a:path w="227" h="2872">
              <a:moveTo>
                <a:pt x="0" y="0"/>
              </a:moveTo>
              <a:lnTo>
                <a:pt x="0" y="2872"/>
              </a:lnTo>
              <a:lnTo>
                <a:pt x="227" y="2872"/>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823970"/>
      </dsp:txXfrm>
    </dsp:sp>
    <dsp:sp modelId="{B7257ED9-0841-0F4A-B327-F93FB70E0FE8}">
      <dsp:nvSpPr>
        <dsp:cNvPr id="14" name="Rounded Rectangle 13"/>
        <dsp:cNvSpPr/>
      </dsp:nvSpPr>
      <dsp:spPr bwMode="white">
        <a:xfrm>
          <a:off x="3265624" y="212222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65624" y="2122229"/>
        <a:ext cx="1597251" cy="324576"/>
      </dsp:txXfrm>
    </dsp:sp>
    <dsp:sp modelId="{D10FB301-27F4-164E-A00D-1345554A7B00}">
      <dsp:nvSpPr>
        <dsp:cNvPr id="15" name="Freeform 14"/>
        <dsp:cNvSpPr/>
      </dsp:nvSpPr>
      <dsp:spPr bwMode="white">
        <a:xfrm>
          <a:off x="3121390" y="460547"/>
          <a:ext cx="144234" cy="2229690"/>
        </a:xfrm>
        <a:custGeom>
          <a:avLst/>
          <a:gdLst/>
          <a:ahLst/>
          <a:cxnLst/>
          <a:pathLst>
            <a:path w="227" h="3511">
              <a:moveTo>
                <a:pt x="0" y="0"/>
              </a:moveTo>
              <a:lnTo>
                <a:pt x="0" y="3511"/>
              </a:lnTo>
              <a:lnTo>
                <a:pt x="227" y="3511"/>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229690"/>
      </dsp:txXfrm>
    </dsp:sp>
    <dsp:sp modelId="{936E48F7-4236-FE40-9E07-91D8FBF1635C}">
      <dsp:nvSpPr>
        <dsp:cNvPr id="16" name="Rounded Rectangle 15"/>
        <dsp:cNvSpPr/>
      </dsp:nvSpPr>
      <dsp:spPr bwMode="white">
        <a:xfrm>
          <a:off x="3265624" y="252794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65624" y="2527949"/>
        <a:ext cx="1597251" cy="324576"/>
      </dsp:txXfrm>
    </dsp:sp>
    <dsp:sp modelId="{40ED545D-287D-C141-885D-E246B5E4F0AC}">
      <dsp:nvSpPr>
        <dsp:cNvPr id="17" name="Freeform 16"/>
        <dsp:cNvSpPr/>
      </dsp:nvSpPr>
      <dsp:spPr bwMode="white">
        <a:xfrm>
          <a:off x="3121390" y="460547"/>
          <a:ext cx="144234" cy="2702055"/>
        </a:xfrm>
        <a:custGeom>
          <a:avLst/>
          <a:gdLst/>
          <a:ahLst/>
          <a:cxnLst/>
          <a:pathLst>
            <a:path w="227" h="4255">
              <a:moveTo>
                <a:pt x="0" y="0"/>
              </a:moveTo>
              <a:lnTo>
                <a:pt x="0" y="4255"/>
              </a:lnTo>
              <a:lnTo>
                <a:pt x="227" y="42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702055"/>
      </dsp:txXfrm>
    </dsp:sp>
    <dsp:sp modelId="{361E30B0-32E3-6C49-9085-B0FC7F923612}">
      <dsp:nvSpPr>
        <dsp:cNvPr id="18" name="Rounded Rectangle 17"/>
        <dsp:cNvSpPr/>
      </dsp:nvSpPr>
      <dsp:spPr bwMode="white">
        <a:xfrm>
          <a:off x="3265624" y="2933669"/>
          <a:ext cx="2475267" cy="45786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ACTIVITY DIAGRAM</a:t>
          </a:r>
          <a:endParaRPr>
            <a:solidFill>
              <a:schemeClr val="dk1"/>
            </a:solidFill>
          </a:endParaRPr>
        </a:p>
      </dsp:txBody>
      <dsp:txXfrm>
        <a:off x="3265624" y="2933669"/>
        <a:ext cx="2475267" cy="457866"/>
      </dsp:txXfrm>
    </dsp:sp>
    <dsp:sp modelId="{A216BE8C-F0E1-B449-89B2-B155F89FBF9D}">
      <dsp:nvSpPr>
        <dsp:cNvPr id="19" name="Freeform 18"/>
        <dsp:cNvSpPr/>
      </dsp:nvSpPr>
      <dsp:spPr bwMode="white">
        <a:xfrm>
          <a:off x="3121390" y="460547"/>
          <a:ext cx="144234" cy="3174419"/>
        </a:xfrm>
        <a:custGeom>
          <a:avLst/>
          <a:gdLst/>
          <a:ahLst/>
          <a:cxnLst/>
          <a:pathLst>
            <a:path w="227" h="4999">
              <a:moveTo>
                <a:pt x="0" y="0"/>
              </a:moveTo>
              <a:lnTo>
                <a:pt x="0" y="4999"/>
              </a:lnTo>
              <a:lnTo>
                <a:pt x="227" y="4999"/>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174419"/>
      </dsp:txXfrm>
    </dsp:sp>
    <dsp:sp modelId="{186A85C1-A331-174B-A478-88A611080762}">
      <dsp:nvSpPr>
        <dsp:cNvPr id="20" name="Rounded Rectangle 19"/>
        <dsp:cNvSpPr/>
      </dsp:nvSpPr>
      <dsp:spPr bwMode="white">
        <a:xfrm>
          <a:off x="3265624" y="347267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265624" y="3472679"/>
        <a:ext cx="1597251" cy="324576"/>
      </dsp:txXfrm>
    </dsp:sp>
    <dsp:sp modelId="{31C223A4-2AA4-9540-BBFD-8028CC4047EC}">
      <dsp:nvSpPr>
        <dsp:cNvPr id="21" name="Freeform 20"/>
        <dsp:cNvSpPr/>
      </dsp:nvSpPr>
      <dsp:spPr bwMode="white">
        <a:xfrm>
          <a:off x="3121390" y="460547"/>
          <a:ext cx="144234" cy="3580139"/>
        </a:xfrm>
        <a:custGeom>
          <a:avLst/>
          <a:gdLst/>
          <a:ahLst/>
          <a:cxnLst/>
          <a:pathLst>
            <a:path w="227" h="5638">
              <a:moveTo>
                <a:pt x="0" y="0"/>
              </a:moveTo>
              <a:lnTo>
                <a:pt x="0" y="5638"/>
              </a:lnTo>
              <a:lnTo>
                <a:pt x="227" y="5638"/>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580139"/>
      </dsp:txXfrm>
    </dsp:sp>
    <dsp:sp modelId="{77760F1F-C97C-8145-9E80-32158E95C9BC}">
      <dsp:nvSpPr>
        <dsp:cNvPr id="22" name="Rounded Rectangle 21"/>
        <dsp:cNvSpPr/>
      </dsp:nvSpPr>
      <dsp:spPr bwMode="white">
        <a:xfrm>
          <a:off x="3265624" y="387839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65624" y="3878398"/>
        <a:ext cx="1597251" cy="324576"/>
      </dsp:txXfrm>
    </dsp:sp>
    <dsp:sp modelId="{5BD2E31C-EF17-B74E-9AF1-6EA8AE72BB17}">
      <dsp:nvSpPr>
        <dsp:cNvPr id="23" name="Freeform 22"/>
        <dsp:cNvSpPr/>
      </dsp:nvSpPr>
      <dsp:spPr bwMode="white">
        <a:xfrm>
          <a:off x="3121390" y="460547"/>
          <a:ext cx="144234" cy="3985859"/>
        </a:xfrm>
        <a:custGeom>
          <a:avLst/>
          <a:gdLst/>
          <a:ahLst/>
          <a:cxnLst/>
          <a:pathLst>
            <a:path w="227" h="6277">
              <a:moveTo>
                <a:pt x="0" y="0"/>
              </a:moveTo>
              <a:lnTo>
                <a:pt x="0" y="6277"/>
              </a:lnTo>
              <a:lnTo>
                <a:pt x="227" y="627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985859"/>
      </dsp:txXfrm>
    </dsp:sp>
    <dsp:sp modelId="{40142824-BC79-9646-A094-EFF1AF3B4394}">
      <dsp:nvSpPr>
        <dsp:cNvPr id="24" name="Rounded Rectangle 23"/>
        <dsp:cNvSpPr/>
      </dsp:nvSpPr>
      <dsp:spPr bwMode="white">
        <a:xfrm>
          <a:off x="3265624" y="428411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3265624" y="4284118"/>
        <a:ext cx="1597251" cy="324576"/>
      </dsp:txXfrm>
    </dsp:sp>
    <dsp:sp modelId="{36D45499-D2B4-1946-AE8C-6B98412B9EDF}">
      <dsp:nvSpPr>
        <dsp:cNvPr id="25" name="Freeform 24"/>
        <dsp:cNvSpPr/>
      </dsp:nvSpPr>
      <dsp:spPr bwMode="white">
        <a:xfrm>
          <a:off x="3121390" y="460547"/>
          <a:ext cx="144234" cy="4391579"/>
        </a:xfrm>
        <a:custGeom>
          <a:avLst/>
          <a:gdLst/>
          <a:ahLst/>
          <a:cxnLst/>
          <a:pathLst>
            <a:path w="227" h="6916">
              <a:moveTo>
                <a:pt x="0" y="0"/>
              </a:moveTo>
              <a:lnTo>
                <a:pt x="0" y="6916"/>
              </a:lnTo>
              <a:lnTo>
                <a:pt x="227" y="691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391579"/>
      </dsp:txXfrm>
    </dsp:sp>
    <dsp:sp modelId="{E3D396F6-AB7D-4240-BEEE-5BAF826AF446}">
      <dsp:nvSpPr>
        <dsp:cNvPr id="26" name="Rounded Rectangle 25"/>
        <dsp:cNvSpPr/>
      </dsp:nvSpPr>
      <dsp:spPr bwMode="white">
        <a:xfrm>
          <a:off x="3265624" y="468983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 ENVIRONMENTS &amp; TOOLS</a:t>
          </a:r>
          <a:endParaRPr>
            <a:solidFill>
              <a:schemeClr val="dk1"/>
            </a:solidFill>
          </a:endParaRPr>
        </a:p>
      </dsp:txBody>
      <dsp:txXfrm>
        <a:off x="3265624" y="4689838"/>
        <a:ext cx="1597251" cy="324576"/>
      </dsp:txXfrm>
    </dsp:sp>
    <dsp:sp modelId="{37BA8E79-58B3-8442-8A6C-D6C51892D14D}">
      <dsp:nvSpPr>
        <dsp:cNvPr id="27" name="Freeform 26"/>
        <dsp:cNvSpPr/>
      </dsp:nvSpPr>
      <dsp:spPr bwMode="white">
        <a:xfrm>
          <a:off x="3121390" y="460547"/>
          <a:ext cx="144234" cy="4797299"/>
        </a:xfrm>
        <a:custGeom>
          <a:avLst/>
          <a:gdLst/>
          <a:ahLst/>
          <a:cxnLst/>
          <a:pathLst>
            <a:path w="227" h="7555">
              <a:moveTo>
                <a:pt x="0" y="0"/>
              </a:moveTo>
              <a:lnTo>
                <a:pt x="0" y="7555"/>
              </a:lnTo>
              <a:lnTo>
                <a:pt x="227" y="75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797299"/>
      </dsp:txXfrm>
    </dsp:sp>
    <dsp:sp modelId="{98BFB16D-611A-E340-824C-7A8C7562F773}">
      <dsp:nvSpPr>
        <dsp:cNvPr id="28" name="Rounded Rectangle 27"/>
        <dsp:cNvSpPr/>
      </dsp:nvSpPr>
      <dsp:spPr bwMode="white">
        <a:xfrm>
          <a:off x="3265624" y="509555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265624" y="5095558"/>
        <a:ext cx="1597251" cy="324576"/>
      </dsp:txXfrm>
    </dsp:sp>
    <dsp:sp modelId="{EEC487CC-6EF9-9345-9EDA-0E138100E01E}">
      <dsp:nvSpPr>
        <dsp:cNvPr id="29" name="Freeform 28"/>
        <dsp:cNvSpPr/>
      </dsp:nvSpPr>
      <dsp:spPr bwMode="white">
        <a:xfrm>
          <a:off x="3121390" y="460547"/>
          <a:ext cx="144234" cy="5203018"/>
        </a:xfrm>
        <a:custGeom>
          <a:avLst/>
          <a:gdLst/>
          <a:ahLst/>
          <a:cxnLst/>
          <a:pathLst>
            <a:path w="227" h="8194">
              <a:moveTo>
                <a:pt x="0" y="0"/>
              </a:moveTo>
              <a:lnTo>
                <a:pt x="0" y="8194"/>
              </a:lnTo>
              <a:lnTo>
                <a:pt x="227" y="8194"/>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203018"/>
      </dsp:txXfrm>
    </dsp:sp>
    <dsp:sp modelId="{584EC2D1-4C13-8848-83DD-F41847573B71}">
      <dsp:nvSpPr>
        <dsp:cNvPr id="30" name="Rounded Rectangle 29"/>
        <dsp:cNvSpPr/>
      </dsp:nvSpPr>
      <dsp:spPr bwMode="white">
        <a:xfrm>
          <a:off x="3265624" y="5501277"/>
          <a:ext cx="159806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HARDWARE</a:t>
          </a:r>
          <a:endParaRPr>
            <a:solidFill>
              <a:schemeClr val="dk1"/>
            </a:solidFill>
          </a:endParaRPr>
        </a:p>
      </dsp:txBody>
      <dsp:txXfrm>
        <a:off x="3265624" y="5501277"/>
        <a:ext cx="1598061" cy="324576"/>
      </dsp:txXfrm>
    </dsp:sp>
    <dsp:sp modelId="{0C9E170C-52D9-3745-8562-90986B2BE394}">
      <dsp:nvSpPr>
        <dsp:cNvPr id="31" name="Freeform 30"/>
        <dsp:cNvSpPr/>
      </dsp:nvSpPr>
      <dsp:spPr bwMode="white">
        <a:xfrm>
          <a:off x="3121390" y="460547"/>
          <a:ext cx="144234" cy="5608738"/>
        </a:xfrm>
        <a:custGeom>
          <a:avLst/>
          <a:gdLst/>
          <a:ahLst/>
          <a:cxnLst/>
          <a:pathLst>
            <a:path w="227" h="8833">
              <a:moveTo>
                <a:pt x="0" y="0"/>
              </a:moveTo>
              <a:lnTo>
                <a:pt x="0" y="8833"/>
              </a:lnTo>
              <a:lnTo>
                <a:pt x="227" y="88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608738"/>
      </dsp:txXfrm>
    </dsp:sp>
    <dsp:sp modelId="{5AC13851-0814-9C4F-91E8-BF261D4F9227}">
      <dsp:nvSpPr>
        <dsp:cNvPr id="32" name="Rounded Rectangle 31"/>
        <dsp:cNvSpPr/>
      </dsp:nvSpPr>
      <dsp:spPr bwMode="white">
        <a:xfrm>
          <a:off x="3265624" y="5906997"/>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65624" y="5906997"/>
        <a:ext cx="1597251" cy="324576"/>
      </dsp:txXfrm>
    </dsp:sp>
    <dsp:sp modelId="{0D9E6DF1-CBA9-3D43-8108-EE3B50B3C44A}">
      <dsp:nvSpPr>
        <dsp:cNvPr id="4" name="Rounded Rectangle 3" hidden="1"/>
        <dsp:cNvSpPr/>
      </dsp:nvSpPr>
      <dsp:spPr>
        <a:xfrm>
          <a:off x="2914610" y="42341"/>
          <a:ext cx="413560" cy="418206"/>
        </a:xfrm>
        <a:prstGeom prst="roundRect">
          <a:avLst>
            <a:gd name="adj" fmla="val 10000"/>
          </a:avLst>
        </a:prstGeom>
      </dsp:spPr>
      <dsp:txXfrm>
        <a:off x="2914610" y="42341"/>
        <a:ext cx="413560" cy="4182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914610" y="42341"/>
          <a:ext cx="2067801" cy="41820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14610" y="42341"/>
        <a:ext cx="2067801" cy="418206"/>
      </dsp:txXfrm>
    </dsp:sp>
    <dsp:sp modelId="{315EB8D6-B8DC-F04F-9A61-0E43D4C8DA04}">
      <dsp:nvSpPr>
        <dsp:cNvPr id="5" name="Freeform 4"/>
        <dsp:cNvSpPr/>
      </dsp:nvSpPr>
      <dsp:spPr bwMode="white">
        <a:xfrm>
          <a:off x="3121390" y="460547"/>
          <a:ext cx="144234" cy="201091"/>
        </a:xfrm>
        <a:custGeom>
          <a:avLst/>
          <a:gdLst/>
          <a:ahLst/>
          <a:cxnLst/>
          <a:pathLst>
            <a:path w="227" h="317">
              <a:moveTo>
                <a:pt x="0" y="0"/>
              </a:moveTo>
              <a:lnTo>
                <a:pt x="0" y="317"/>
              </a:lnTo>
              <a:lnTo>
                <a:pt x="227" y="31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01091"/>
      </dsp:txXfrm>
    </dsp:sp>
    <dsp:sp modelId="{A49AC36B-B841-8040-8A7F-E096B3097D40}">
      <dsp:nvSpPr>
        <dsp:cNvPr id="6" name="Rounded Rectangle 5"/>
        <dsp:cNvSpPr/>
      </dsp:nvSpPr>
      <dsp:spPr bwMode="white">
        <a:xfrm>
          <a:off x="3265624" y="49935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65624" y="499350"/>
        <a:ext cx="1597251" cy="324576"/>
      </dsp:txXfrm>
    </dsp:sp>
    <dsp:sp modelId="{A31129D5-7A28-5F43-BC8F-F26638B60EB3}">
      <dsp:nvSpPr>
        <dsp:cNvPr id="7" name="Freeform 6"/>
        <dsp:cNvSpPr/>
      </dsp:nvSpPr>
      <dsp:spPr bwMode="white">
        <a:xfrm>
          <a:off x="3121390" y="460547"/>
          <a:ext cx="144234" cy="606811"/>
        </a:xfrm>
        <a:custGeom>
          <a:avLst/>
          <a:gdLst/>
          <a:ahLst/>
          <a:cxnLst/>
          <a:pathLst>
            <a:path w="227" h="956">
              <a:moveTo>
                <a:pt x="0" y="0"/>
              </a:moveTo>
              <a:lnTo>
                <a:pt x="0" y="956"/>
              </a:lnTo>
              <a:lnTo>
                <a:pt x="227" y="95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606811"/>
      </dsp:txXfrm>
    </dsp:sp>
    <dsp:sp modelId="{7CFB17C0-7D78-934E-9D1E-8A4C8C7F6C1F}">
      <dsp:nvSpPr>
        <dsp:cNvPr id="8" name="Rounded Rectangle 7"/>
        <dsp:cNvSpPr/>
      </dsp:nvSpPr>
      <dsp:spPr bwMode="white">
        <a:xfrm>
          <a:off x="3265624" y="90507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65624" y="905070"/>
        <a:ext cx="1597251" cy="324576"/>
      </dsp:txXfrm>
    </dsp:sp>
    <dsp:sp modelId="{4CB1529D-DD40-8941-AA19-8C2A07F2DFD0}">
      <dsp:nvSpPr>
        <dsp:cNvPr id="9" name="Freeform 8"/>
        <dsp:cNvSpPr/>
      </dsp:nvSpPr>
      <dsp:spPr bwMode="white">
        <a:xfrm>
          <a:off x="3121390" y="460547"/>
          <a:ext cx="144234" cy="1012530"/>
        </a:xfrm>
        <a:custGeom>
          <a:avLst/>
          <a:gdLst/>
          <a:ahLst/>
          <a:cxnLst/>
          <a:pathLst>
            <a:path w="227" h="1595">
              <a:moveTo>
                <a:pt x="0" y="0"/>
              </a:moveTo>
              <a:lnTo>
                <a:pt x="0" y="1595"/>
              </a:lnTo>
              <a:lnTo>
                <a:pt x="227" y="159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012530"/>
      </dsp:txXfrm>
    </dsp:sp>
    <dsp:sp modelId="{BA2CCC51-5FC9-CD41-A411-D67BEA2AF108}">
      <dsp:nvSpPr>
        <dsp:cNvPr id="10" name="Rounded Rectangle 9"/>
        <dsp:cNvSpPr/>
      </dsp:nvSpPr>
      <dsp:spPr bwMode="white">
        <a:xfrm>
          <a:off x="3265624" y="131079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65624" y="1310790"/>
        <a:ext cx="1597251" cy="324576"/>
      </dsp:txXfrm>
    </dsp:sp>
    <dsp:sp modelId="{20C55199-2EFC-BD49-BD66-678A13C72241}">
      <dsp:nvSpPr>
        <dsp:cNvPr id="11" name="Freeform 10"/>
        <dsp:cNvSpPr/>
      </dsp:nvSpPr>
      <dsp:spPr bwMode="white">
        <a:xfrm>
          <a:off x="3121390" y="460547"/>
          <a:ext cx="144234" cy="1418250"/>
        </a:xfrm>
        <a:custGeom>
          <a:avLst/>
          <a:gdLst/>
          <a:ahLst/>
          <a:cxnLst/>
          <a:pathLst>
            <a:path w="227" h="2233">
              <a:moveTo>
                <a:pt x="0" y="0"/>
              </a:moveTo>
              <a:lnTo>
                <a:pt x="0" y="2233"/>
              </a:lnTo>
              <a:lnTo>
                <a:pt x="227" y="22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418250"/>
      </dsp:txXfrm>
    </dsp:sp>
    <dsp:sp modelId="{A61EE737-1306-0A4D-8915-CAA598984A3F}">
      <dsp:nvSpPr>
        <dsp:cNvPr id="12" name="Rounded Rectangle 11"/>
        <dsp:cNvSpPr/>
      </dsp:nvSpPr>
      <dsp:spPr bwMode="white">
        <a:xfrm>
          <a:off x="3265624" y="171650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a:t>
          </a:r>
          <a:endParaRPr>
            <a:solidFill>
              <a:schemeClr val="dk1"/>
            </a:solidFill>
          </a:endParaRPr>
        </a:p>
      </dsp:txBody>
      <dsp:txXfrm>
        <a:off x="3265624" y="1716509"/>
        <a:ext cx="1597251" cy="324576"/>
      </dsp:txXfrm>
    </dsp:sp>
    <dsp:sp modelId="{760AC0F8-9CF7-0A45-95CF-8D323C8A247B}">
      <dsp:nvSpPr>
        <dsp:cNvPr id="13" name="Freeform 12"/>
        <dsp:cNvSpPr/>
      </dsp:nvSpPr>
      <dsp:spPr bwMode="white">
        <a:xfrm>
          <a:off x="3121390" y="460547"/>
          <a:ext cx="144234" cy="1823970"/>
        </a:xfrm>
        <a:custGeom>
          <a:avLst/>
          <a:gdLst/>
          <a:ahLst/>
          <a:cxnLst/>
          <a:pathLst>
            <a:path w="227" h="2872">
              <a:moveTo>
                <a:pt x="0" y="0"/>
              </a:moveTo>
              <a:lnTo>
                <a:pt x="0" y="2872"/>
              </a:lnTo>
              <a:lnTo>
                <a:pt x="227" y="2872"/>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823970"/>
      </dsp:txXfrm>
    </dsp:sp>
    <dsp:sp modelId="{B7257ED9-0841-0F4A-B327-F93FB70E0FE8}">
      <dsp:nvSpPr>
        <dsp:cNvPr id="14" name="Rounded Rectangle 13"/>
        <dsp:cNvSpPr/>
      </dsp:nvSpPr>
      <dsp:spPr bwMode="white">
        <a:xfrm>
          <a:off x="3265624" y="212222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65624" y="2122229"/>
        <a:ext cx="1597251" cy="324576"/>
      </dsp:txXfrm>
    </dsp:sp>
    <dsp:sp modelId="{D10FB301-27F4-164E-A00D-1345554A7B00}">
      <dsp:nvSpPr>
        <dsp:cNvPr id="15" name="Freeform 14"/>
        <dsp:cNvSpPr/>
      </dsp:nvSpPr>
      <dsp:spPr bwMode="white">
        <a:xfrm>
          <a:off x="3121390" y="460547"/>
          <a:ext cx="144234" cy="2229690"/>
        </a:xfrm>
        <a:custGeom>
          <a:avLst/>
          <a:gdLst/>
          <a:ahLst/>
          <a:cxnLst/>
          <a:pathLst>
            <a:path w="227" h="3511">
              <a:moveTo>
                <a:pt x="0" y="0"/>
              </a:moveTo>
              <a:lnTo>
                <a:pt x="0" y="3511"/>
              </a:lnTo>
              <a:lnTo>
                <a:pt x="227" y="3511"/>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229690"/>
      </dsp:txXfrm>
    </dsp:sp>
    <dsp:sp modelId="{936E48F7-4236-FE40-9E07-91D8FBF1635C}">
      <dsp:nvSpPr>
        <dsp:cNvPr id="16" name="Rounded Rectangle 15"/>
        <dsp:cNvSpPr/>
      </dsp:nvSpPr>
      <dsp:spPr bwMode="white">
        <a:xfrm>
          <a:off x="3265624" y="252794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65624" y="2527949"/>
        <a:ext cx="1597251" cy="324576"/>
      </dsp:txXfrm>
    </dsp:sp>
    <dsp:sp modelId="{40ED545D-287D-C141-885D-E246B5E4F0AC}">
      <dsp:nvSpPr>
        <dsp:cNvPr id="17" name="Freeform 16"/>
        <dsp:cNvSpPr/>
      </dsp:nvSpPr>
      <dsp:spPr bwMode="white">
        <a:xfrm>
          <a:off x="3121390" y="460547"/>
          <a:ext cx="144234" cy="2702055"/>
        </a:xfrm>
        <a:custGeom>
          <a:avLst/>
          <a:gdLst/>
          <a:ahLst/>
          <a:cxnLst/>
          <a:pathLst>
            <a:path w="227" h="4255">
              <a:moveTo>
                <a:pt x="0" y="0"/>
              </a:moveTo>
              <a:lnTo>
                <a:pt x="0" y="4255"/>
              </a:lnTo>
              <a:lnTo>
                <a:pt x="227" y="42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702055"/>
      </dsp:txXfrm>
    </dsp:sp>
    <dsp:sp modelId="{361E30B0-32E3-6C49-9085-B0FC7F923612}">
      <dsp:nvSpPr>
        <dsp:cNvPr id="18" name="Rounded Rectangle 17"/>
        <dsp:cNvSpPr/>
      </dsp:nvSpPr>
      <dsp:spPr bwMode="white">
        <a:xfrm>
          <a:off x="3265624" y="2933669"/>
          <a:ext cx="2475267" cy="45786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ACTIVITY DIAGRAM</a:t>
          </a:r>
          <a:endParaRPr>
            <a:solidFill>
              <a:schemeClr val="dk1"/>
            </a:solidFill>
          </a:endParaRPr>
        </a:p>
      </dsp:txBody>
      <dsp:txXfrm>
        <a:off x="3265624" y="2933669"/>
        <a:ext cx="2475267" cy="457866"/>
      </dsp:txXfrm>
    </dsp:sp>
    <dsp:sp modelId="{A216BE8C-F0E1-B449-89B2-B155F89FBF9D}">
      <dsp:nvSpPr>
        <dsp:cNvPr id="19" name="Freeform 18"/>
        <dsp:cNvSpPr/>
      </dsp:nvSpPr>
      <dsp:spPr bwMode="white">
        <a:xfrm>
          <a:off x="3121390" y="460547"/>
          <a:ext cx="144234" cy="3174419"/>
        </a:xfrm>
        <a:custGeom>
          <a:avLst/>
          <a:gdLst/>
          <a:ahLst/>
          <a:cxnLst/>
          <a:pathLst>
            <a:path w="227" h="4999">
              <a:moveTo>
                <a:pt x="0" y="0"/>
              </a:moveTo>
              <a:lnTo>
                <a:pt x="0" y="4999"/>
              </a:lnTo>
              <a:lnTo>
                <a:pt x="227" y="4999"/>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174419"/>
      </dsp:txXfrm>
    </dsp:sp>
    <dsp:sp modelId="{186A85C1-A331-174B-A478-88A611080762}">
      <dsp:nvSpPr>
        <dsp:cNvPr id="20" name="Rounded Rectangle 19"/>
        <dsp:cNvSpPr/>
      </dsp:nvSpPr>
      <dsp:spPr bwMode="white">
        <a:xfrm>
          <a:off x="3265624" y="347267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265624" y="3472679"/>
        <a:ext cx="1597251" cy="324576"/>
      </dsp:txXfrm>
    </dsp:sp>
    <dsp:sp modelId="{31C223A4-2AA4-9540-BBFD-8028CC4047EC}">
      <dsp:nvSpPr>
        <dsp:cNvPr id="21" name="Freeform 20"/>
        <dsp:cNvSpPr/>
      </dsp:nvSpPr>
      <dsp:spPr bwMode="white">
        <a:xfrm>
          <a:off x="3121390" y="460547"/>
          <a:ext cx="144234" cy="3580139"/>
        </a:xfrm>
        <a:custGeom>
          <a:avLst/>
          <a:gdLst/>
          <a:ahLst/>
          <a:cxnLst/>
          <a:pathLst>
            <a:path w="227" h="5638">
              <a:moveTo>
                <a:pt x="0" y="0"/>
              </a:moveTo>
              <a:lnTo>
                <a:pt x="0" y="5638"/>
              </a:lnTo>
              <a:lnTo>
                <a:pt x="227" y="5638"/>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580139"/>
      </dsp:txXfrm>
    </dsp:sp>
    <dsp:sp modelId="{77760F1F-C97C-8145-9E80-32158E95C9BC}">
      <dsp:nvSpPr>
        <dsp:cNvPr id="22" name="Rounded Rectangle 21"/>
        <dsp:cNvSpPr/>
      </dsp:nvSpPr>
      <dsp:spPr bwMode="white">
        <a:xfrm>
          <a:off x="3265624" y="387839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65624" y="3878398"/>
        <a:ext cx="1597251" cy="324576"/>
      </dsp:txXfrm>
    </dsp:sp>
    <dsp:sp modelId="{5BD2E31C-EF17-B74E-9AF1-6EA8AE72BB17}">
      <dsp:nvSpPr>
        <dsp:cNvPr id="23" name="Freeform 22"/>
        <dsp:cNvSpPr/>
      </dsp:nvSpPr>
      <dsp:spPr bwMode="white">
        <a:xfrm>
          <a:off x="3121390" y="460547"/>
          <a:ext cx="144234" cy="3985859"/>
        </a:xfrm>
        <a:custGeom>
          <a:avLst/>
          <a:gdLst/>
          <a:ahLst/>
          <a:cxnLst/>
          <a:pathLst>
            <a:path w="227" h="6277">
              <a:moveTo>
                <a:pt x="0" y="0"/>
              </a:moveTo>
              <a:lnTo>
                <a:pt x="0" y="6277"/>
              </a:lnTo>
              <a:lnTo>
                <a:pt x="227" y="627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985859"/>
      </dsp:txXfrm>
    </dsp:sp>
    <dsp:sp modelId="{40142824-BC79-9646-A094-EFF1AF3B4394}">
      <dsp:nvSpPr>
        <dsp:cNvPr id="24" name="Rounded Rectangle 23"/>
        <dsp:cNvSpPr/>
      </dsp:nvSpPr>
      <dsp:spPr bwMode="white">
        <a:xfrm>
          <a:off x="3265624" y="428411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3265624" y="4284118"/>
        <a:ext cx="1597251" cy="324576"/>
      </dsp:txXfrm>
    </dsp:sp>
    <dsp:sp modelId="{36D45499-D2B4-1946-AE8C-6B98412B9EDF}">
      <dsp:nvSpPr>
        <dsp:cNvPr id="25" name="Freeform 24"/>
        <dsp:cNvSpPr/>
      </dsp:nvSpPr>
      <dsp:spPr bwMode="white">
        <a:xfrm>
          <a:off x="3121390" y="460547"/>
          <a:ext cx="144234" cy="4391579"/>
        </a:xfrm>
        <a:custGeom>
          <a:avLst/>
          <a:gdLst/>
          <a:ahLst/>
          <a:cxnLst/>
          <a:pathLst>
            <a:path w="227" h="6916">
              <a:moveTo>
                <a:pt x="0" y="0"/>
              </a:moveTo>
              <a:lnTo>
                <a:pt x="0" y="6916"/>
              </a:lnTo>
              <a:lnTo>
                <a:pt x="227" y="691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391579"/>
      </dsp:txXfrm>
    </dsp:sp>
    <dsp:sp modelId="{E3D396F6-AB7D-4240-BEEE-5BAF826AF446}">
      <dsp:nvSpPr>
        <dsp:cNvPr id="26" name="Rounded Rectangle 25"/>
        <dsp:cNvSpPr/>
      </dsp:nvSpPr>
      <dsp:spPr bwMode="white">
        <a:xfrm>
          <a:off x="3265624" y="468983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 ENVIRONMENTS &amp; TOOLS</a:t>
          </a:r>
          <a:endParaRPr>
            <a:solidFill>
              <a:schemeClr val="dk1"/>
            </a:solidFill>
          </a:endParaRPr>
        </a:p>
      </dsp:txBody>
      <dsp:txXfrm>
        <a:off x="3265624" y="4689838"/>
        <a:ext cx="1597251" cy="324576"/>
      </dsp:txXfrm>
    </dsp:sp>
    <dsp:sp modelId="{37BA8E79-58B3-8442-8A6C-D6C51892D14D}">
      <dsp:nvSpPr>
        <dsp:cNvPr id="27" name="Freeform 26"/>
        <dsp:cNvSpPr/>
      </dsp:nvSpPr>
      <dsp:spPr bwMode="white">
        <a:xfrm>
          <a:off x="3121390" y="460547"/>
          <a:ext cx="144234" cy="4797299"/>
        </a:xfrm>
        <a:custGeom>
          <a:avLst/>
          <a:gdLst/>
          <a:ahLst/>
          <a:cxnLst/>
          <a:pathLst>
            <a:path w="227" h="7555">
              <a:moveTo>
                <a:pt x="0" y="0"/>
              </a:moveTo>
              <a:lnTo>
                <a:pt x="0" y="7555"/>
              </a:lnTo>
              <a:lnTo>
                <a:pt x="227" y="75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797299"/>
      </dsp:txXfrm>
    </dsp:sp>
    <dsp:sp modelId="{98BFB16D-611A-E340-824C-7A8C7562F773}">
      <dsp:nvSpPr>
        <dsp:cNvPr id="28" name="Rounded Rectangle 27"/>
        <dsp:cNvSpPr/>
      </dsp:nvSpPr>
      <dsp:spPr bwMode="white">
        <a:xfrm>
          <a:off x="3265624" y="509555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265624" y="5095558"/>
        <a:ext cx="1597251" cy="324576"/>
      </dsp:txXfrm>
    </dsp:sp>
    <dsp:sp modelId="{EEC487CC-6EF9-9345-9EDA-0E138100E01E}">
      <dsp:nvSpPr>
        <dsp:cNvPr id="29" name="Freeform 28"/>
        <dsp:cNvSpPr/>
      </dsp:nvSpPr>
      <dsp:spPr bwMode="white">
        <a:xfrm>
          <a:off x="3121390" y="460547"/>
          <a:ext cx="144234" cy="5203018"/>
        </a:xfrm>
        <a:custGeom>
          <a:avLst/>
          <a:gdLst/>
          <a:ahLst/>
          <a:cxnLst/>
          <a:pathLst>
            <a:path w="227" h="8194">
              <a:moveTo>
                <a:pt x="0" y="0"/>
              </a:moveTo>
              <a:lnTo>
                <a:pt x="0" y="8194"/>
              </a:lnTo>
              <a:lnTo>
                <a:pt x="227" y="8194"/>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203018"/>
      </dsp:txXfrm>
    </dsp:sp>
    <dsp:sp modelId="{584EC2D1-4C13-8848-83DD-F41847573B71}">
      <dsp:nvSpPr>
        <dsp:cNvPr id="30" name="Rounded Rectangle 29"/>
        <dsp:cNvSpPr/>
      </dsp:nvSpPr>
      <dsp:spPr bwMode="white">
        <a:xfrm>
          <a:off x="3265624" y="5501277"/>
          <a:ext cx="159806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HARDWARE</a:t>
          </a:r>
          <a:endParaRPr>
            <a:solidFill>
              <a:schemeClr val="dk1"/>
            </a:solidFill>
          </a:endParaRPr>
        </a:p>
      </dsp:txBody>
      <dsp:txXfrm>
        <a:off x="3265624" y="5501277"/>
        <a:ext cx="1598061" cy="324576"/>
      </dsp:txXfrm>
    </dsp:sp>
    <dsp:sp modelId="{0C9E170C-52D9-3745-8562-90986B2BE394}">
      <dsp:nvSpPr>
        <dsp:cNvPr id="31" name="Freeform 30"/>
        <dsp:cNvSpPr/>
      </dsp:nvSpPr>
      <dsp:spPr bwMode="white">
        <a:xfrm>
          <a:off x="3121390" y="460547"/>
          <a:ext cx="144234" cy="5608738"/>
        </a:xfrm>
        <a:custGeom>
          <a:avLst/>
          <a:gdLst/>
          <a:ahLst/>
          <a:cxnLst/>
          <a:pathLst>
            <a:path w="227" h="8833">
              <a:moveTo>
                <a:pt x="0" y="0"/>
              </a:moveTo>
              <a:lnTo>
                <a:pt x="0" y="8833"/>
              </a:lnTo>
              <a:lnTo>
                <a:pt x="227" y="88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608738"/>
      </dsp:txXfrm>
    </dsp:sp>
    <dsp:sp modelId="{5AC13851-0814-9C4F-91E8-BF261D4F9227}">
      <dsp:nvSpPr>
        <dsp:cNvPr id="32" name="Rounded Rectangle 31"/>
        <dsp:cNvSpPr/>
      </dsp:nvSpPr>
      <dsp:spPr bwMode="white">
        <a:xfrm>
          <a:off x="3265624" y="5906997"/>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65624" y="5906997"/>
        <a:ext cx="1597251" cy="324576"/>
      </dsp:txXfrm>
    </dsp:sp>
    <dsp:sp modelId="{0D9E6DF1-CBA9-3D43-8108-EE3B50B3C44A}">
      <dsp:nvSpPr>
        <dsp:cNvPr id="4" name="Rounded Rectangle 3" hidden="1"/>
        <dsp:cNvSpPr/>
      </dsp:nvSpPr>
      <dsp:spPr>
        <a:xfrm>
          <a:off x="2914610" y="42341"/>
          <a:ext cx="413560" cy="418206"/>
        </a:xfrm>
        <a:prstGeom prst="roundRect">
          <a:avLst>
            <a:gd name="adj" fmla="val 10000"/>
          </a:avLst>
        </a:prstGeom>
      </dsp:spPr>
      <dsp:txXfrm>
        <a:off x="2914610" y="42341"/>
        <a:ext cx="413560" cy="418206"/>
      </dsp:txXfrm>
    </dsp:sp>
  </dsp:spTree>
</dsp:drawing>
</file>

<file path=ppt/diagrams/drawing1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31573"/>
        <a:chOff x="0" y="0"/>
        <a:chExt cx="8592955" cy="6231573"/>
      </a:xfrm>
    </dsp:grpSpPr>
    <dsp:sp modelId="{E6FD9725-1669-084A-89D0-8C0E6B1C7553}">
      <dsp:nvSpPr>
        <dsp:cNvPr id="3" name="Rounded Rectangle 2"/>
        <dsp:cNvSpPr/>
      </dsp:nvSpPr>
      <dsp:spPr bwMode="white">
        <a:xfrm>
          <a:off x="2914610" y="42341"/>
          <a:ext cx="2067801" cy="41820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14610" y="42341"/>
        <a:ext cx="2067801" cy="418206"/>
      </dsp:txXfrm>
    </dsp:sp>
    <dsp:sp modelId="{315EB8D6-B8DC-F04F-9A61-0E43D4C8DA04}">
      <dsp:nvSpPr>
        <dsp:cNvPr id="5" name="Freeform 4"/>
        <dsp:cNvSpPr/>
      </dsp:nvSpPr>
      <dsp:spPr bwMode="white">
        <a:xfrm>
          <a:off x="3121390" y="460547"/>
          <a:ext cx="144234" cy="201091"/>
        </a:xfrm>
        <a:custGeom>
          <a:avLst/>
          <a:gdLst/>
          <a:ahLst/>
          <a:cxnLst/>
          <a:pathLst>
            <a:path w="227" h="317">
              <a:moveTo>
                <a:pt x="0" y="0"/>
              </a:moveTo>
              <a:lnTo>
                <a:pt x="0" y="317"/>
              </a:lnTo>
              <a:lnTo>
                <a:pt x="227" y="31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01091"/>
      </dsp:txXfrm>
    </dsp:sp>
    <dsp:sp modelId="{A49AC36B-B841-8040-8A7F-E096B3097D40}">
      <dsp:nvSpPr>
        <dsp:cNvPr id="6" name="Rounded Rectangle 5"/>
        <dsp:cNvSpPr/>
      </dsp:nvSpPr>
      <dsp:spPr bwMode="white">
        <a:xfrm>
          <a:off x="3265624" y="49935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65624" y="499350"/>
        <a:ext cx="1597251" cy="324576"/>
      </dsp:txXfrm>
    </dsp:sp>
    <dsp:sp modelId="{A31129D5-7A28-5F43-BC8F-F26638B60EB3}">
      <dsp:nvSpPr>
        <dsp:cNvPr id="7" name="Freeform 6"/>
        <dsp:cNvSpPr/>
      </dsp:nvSpPr>
      <dsp:spPr bwMode="white">
        <a:xfrm>
          <a:off x="3121390" y="460547"/>
          <a:ext cx="144234" cy="606811"/>
        </a:xfrm>
        <a:custGeom>
          <a:avLst/>
          <a:gdLst/>
          <a:ahLst/>
          <a:cxnLst/>
          <a:pathLst>
            <a:path w="227" h="956">
              <a:moveTo>
                <a:pt x="0" y="0"/>
              </a:moveTo>
              <a:lnTo>
                <a:pt x="0" y="956"/>
              </a:lnTo>
              <a:lnTo>
                <a:pt x="227" y="95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606811"/>
      </dsp:txXfrm>
    </dsp:sp>
    <dsp:sp modelId="{7CFB17C0-7D78-934E-9D1E-8A4C8C7F6C1F}">
      <dsp:nvSpPr>
        <dsp:cNvPr id="8" name="Rounded Rectangle 7"/>
        <dsp:cNvSpPr/>
      </dsp:nvSpPr>
      <dsp:spPr bwMode="white">
        <a:xfrm>
          <a:off x="3265624" y="90507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65624" y="905070"/>
        <a:ext cx="1597251" cy="324576"/>
      </dsp:txXfrm>
    </dsp:sp>
    <dsp:sp modelId="{4CB1529D-DD40-8941-AA19-8C2A07F2DFD0}">
      <dsp:nvSpPr>
        <dsp:cNvPr id="9" name="Freeform 8"/>
        <dsp:cNvSpPr/>
      </dsp:nvSpPr>
      <dsp:spPr bwMode="white">
        <a:xfrm>
          <a:off x="3121390" y="460547"/>
          <a:ext cx="144234" cy="1012530"/>
        </a:xfrm>
        <a:custGeom>
          <a:avLst/>
          <a:gdLst/>
          <a:ahLst/>
          <a:cxnLst/>
          <a:pathLst>
            <a:path w="227" h="1595">
              <a:moveTo>
                <a:pt x="0" y="0"/>
              </a:moveTo>
              <a:lnTo>
                <a:pt x="0" y="1595"/>
              </a:lnTo>
              <a:lnTo>
                <a:pt x="227" y="159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012530"/>
      </dsp:txXfrm>
    </dsp:sp>
    <dsp:sp modelId="{BA2CCC51-5FC9-CD41-A411-D67BEA2AF108}">
      <dsp:nvSpPr>
        <dsp:cNvPr id="10" name="Rounded Rectangle 9"/>
        <dsp:cNvSpPr/>
      </dsp:nvSpPr>
      <dsp:spPr bwMode="white">
        <a:xfrm>
          <a:off x="3265624" y="1310790"/>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65624" y="1310790"/>
        <a:ext cx="1597251" cy="324576"/>
      </dsp:txXfrm>
    </dsp:sp>
    <dsp:sp modelId="{20C55199-2EFC-BD49-BD66-678A13C72241}">
      <dsp:nvSpPr>
        <dsp:cNvPr id="11" name="Freeform 10"/>
        <dsp:cNvSpPr/>
      </dsp:nvSpPr>
      <dsp:spPr bwMode="white">
        <a:xfrm>
          <a:off x="3121390" y="460547"/>
          <a:ext cx="144234" cy="1418250"/>
        </a:xfrm>
        <a:custGeom>
          <a:avLst/>
          <a:gdLst/>
          <a:ahLst/>
          <a:cxnLst/>
          <a:pathLst>
            <a:path w="227" h="2233">
              <a:moveTo>
                <a:pt x="0" y="0"/>
              </a:moveTo>
              <a:lnTo>
                <a:pt x="0" y="2233"/>
              </a:lnTo>
              <a:lnTo>
                <a:pt x="227" y="22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418250"/>
      </dsp:txXfrm>
    </dsp:sp>
    <dsp:sp modelId="{A61EE737-1306-0A4D-8915-CAA598984A3F}">
      <dsp:nvSpPr>
        <dsp:cNvPr id="12" name="Rounded Rectangle 11"/>
        <dsp:cNvSpPr/>
      </dsp:nvSpPr>
      <dsp:spPr bwMode="white">
        <a:xfrm>
          <a:off x="3265624" y="171650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a:t>
          </a:r>
          <a:endParaRPr>
            <a:solidFill>
              <a:schemeClr val="dk1"/>
            </a:solidFill>
          </a:endParaRPr>
        </a:p>
      </dsp:txBody>
      <dsp:txXfrm>
        <a:off x="3265624" y="1716509"/>
        <a:ext cx="1597251" cy="324576"/>
      </dsp:txXfrm>
    </dsp:sp>
    <dsp:sp modelId="{760AC0F8-9CF7-0A45-95CF-8D323C8A247B}">
      <dsp:nvSpPr>
        <dsp:cNvPr id="13" name="Freeform 12"/>
        <dsp:cNvSpPr/>
      </dsp:nvSpPr>
      <dsp:spPr bwMode="white">
        <a:xfrm>
          <a:off x="3121390" y="460547"/>
          <a:ext cx="144234" cy="1823970"/>
        </a:xfrm>
        <a:custGeom>
          <a:avLst/>
          <a:gdLst/>
          <a:ahLst/>
          <a:cxnLst/>
          <a:pathLst>
            <a:path w="227" h="2872">
              <a:moveTo>
                <a:pt x="0" y="0"/>
              </a:moveTo>
              <a:lnTo>
                <a:pt x="0" y="2872"/>
              </a:lnTo>
              <a:lnTo>
                <a:pt x="227" y="2872"/>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1823970"/>
      </dsp:txXfrm>
    </dsp:sp>
    <dsp:sp modelId="{B7257ED9-0841-0F4A-B327-F93FB70E0FE8}">
      <dsp:nvSpPr>
        <dsp:cNvPr id="14" name="Rounded Rectangle 13"/>
        <dsp:cNvSpPr/>
      </dsp:nvSpPr>
      <dsp:spPr bwMode="white">
        <a:xfrm>
          <a:off x="3265624" y="212222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65624" y="2122229"/>
        <a:ext cx="1597251" cy="324576"/>
      </dsp:txXfrm>
    </dsp:sp>
    <dsp:sp modelId="{D10FB301-27F4-164E-A00D-1345554A7B00}">
      <dsp:nvSpPr>
        <dsp:cNvPr id="15" name="Freeform 14"/>
        <dsp:cNvSpPr/>
      </dsp:nvSpPr>
      <dsp:spPr bwMode="white">
        <a:xfrm>
          <a:off x="3121390" y="460547"/>
          <a:ext cx="144234" cy="2229690"/>
        </a:xfrm>
        <a:custGeom>
          <a:avLst/>
          <a:gdLst/>
          <a:ahLst/>
          <a:cxnLst/>
          <a:pathLst>
            <a:path w="227" h="3511">
              <a:moveTo>
                <a:pt x="0" y="0"/>
              </a:moveTo>
              <a:lnTo>
                <a:pt x="0" y="3511"/>
              </a:lnTo>
              <a:lnTo>
                <a:pt x="227" y="3511"/>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229690"/>
      </dsp:txXfrm>
    </dsp:sp>
    <dsp:sp modelId="{936E48F7-4236-FE40-9E07-91D8FBF1635C}">
      <dsp:nvSpPr>
        <dsp:cNvPr id="16" name="Rounded Rectangle 15"/>
        <dsp:cNvSpPr/>
      </dsp:nvSpPr>
      <dsp:spPr bwMode="white">
        <a:xfrm>
          <a:off x="3265624" y="252794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65624" y="2527949"/>
        <a:ext cx="1597251" cy="324576"/>
      </dsp:txXfrm>
    </dsp:sp>
    <dsp:sp modelId="{40ED545D-287D-C141-885D-E246B5E4F0AC}">
      <dsp:nvSpPr>
        <dsp:cNvPr id="17" name="Freeform 16"/>
        <dsp:cNvSpPr/>
      </dsp:nvSpPr>
      <dsp:spPr bwMode="white">
        <a:xfrm>
          <a:off x="3121390" y="460547"/>
          <a:ext cx="144234" cy="2702055"/>
        </a:xfrm>
        <a:custGeom>
          <a:avLst/>
          <a:gdLst/>
          <a:ahLst/>
          <a:cxnLst/>
          <a:pathLst>
            <a:path w="227" h="4255">
              <a:moveTo>
                <a:pt x="0" y="0"/>
              </a:moveTo>
              <a:lnTo>
                <a:pt x="0" y="4255"/>
              </a:lnTo>
              <a:lnTo>
                <a:pt x="227" y="42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2702055"/>
      </dsp:txXfrm>
    </dsp:sp>
    <dsp:sp modelId="{361E30B0-32E3-6C49-9085-B0FC7F923612}">
      <dsp:nvSpPr>
        <dsp:cNvPr id="18" name="Rounded Rectangle 17"/>
        <dsp:cNvSpPr/>
      </dsp:nvSpPr>
      <dsp:spPr bwMode="white">
        <a:xfrm>
          <a:off x="3265624" y="2933669"/>
          <a:ext cx="2475267" cy="45786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ACTIVITY DIAGRAM</a:t>
          </a:r>
          <a:endParaRPr>
            <a:solidFill>
              <a:schemeClr val="dk1"/>
            </a:solidFill>
          </a:endParaRPr>
        </a:p>
      </dsp:txBody>
      <dsp:txXfrm>
        <a:off x="3265624" y="2933669"/>
        <a:ext cx="2475267" cy="457866"/>
      </dsp:txXfrm>
    </dsp:sp>
    <dsp:sp modelId="{A216BE8C-F0E1-B449-89B2-B155F89FBF9D}">
      <dsp:nvSpPr>
        <dsp:cNvPr id="19" name="Freeform 18"/>
        <dsp:cNvSpPr/>
      </dsp:nvSpPr>
      <dsp:spPr bwMode="white">
        <a:xfrm>
          <a:off x="3121390" y="460547"/>
          <a:ext cx="144234" cy="3174419"/>
        </a:xfrm>
        <a:custGeom>
          <a:avLst/>
          <a:gdLst/>
          <a:ahLst/>
          <a:cxnLst/>
          <a:pathLst>
            <a:path w="227" h="4999">
              <a:moveTo>
                <a:pt x="0" y="0"/>
              </a:moveTo>
              <a:lnTo>
                <a:pt x="0" y="4999"/>
              </a:lnTo>
              <a:lnTo>
                <a:pt x="227" y="4999"/>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174419"/>
      </dsp:txXfrm>
    </dsp:sp>
    <dsp:sp modelId="{186A85C1-A331-174B-A478-88A611080762}">
      <dsp:nvSpPr>
        <dsp:cNvPr id="20" name="Rounded Rectangle 19"/>
        <dsp:cNvSpPr/>
      </dsp:nvSpPr>
      <dsp:spPr bwMode="white">
        <a:xfrm>
          <a:off x="3265624" y="3472679"/>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265624" y="3472679"/>
        <a:ext cx="1597251" cy="324576"/>
      </dsp:txXfrm>
    </dsp:sp>
    <dsp:sp modelId="{31C223A4-2AA4-9540-BBFD-8028CC4047EC}">
      <dsp:nvSpPr>
        <dsp:cNvPr id="21" name="Freeform 20"/>
        <dsp:cNvSpPr/>
      </dsp:nvSpPr>
      <dsp:spPr bwMode="white">
        <a:xfrm>
          <a:off x="3121390" y="460547"/>
          <a:ext cx="144234" cy="3580139"/>
        </a:xfrm>
        <a:custGeom>
          <a:avLst/>
          <a:gdLst/>
          <a:ahLst/>
          <a:cxnLst/>
          <a:pathLst>
            <a:path w="227" h="5638">
              <a:moveTo>
                <a:pt x="0" y="0"/>
              </a:moveTo>
              <a:lnTo>
                <a:pt x="0" y="5638"/>
              </a:lnTo>
              <a:lnTo>
                <a:pt x="227" y="5638"/>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580139"/>
      </dsp:txXfrm>
    </dsp:sp>
    <dsp:sp modelId="{77760F1F-C97C-8145-9E80-32158E95C9BC}">
      <dsp:nvSpPr>
        <dsp:cNvPr id="22" name="Rounded Rectangle 21"/>
        <dsp:cNvSpPr/>
      </dsp:nvSpPr>
      <dsp:spPr bwMode="white">
        <a:xfrm>
          <a:off x="3265624" y="387839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65624" y="3878398"/>
        <a:ext cx="1597251" cy="324576"/>
      </dsp:txXfrm>
    </dsp:sp>
    <dsp:sp modelId="{5BD2E31C-EF17-B74E-9AF1-6EA8AE72BB17}">
      <dsp:nvSpPr>
        <dsp:cNvPr id="23" name="Freeform 22"/>
        <dsp:cNvSpPr/>
      </dsp:nvSpPr>
      <dsp:spPr bwMode="white">
        <a:xfrm>
          <a:off x="3121390" y="460547"/>
          <a:ext cx="144234" cy="3985859"/>
        </a:xfrm>
        <a:custGeom>
          <a:avLst/>
          <a:gdLst/>
          <a:ahLst/>
          <a:cxnLst/>
          <a:pathLst>
            <a:path w="227" h="6277">
              <a:moveTo>
                <a:pt x="0" y="0"/>
              </a:moveTo>
              <a:lnTo>
                <a:pt x="0" y="6277"/>
              </a:lnTo>
              <a:lnTo>
                <a:pt x="227" y="6277"/>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3985859"/>
      </dsp:txXfrm>
    </dsp:sp>
    <dsp:sp modelId="{40142824-BC79-9646-A094-EFF1AF3B4394}">
      <dsp:nvSpPr>
        <dsp:cNvPr id="24" name="Rounded Rectangle 23"/>
        <dsp:cNvSpPr/>
      </dsp:nvSpPr>
      <dsp:spPr bwMode="white">
        <a:xfrm>
          <a:off x="3265624" y="428411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 (PROTOTYPE)</a:t>
          </a:r>
          <a:endParaRPr>
            <a:solidFill>
              <a:schemeClr val="dk1"/>
            </a:solidFill>
          </a:endParaRPr>
        </a:p>
      </dsp:txBody>
      <dsp:txXfrm>
        <a:off x="3265624" y="4284118"/>
        <a:ext cx="1597251" cy="324576"/>
      </dsp:txXfrm>
    </dsp:sp>
    <dsp:sp modelId="{36D45499-D2B4-1946-AE8C-6B98412B9EDF}">
      <dsp:nvSpPr>
        <dsp:cNvPr id="25" name="Freeform 24"/>
        <dsp:cNvSpPr/>
      </dsp:nvSpPr>
      <dsp:spPr bwMode="white">
        <a:xfrm>
          <a:off x="3121390" y="460547"/>
          <a:ext cx="144234" cy="4391579"/>
        </a:xfrm>
        <a:custGeom>
          <a:avLst/>
          <a:gdLst/>
          <a:ahLst/>
          <a:cxnLst/>
          <a:pathLst>
            <a:path w="227" h="6916">
              <a:moveTo>
                <a:pt x="0" y="0"/>
              </a:moveTo>
              <a:lnTo>
                <a:pt x="0" y="6916"/>
              </a:lnTo>
              <a:lnTo>
                <a:pt x="227" y="6916"/>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391579"/>
      </dsp:txXfrm>
    </dsp:sp>
    <dsp:sp modelId="{E3D396F6-AB7D-4240-BEEE-5BAF826AF446}">
      <dsp:nvSpPr>
        <dsp:cNvPr id="26" name="Rounded Rectangle 25"/>
        <dsp:cNvSpPr/>
      </dsp:nvSpPr>
      <dsp:spPr bwMode="white">
        <a:xfrm>
          <a:off x="3265624" y="468983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 ENVIRONMENTS &amp; TOOLS</a:t>
          </a:r>
          <a:endParaRPr>
            <a:solidFill>
              <a:schemeClr val="dk1"/>
            </a:solidFill>
          </a:endParaRPr>
        </a:p>
      </dsp:txBody>
      <dsp:txXfrm>
        <a:off x="3265624" y="4689838"/>
        <a:ext cx="1597251" cy="324576"/>
      </dsp:txXfrm>
    </dsp:sp>
    <dsp:sp modelId="{37BA8E79-58B3-8442-8A6C-D6C51892D14D}">
      <dsp:nvSpPr>
        <dsp:cNvPr id="27" name="Freeform 26"/>
        <dsp:cNvSpPr/>
      </dsp:nvSpPr>
      <dsp:spPr bwMode="white">
        <a:xfrm>
          <a:off x="3121390" y="460547"/>
          <a:ext cx="144234" cy="4797299"/>
        </a:xfrm>
        <a:custGeom>
          <a:avLst/>
          <a:gdLst/>
          <a:ahLst/>
          <a:cxnLst/>
          <a:pathLst>
            <a:path w="227" h="7555">
              <a:moveTo>
                <a:pt x="0" y="0"/>
              </a:moveTo>
              <a:lnTo>
                <a:pt x="0" y="7555"/>
              </a:lnTo>
              <a:lnTo>
                <a:pt x="227" y="7555"/>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4797299"/>
      </dsp:txXfrm>
    </dsp:sp>
    <dsp:sp modelId="{98BFB16D-611A-E340-824C-7A8C7562F773}">
      <dsp:nvSpPr>
        <dsp:cNvPr id="28" name="Rounded Rectangle 27"/>
        <dsp:cNvSpPr/>
      </dsp:nvSpPr>
      <dsp:spPr bwMode="white">
        <a:xfrm>
          <a:off x="3265624" y="5095558"/>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HARWARE REQUIREMENTS</a:t>
          </a:r>
          <a:endParaRPr>
            <a:solidFill>
              <a:schemeClr val="dk1"/>
            </a:solidFill>
          </a:endParaRPr>
        </a:p>
      </dsp:txBody>
      <dsp:txXfrm>
        <a:off x="3265624" y="5095558"/>
        <a:ext cx="1597251" cy="324576"/>
      </dsp:txXfrm>
    </dsp:sp>
    <dsp:sp modelId="{EEC487CC-6EF9-9345-9EDA-0E138100E01E}">
      <dsp:nvSpPr>
        <dsp:cNvPr id="29" name="Freeform 28"/>
        <dsp:cNvSpPr/>
      </dsp:nvSpPr>
      <dsp:spPr bwMode="white">
        <a:xfrm>
          <a:off x="3121390" y="460547"/>
          <a:ext cx="144234" cy="5203018"/>
        </a:xfrm>
        <a:custGeom>
          <a:avLst/>
          <a:gdLst/>
          <a:ahLst/>
          <a:cxnLst/>
          <a:pathLst>
            <a:path w="227" h="8194">
              <a:moveTo>
                <a:pt x="0" y="0"/>
              </a:moveTo>
              <a:lnTo>
                <a:pt x="0" y="8194"/>
              </a:lnTo>
              <a:lnTo>
                <a:pt x="227" y="8194"/>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203018"/>
      </dsp:txXfrm>
    </dsp:sp>
    <dsp:sp modelId="{584EC2D1-4C13-8848-83DD-F41847573B71}">
      <dsp:nvSpPr>
        <dsp:cNvPr id="30" name="Rounded Rectangle 29"/>
        <dsp:cNvSpPr/>
      </dsp:nvSpPr>
      <dsp:spPr bwMode="white">
        <a:xfrm>
          <a:off x="3265624" y="5501277"/>
          <a:ext cx="159806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HARDWARE</a:t>
          </a:r>
          <a:endParaRPr>
            <a:solidFill>
              <a:schemeClr val="dk1"/>
            </a:solidFill>
          </a:endParaRPr>
        </a:p>
      </dsp:txBody>
      <dsp:txXfrm>
        <a:off x="3265624" y="5501277"/>
        <a:ext cx="1598061" cy="324576"/>
      </dsp:txXfrm>
    </dsp:sp>
    <dsp:sp modelId="{0C9E170C-52D9-3745-8562-90986B2BE394}">
      <dsp:nvSpPr>
        <dsp:cNvPr id="31" name="Freeform 30"/>
        <dsp:cNvSpPr/>
      </dsp:nvSpPr>
      <dsp:spPr bwMode="white">
        <a:xfrm>
          <a:off x="3121390" y="460547"/>
          <a:ext cx="144234" cy="5608738"/>
        </a:xfrm>
        <a:custGeom>
          <a:avLst/>
          <a:gdLst/>
          <a:ahLst/>
          <a:cxnLst/>
          <a:pathLst>
            <a:path w="227" h="8833">
              <a:moveTo>
                <a:pt x="0" y="0"/>
              </a:moveTo>
              <a:lnTo>
                <a:pt x="0" y="8833"/>
              </a:lnTo>
              <a:lnTo>
                <a:pt x="227" y="8833"/>
              </a:lnTo>
            </a:path>
          </a:pathLst>
        </a:custGeom>
      </dsp:spPr>
      <dsp:style>
        <a:lnRef idx="2">
          <a:schemeClr val="accent1">
            <a:shade val="60000"/>
          </a:schemeClr>
        </a:lnRef>
        <a:fillRef idx="0">
          <a:schemeClr val="accent1"/>
        </a:fillRef>
        <a:effectRef idx="0">
          <a:scrgbClr r="0" g="0" b="0"/>
        </a:effectRef>
        <a:fontRef idx="minor"/>
      </dsp:style>
      <dsp:txXfrm>
        <a:off x="3121390" y="460547"/>
        <a:ext cx="144234" cy="5608738"/>
      </dsp:txXfrm>
    </dsp:sp>
    <dsp:sp modelId="{5AC13851-0814-9C4F-91E8-BF261D4F9227}">
      <dsp:nvSpPr>
        <dsp:cNvPr id="32" name="Rounded Rectangle 31"/>
        <dsp:cNvSpPr/>
      </dsp:nvSpPr>
      <dsp:spPr bwMode="white">
        <a:xfrm>
          <a:off x="3265624" y="5906997"/>
          <a:ext cx="1597251" cy="324576"/>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65624" y="5906997"/>
        <a:ext cx="1597251" cy="324576"/>
      </dsp:txXfrm>
    </dsp:sp>
    <dsp:sp modelId="{0D9E6DF1-CBA9-3D43-8108-EE3B50B3C44A}">
      <dsp:nvSpPr>
        <dsp:cNvPr id="4" name="Rounded Rectangle 3" hidden="1"/>
        <dsp:cNvSpPr/>
      </dsp:nvSpPr>
      <dsp:spPr>
        <a:xfrm>
          <a:off x="2914610" y="42341"/>
          <a:ext cx="413560" cy="418206"/>
        </a:xfrm>
        <a:prstGeom prst="roundRect">
          <a:avLst>
            <a:gd name="adj" fmla="val 10000"/>
          </a:avLst>
        </a:prstGeom>
      </dsp:spPr>
      <dsp:txXfrm>
        <a:off x="2914610" y="42341"/>
        <a:ext cx="413560" cy="418206"/>
      </dsp:txXfrm>
    </dsp:sp>
  </dsp:spTree>
</dsp:drawing>
</file>

<file path=ppt/diagrams/drawing1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923728"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23728" y="43252"/>
        <a:ext cx="1965471" cy="427202"/>
      </dsp:txXfrm>
    </dsp:sp>
    <dsp:sp modelId="{315EB8D6-B8DC-F04F-9A61-0E43D4C8DA04}">
      <dsp:nvSpPr>
        <dsp:cNvPr id="5" name="Freeform 4"/>
        <dsp:cNvSpPr/>
      </dsp:nvSpPr>
      <dsp:spPr bwMode="white">
        <a:xfrm>
          <a:off x="3120276"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05416"/>
      </dsp:txXfrm>
    </dsp:sp>
    <dsp:sp modelId="{A49AC36B-B841-8040-8A7F-E096B3097D40}">
      <dsp:nvSpPr>
        <dsp:cNvPr id="6" name="Rounded Rectangle 5"/>
        <dsp:cNvSpPr/>
      </dsp:nvSpPr>
      <dsp:spPr bwMode="white">
        <a:xfrm>
          <a:off x="3252932" y="51009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52932" y="510091"/>
        <a:ext cx="1587862" cy="331557"/>
      </dsp:txXfrm>
    </dsp:sp>
    <dsp:sp modelId="{A31129D5-7A28-5F43-BC8F-F26638B60EB3}">
      <dsp:nvSpPr>
        <dsp:cNvPr id="7" name="Freeform 6"/>
        <dsp:cNvSpPr/>
      </dsp:nvSpPr>
      <dsp:spPr bwMode="white">
        <a:xfrm>
          <a:off x="3120276"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619863"/>
      </dsp:txXfrm>
    </dsp:sp>
    <dsp:sp modelId="{7CFB17C0-7D78-934E-9D1E-8A4C8C7F6C1F}">
      <dsp:nvSpPr>
        <dsp:cNvPr id="8" name="Rounded Rectangle 7"/>
        <dsp:cNvSpPr/>
      </dsp:nvSpPr>
      <dsp:spPr bwMode="white">
        <a:xfrm>
          <a:off x="3252932" y="92453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52932" y="924537"/>
        <a:ext cx="1587862" cy="331557"/>
      </dsp:txXfrm>
    </dsp:sp>
    <dsp:sp modelId="{4CB1529D-DD40-8941-AA19-8C2A07F2DFD0}">
      <dsp:nvSpPr>
        <dsp:cNvPr id="9" name="Freeform 8"/>
        <dsp:cNvSpPr/>
      </dsp:nvSpPr>
      <dsp:spPr bwMode="white">
        <a:xfrm>
          <a:off x="3120276"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034309"/>
      </dsp:txXfrm>
    </dsp:sp>
    <dsp:sp modelId="{BA2CCC51-5FC9-CD41-A411-D67BEA2AF108}">
      <dsp:nvSpPr>
        <dsp:cNvPr id="10" name="Rounded Rectangle 9"/>
        <dsp:cNvSpPr/>
      </dsp:nvSpPr>
      <dsp:spPr bwMode="white">
        <a:xfrm>
          <a:off x="3252932" y="133898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52932" y="1338984"/>
        <a:ext cx="1587862" cy="331557"/>
      </dsp:txXfrm>
    </dsp:sp>
    <dsp:sp modelId="{20C55199-2EFC-BD49-BD66-678A13C72241}">
      <dsp:nvSpPr>
        <dsp:cNvPr id="11" name="Freeform 10"/>
        <dsp:cNvSpPr/>
      </dsp:nvSpPr>
      <dsp:spPr bwMode="white">
        <a:xfrm>
          <a:off x="3120276"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448756"/>
      </dsp:txXfrm>
    </dsp:sp>
    <dsp:sp modelId="{A61EE737-1306-0A4D-8915-CAA598984A3F}">
      <dsp:nvSpPr>
        <dsp:cNvPr id="12" name="Rounded Rectangle 11"/>
        <dsp:cNvSpPr/>
      </dsp:nvSpPr>
      <dsp:spPr bwMode="white">
        <a:xfrm>
          <a:off x="3252932" y="175343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252932" y="1753431"/>
        <a:ext cx="1587862" cy="331557"/>
      </dsp:txXfrm>
    </dsp:sp>
    <dsp:sp modelId="{760AC0F8-9CF7-0A45-95CF-8D323C8A247B}">
      <dsp:nvSpPr>
        <dsp:cNvPr id="13" name="Freeform 12"/>
        <dsp:cNvSpPr/>
      </dsp:nvSpPr>
      <dsp:spPr bwMode="white">
        <a:xfrm>
          <a:off x="3120276"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863203"/>
      </dsp:txXfrm>
    </dsp:sp>
    <dsp:sp modelId="{B7257ED9-0841-0F4A-B327-F93FB70E0FE8}">
      <dsp:nvSpPr>
        <dsp:cNvPr id="14" name="Rounded Rectangle 13"/>
        <dsp:cNvSpPr/>
      </dsp:nvSpPr>
      <dsp:spPr bwMode="white">
        <a:xfrm>
          <a:off x="3252932" y="216787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52932" y="2167877"/>
        <a:ext cx="1587862" cy="331557"/>
      </dsp:txXfrm>
    </dsp:sp>
    <dsp:sp modelId="{039D6549-7EE0-454D-BD14-C5804DC52582}">
      <dsp:nvSpPr>
        <dsp:cNvPr id="15" name="Freeform 14"/>
        <dsp:cNvSpPr/>
      </dsp:nvSpPr>
      <dsp:spPr bwMode="white">
        <a:xfrm>
          <a:off x="3120276"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277649"/>
      </dsp:txXfrm>
    </dsp:sp>
    <dsp:sp modelId="{CE7F1567-AB76-EF48-8BB1-D6ABF7B60A6A}">
      <dsp:nvSpPr>
        <dsp:cNvPr id="16" name="Rounded Rectangle 15"/>
        <dsp:cNvSpPr/>
      </dsp:nvSpPr>
      <dsp:spPr bwMode="white">
        <a:xfrm>
          <a:off x="3252932" y="258232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52932" y="2582324"/>
        <a:ext cx="1587862" cy="331557"/>
      </dsp:txXfrm>
    </dsp:sp>
    <dsp:sp modelId="{7647E2E2-D8DD-C947-A8FB-C4EFCEEBE675}">
      <dsp:nvSpPr>
        <dsp:cNvPr id="17" name="Freeform 16"/>
        <dsp:cNvSpPr/>
      </dsp:nvSpPr>
      <dsp:spPr bwMode="white">
        <a:xfrm>
          <a:off x="3120276"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692096"/>
      </dsp:txXfrm>
    </dsp:sp>
    <dsp:sp modelId="{B28370AA-BA54-A944-8F0A-53F5C92903B0}">
      <dsp:nvSpPr>
        <dsp:cNvPr id="18" name="Rounded Rectangle 17"/>
        <dsp:cNvSpPr/>
      </dsp:nvSpPr>
      <dsp:spPr bwMode="white">
        <a:xfrm>
          <a:off x="3252932" y="2996770"/>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252932" y="2996770"/>
        <a:ext cx="1587862" cy="331557"/>
      </dsp:txXfrm>
    </dsp:sp>
    <dsp:sp modelId="{40ED545D-287D-C141-885D-E246B5E4F0AC}">
      <dsp:nvSpPr>
        <dsp:cNvPr id="19" name="Freeform 18"/>
        <dsp:cNvSpPr/>
      </dsp:nvSpPr>
      <dsp:spPr bwMode="white">
        <a:xfrm>
          <a:off x="3120276" y="470453"/>
          <a:ext cx="132656" cy="3130995"/>
        </a:xfrm>
        <a:custGeom>
          <a:avLst/>
          <a:gdLst/>
          <a:ahLst/>
          <a:cxnLst/>
          <a:pathLst>
            <a:path w="209" h="4931">
              <a:moveTo>
                <a:pt x="0" y="0"/>
              </a:moveTo>
              <a:lnTo>
                <a:pt x="0" y="4931"/>
              </a:lnTo>
              <a:lnTo>
                <a:pt x="209" y="4931"/>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130995"/>
      </dsp:txXfrm>
    </dsp:sp>
    <dsp:sp modelId="{361E30B0-32E3-6C49-9085-B0FC7F923612}">
      <dsp:nvSpPr>
        <dsp:cNvPr id="20" name="Rounded Rectangle 19"/>
        <dsp:cNvSpPr/>
      </dsp:nvSpPr>
      <dsp:spPr bwMode="white">
        <a:xfrm>
          <a:off x="3252932" y="3411217"/>
          <a:ext cx="2480186"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600" b="1" dirty="0">
              <a:solidFill>
                <a:srgbClr val="C00000"/>
              </a:solidFill>
            </a:rPr>
            <a:t>SEQUENCE DIAGRAM</a:t>
          </a:r>
          <a:endParaRPr>
            <a:solidFill>
              <a:schemeClr val="dk1"/>
            </a:solidFill>
          </a:endParaRPr>
        </a:p>
      </dsp:txBody>
      <dsp:txXfrm>
        <a:off x="3252932" y="3411217"/>
        <a:ext cx="2480186" cy="380462"/>
      </dsp:txXfrm>
    </dsp:sp>
    <dsp:sp modelId="{EEAD8606-24DB-2742-87B5-A8CB30B0ECBD}">
      <dsp:nvSpPr>
        <dsp:cNvPr id="21" name="Freeform 20"/>
        <dsp:cNvSpPr/>
      </dsp:nvSpPr>
      <dsp:spPr bwMode="white">
        <a:xfrm>
          <a:off x="3120276" y="470453"/>
          <a:ext cx="132656" cy="3569893"/>
        </a:xfrm>
        <a:custGeom>
          <a:avLst/>
          <a:gdLst/>
          <a:ahLst/>
          <a:cxnLst/>
          <a:pathLst>
            <a:path w="209" h="5622">
              <a:moveTo>
                <a:pt x="0" y="0"/>
              </a:moveTo>
              <a:lnTo>
                <a:pt x="0" y="5622"/>
              </a:lnTo>
              <a:lnTo>
                <a:pt x="209" y="562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569893"/>
      </dsp:txXfrm>
    </dsp:sp>
    <dsp:sp modelId="{55B13CDD-4EC6-F148-AE18-D48AA086E8C6}">
      <dsp:nvSpPr>
        <dsp:cNvPr id="22" name="Rounded Rectangle 21"/>
        <dsp:cNvSpPr/>
      </dsp:nvSpPr>
      <dsp:spPr bwMode="white">
        <a:xfrm>
          <a:off x="3252932" y="387456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52932" y="3874568"/>
        <a:ext cx="1587862" cy="331557"/>
      </dsp:txXfrm>
    </dsp:sp>
    <dsp:sp modelId="{E259CC6D-45B1-6E4F-97C5-0444F4600354}">
      <dsp:nvSpPr>
        <dsp:cNvPr id="23" name="Freeform 22"/>
        <dsp:cNvSpPr/>
      </dsp:nvSpPr>
      <dsp:spPr bwMode="white">
        <a:xfrm>
          <a:off x="3120276" y="470453"/>
          <a:ext cx="132656" cy="3984340"/>
        </a:xfrm>
        <a:custGeom>
          <a:avLst/>
          <a:gdLst/>
          <a:ahLst/>
          <a:cxnLst/>
          <a:pathLst>
            <a:path w="209" h="6275">
              <a:moveTo>
                <a:pt x="0" y="0"/>
              </a:moveTo>
              <a:lnTo>
                <a:pt x="0" y="6275"/>
              </a:lnTo>
              <a:lnTo>
                <a:pt x="209" y="627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984340"/>
      </dsp:txXfrm>
    </dsp:sp>
    <dsp:sp modelId="{0AD80733-76E3-5A4C-9A43-5F29B432D3C7}">
      <dsp:nvSpPr>
        <dsp:cNvPr id="24" name="Rounded Rectangle 23"/>
        <dsp:cNvSpPr/>
      </dsp:nvSpPr>
      <dsp:spPr bwMode="white">
        <a:xfrm>
          <a:off x="3252932" y="4289015"/>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252932" y="4289015"/>
        <a:ext cx="1587862" cy="331557"/>
      </dsp:txXfrm>
    </dsp:sp>
    <dsp:sp modelId="{241F573C-149D-9347-A165-89C2C768AC9B}">
      <dsp:nvSpPr>
        <dsp:cNvPr id="25" name="Freeform 24"/>
        <dsp:cNvSpPr/>
      </dsp:nvSpPr>
      <dsp:spPr bwMode="white">
        <a:xfrm>
          <a:off x="3120276"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398787"/>
      </dsp:txXfrm>
    </dsp:sp>
    <dsp:sp modelId="{B727C589-B43E-0542-8F51-1BBEE4E9A9BD}">
      <dsp:nvSpPr>
        <dsp:cNvPr id="26" name="Rounded Rectangle 25"/>
        <dsp:cNvSpPr/>
      </dsp:nvSpPr>
      <dsp:spPr bwMode="white">
        <a:xfrm>
          <a:off x="3252932" y="470346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SOFTWARE PLATFORMS, DEVELOPMENT,ENVIRONMENTS &amp; TOOLS</a:t>
          </a:r>
          <a:endParaRPr>
            <a:solidFill>
              <a:schemeClr val="dk1"/>
            </a:solidFill>
          </a:endParaRPr>
        </a:p>
      </dsp:txBody>
      <dsp:txXfrm>
        <a:off x="3252932" y="4703461"/>
        <a:ext cx="1587862" cy="331557"/>
      </dsp:txXfrm>
    </dsp:sp>
    <dsp:sp modelId="{4346028D-AF0F-574E-9CA3-9C624390DA6F}">
      <dsp:nvSpPr>
        <dsp:cNvPr id="27" name="Freeform 26"/>
        <dsp:cNvSpPr/>
      </dsp:nvSpPr>
      <dsp:spPr bwMode="white">
        <a:xfrm>
          <a:off x="3120276"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813233"/>
      </dsp:txXfrm>
    </dsp:sp>
    <dsp:sp modelId="{8272133A-3B24-DA42-AC7A-609E744790C0}">
      <dsp:nvSpPr>
        <dsp:cNvPr id="28" name="Rounded Rectangle 27"/>
        <dsp:cNvSpPr/>
      </dsp:nvSpPr>
      <dsp:spPr bwMode="white">
        <a:xfrm>
          <a:off x="3252932" y="511790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252932" y="5117908"/>
        <a:ext cx="1587862" cy="331557"/>
      </dsp:txXfrm>
    </dsp:sp>
    <dsp:sp modelId="{EE1B3F8B-D469-8A4F-9500-DE04DCA28FD4}">
      <dsp:nvSpPr>
        <dsp:cNvPr id="29" name="Freeform 28"/>
        <dsp:cNvSpPr/>
      </dsp:nvSpPr>
      <dsp:spPr bwMode="white">
        <a:xfrm>
          <a:off x="3120276"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227680"/>
      </dsp:txXfrm>
    </dsp:sp>
    <dsp:sp modelId="{DA795618-7D6B-9940-A2B3-6A9662DF71F5}">
      <dsp:nvSpPr>
        <dsp:cNvPr id="30" name="Rounded Rectangle 29"/>
        <dsp:cNvSpPr/>
      </dsp:nvSpPr>
      <dsp:spPr bwMode="white">
        <a:xfrm>
          <a:off x="3252932" y="5532354"/>
          <a:ext cx="158245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252932" y="5532354"/>
        <a:ext cx="1582456" cy="331557"/>
      </dsp:txXfrm>
    </dsp:sp>
    <dsp:sp modelId="{54A495E5-B170-F04E-B636-AFD463633DB3}">
      <dsp:nvSpPr>
        <dsp:cNvPr id="31" name="Freeform 30"/>
        <dsp:cNvSpPr/>
      </dsp:nvSpPr>
      <dsp:spPr bwMode="white">
        <a:xfrm>
          <a:off x="3120276"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642126"/>
      </dsp:txXfrm>
    </dsp:sp>
    <dsp:sp modelId="{1629B4D8-0856-334D-BFED-103CAC3558C3}">
      <dsp:nvSpPr>
        <dsp:cNvPr id="32" name="Rounded Rectangle 31"/>
        <dsp:cNvSpPr/>
      </dsp:nvSpPr>
      <dsp:spPr bwMode="white">
        <a:xfrm>
          <a:off x="3252932" y="594680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52932" y="5946801"/>
        <a:ext cx="1587862" cy="331557"/>
      </dsp:txXfrm>
    </dsp:sp>
    <dsp:sp modelId="{0D9E6DF1-CBA9-3D43-8108-EE3B50B3C44A}">
      <dsp:nvSpPr>
        <dsp:cNvPr id="4" name="Rounded Rectangle 3" hidden="1"/>
        <dsp:cNvSpPr/>
      </dsp:nvSpPr>
      <dsp:spPr>
        <a:xfrm>
          <a:off x="2923728" y="43252"/>
          <a:ext cx="393094" cy="427202"/>
        </a:xfrm>
        <a:prstGeom prst="roundRect">
          <a:avLst>
            <a:gd name="adj" fmla="val 10000"/>
          </a:avLst>
        </a:prstGeom>
      </dsp:spPr>
      <dsp:txXfrm>
        <a:off x="2923728" y="43252"/>
        <a:ext cx="393094" cy="427202"/>
      </dsp:txXfrm>
    </dsp:sp>
  </dsp:spTree>
</dsp:drawing>
</file>

<file path=ppt/diagrams/drawing1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923728"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23728" y="43252"/>
        <a:ext cx="1965471" cy="427202"/>
      </dsp:txXfrm>
    </dsp:sp>
    <dsp:sp modelId="{315EB8D6-B8DC-F04F-9A61-0E43D4C8DA04}">
      <dsp:nvSpPr>
        <dsp:cNvPr id="5" name="Freeform 4"/>
        <dsp:cNvSpPr/>
      </dsp:nvSpPr>
      <dsp:spPr bwMode="white">
        <a:xfrm>
          <a:off x="3120276"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05416"/>
      </dsp:txXfrm>
    </dsp:sp>
    <dsp:sp modelId="{A49AC36B-B841-8040-8A7F-E096B3097D40}">
      <dsp:nvSpPr>
        <dsp:cNvPr id="6" name="Rounded Rectangle 5"/>
        <dsp:cNvSpPr/>
      </dsp:nvSpPr>
      <dsp:spPr bwMode="white">
        <a:xfrm>
          <a:off x="3252932" y="51009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52932" y="510091"/>
        <a:ext cx="1587862" cy="331557"/>
      </dsp:txXfrm>
    </dsp:sp>
    <dsp:sp modelId="{A31129D5-7A28-5F43-BC8F-F26638B60EB3}">
      <dsp:nvSpPr>
        <dsp:cNvPr id="7" name="Freeform 6"/>
        <dsp:cNvSpPr/>
      </dsp:nvSpPr>
      <dsp:spPr bwMode="white">
        <a:xfrm>
          <a:off x="3120276"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619863"/>
      </dsp:txXfrm>
    </dsp:sp>
    <dsp:sp modelId="{7CFB17C0-7D78-934E-9D1E-8A4C8C7F6C1F}">
      <dsp:nvSpPr>
        <dsp:cNvPr id="8" name="Rounded Rectangle 7"/>
        <dsp:cNvSpPr/>
      </dsp:nvSpPr>
      <dsp:spPr bwMode="white">
        <a:xfrm>
          <a:off x="3252932" y="92453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52932" y="924537"/>
        <a:ext cx="1587862" cy="331557"/>
      </dsp:txXfrm>
    </dsp:sp>
    <dsp:sp modelId="{4CB1529D-DD40-8941-AA19-8C2A07F2DFD0}">
      <dsp:nvSpPr>
        <dsp:cNvPr id="9" name="Freeform 8"/>
        <dsp:cNvSpPr/>
      </dsp:nvSpPr>
      <dsp:spPr bwMode="white">
        <a:xfrm>
          <a:off x="3120276"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034309"/>
      </dsp:txXfrm>
    </dsp:sp>
    <dsp:sp modelId="{BA2CCC51-5FC9-CD41-A411-D67BEA2AF108}">
      <dsp:nvSpPr>
        <dsp:cNvPr id="10" name="Rounded Rectangle 9"/>
        <dsp:cNvSpPr/>
      </dsp:nvSpPr>
      <dsp:spPr bwMode="white">
        <a:xfrm>
          <a:off x="3252932" y="133898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52932" y="1338984"/>
        <a:ext cx="1587862" cy="331557"/>
      </dsp:txXfrm>
    </dsp:sp>
    <dsp:sp modelId="{20C55199-2EFC-BD49-BD66-678A13C72241}">
      <dsp:nvSpPr>
        <dsp:cNvPr id="11" name="Freeform 10"/>
        <dsp:cNvSpPr/>
      </dsp:nvSpPr>
      <dsp:spPr bwMode="white">
        <a:xfrm>
          <a:off x="3120276"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448756"/>
      </dsp:txXfrm>
    </dsp:sp>
    <dsp:sp modelId="{A61EE737-1306-0A4D-8915-CAA598984A3F}">
      <dsp:nvSpPr>
        <dsp:cNvPr id="12" name="Rounded Rectangle 11"/>
        <dsp:cNvSpPr/>
      </dsp:nvSpPr>
      <dsp:spPr bwMode="white">
        <a:xfrm>
          <a:off x="3252932" y="175343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252932" y="1753431"/>
        <a:ext cx="1587862" cy="331557"/>
      </dsp:txXfrm>
    </dsp:sp>
    <dsp:sp modelId="{760AC0F8-9CF7-0A45-95CF-8D323C8A247B}">
      <dsp:nvSpPr>
        <dsp:cNvPr id="13" name="Freeform 12"/>
        <dsp:cNvSpPr/>
      </dsp:nvSpPr>
      <dsp:spPr bwMode="white">
        <a:xfrm>
          <a:off x="3120276"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863203"/>
      </dsp:txXfrm>
    </dsp:sp>
    <dsp:sp modelId="{B7257ED9-0841-0F4A-B327-F93FB70E0FE8}">
      <dsp:nvSpPr>
        <dsp:cNvPr id="14" name="Rounded Rectangle 13"/>
        <dsp:cNvSpPr/>
      </dsp:nvSpPr>
      <dsp:spPr bwMode="white">
        <a:xfrm>
          <a:off x="3252932" y="216787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52932" y="2167877"/>
        <a:ext cx="1587862" cy="331557"/>
      </dsp:txXfrm>
    </dsp:sp>
    <dsp:sp modelId="{039D6549-7EE0-454D-BD14-C5804DC52582}">
      <dsp:nvSpPr>
        <dsp:cNvPr id="15" name="Freeform 14"/>
        <dsp:cNvSpPr/>
      </dsp:nvSpPr>
      <dsp:spPr bwMode="white">
        <a:xfrm>
          <a:off x="3120276"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277649"/>
      </dsp:txXfrm>
    </dsp:sp>
    <dsp:sp modelId="{CE7F1567-AB76-EF48-8BB1-D6ABF7B60A6A}">
      <dsp:nvSpPr>
        <dsp:cNvPr id="16" name="Rounded Rectangle 15"/>
        <dsp:cNvSpPr/>
      </dsp:nvSpPr>
      <dsp:spPr bwMode="white">
        <a:xfrm>
          <a:off x="3252932" y="258232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52932" y="2582324"/>
        <a:ext cx="1587862" cy="331557"/>
      </dsp:txXfrm>
    </dsp:sp>
    <dsp:sp modelId="{7647E2E2-D8DD-C947-A8FB-C4EFCEEBE675}">
      <dsp:nvSpPr>
        <dsp:cNvPr id="17" name="Freeform 16"/>
        <dsp:cNvSpPr/>
      </dsp:nvSpPr>
      <dsp:spPr bwMode="white">
        <a:xfrm>
          <a:off x="3120276"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692096"/>
      </dsp:txXfrm>
    </dsp:sp>
    <dsp:sp modelId="{B28370AA-BA54-A944-8F0A-53F5C92903B0}">
      <dsp:nvSpPr>
        <dsp:cNvPr id="18" name="Rounded Rectangle 17"/>
        <dsp:cNvSpPr/>
      </dsp:nvSpPr>
      <dsp:spPr bwMode="white">
        <a:xfrm>
          <a:off x="3252932" y="2996770"/>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252932" y="2996770"/>
        <a:ext cx="1587862" cy="331557"/>
      </dsp:txXfrm>
    </dsp:sp>
    <dsp:sp modelId="{40ED545D-287D-C141-885D-E246B5E4F0AC}">
      <dsp:nvSpPr>
        <dsp:cNvPr id="19" name="Freeform 18"/>
        <dsp:cNvSpPr/>
      </dsp:nvSpPr>
      <dsp:spPr bwMode="white">
        <a:xfrm>
          <a:off x="3120276" y="470453"/>
          <a:ext cx="132656" cy="3130995"/>
        </a:xfrm>
        <a:custGeom>
          <a:avLst/>
          <a:gdLst/>
          <a:ahLst/>
          <a:cxnLst/>
          <a:pathLst>
            <a:path w="209" h="4931">
              <a:moveTo>
                <a:pt x="0" y="0"/>
              </a:moveTo>
              <a:lnTo>
                <a:pt x="0" y="4931"/>
              </a:lnTo>
              <a:lnTo>
                <a:pt x="209" y="4931"/>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130995"/>
      </dsp:txXfrm>
    </dsp:sp>
    <dsp:sp modelId="{361E30B0-32E3-6C49-9085-B0FC7F923612}">
      <dsp:nvSpPr>
        <dsp:cNvPr id="20" name="Rounded Rectangle 19"/>
        <dsp:cNvSpPr/>
      </dsp:nvSpPr>
      <dsp:spPr bwMode="white">
        <a:xfrm>
          <a:off x="3252932" y="3411217"/>
          <a:ext cx="2480186"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600" b="1" dirty="0">
              <a:solidFill>
                <a:srgbClr val="C00000"/>
              </a:solidFill>
            </a:rPr>
            <a:t>SEQUENCE DIAGRAM</a:t>
          </a:r>
          <a:endParaRPr>
            <a:solidFill>
              <a:schemeClr val="dk1"/>
            </a:solidFill>
          </a:endParaRPr>
        </a:p>
      </dsp:txBody>
      <dsp:txXfrm>
        <a:off x="3252932" y="3411217"/>
        <a:ext cx="2480186" cy="380462"/>
      </dsp:txXfrm>
    </dsp:sp>
    <dsp:sp modelId="{EEAD8606-24DB-2742-87B5-A8CB30B0ECBD}">
      <dsp:nvSpPr>
        <dsp:cNvPr id="21" name="Freeform 20"/>
        <dsp:cNvSpPr/>
      </dsp:nvSpPr>
      <dsp:spPr bwMode="white">
        <a:xfrm>
          <a:off x="3120276" y="470453"/>
          <a:ext cx="132656" cy="3569893"/>
        </a:xfrm>
        <a:custGeom>
          <a:avLst/>
          <a:gdLst/>
          <a:ahLst/>
          <a:cxnLst/>
          <a:pathLst>
            <a:path w="209" h="5622">
              <a:moveTo>
                <a:pt x="0" y="0"/>
              </a:moveTo>
              <a:lnTo>
                <a:pt x="0" y="5622"/>
              </a:lnTo>
              <a:lnTo>
                <a:pt x="209" y="562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569893"/>
      </dsp:txXfrm>
    </dsp:sp>
    <dsp:sp modelId="{55B13CDD-4EC6-F148-AE18-D48AA086E8C6}">
      <dsp:nvSpPr>
        <dsp:cNvPr id="22" name="Rounded Rectangle 21"/>
        <dsp:cNvSpPr/>
      </dsp:nvSpPr>
      <dsp:spPr bwMode="white">
        <a:xfrm>
          <a:off x="3252932" y="387456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52932" y="3874568"/>
        <a:ext cx="1587862" cy="331557"/>
      </dsp:txXfrm>
    </dsp:sp>
    <dsp:sp modelId="{E259CC6D-45B1-6E4F-97C5-0444F4600354}">
      <dsp:nvSpPr>
        <dsp:cNvPr id="23" name="Freeform 22"/>
        <dsp:cNvSpPr/>
      </dsp:nvSpPr>
      <dsp:spPr bwMode="white">
        <a:xfrm>
          <a:off x="3120276" y="470453"/>
          <a:ext cx="132656" cy="3984340"/>
        </a:xfrm>
        <a:custGeom>
          <a:avLst/>
          <a:gdLst/>
          <a:ahLst/>
          <a:cxnLst/>
          <a:pathLst>
            <a:path w="209" h="6275">
              <a:moveTo>
                <a:pt x="0" y="0"/>
              </a:moveTo>
              <a:lnTo>
                <a:pt x="0" y="6275"/>
              </a:lnTo>
              <a:lnTo>
                <a:pt x="209" y="627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984340"/>
      </dsp:txXfrm>
    </dsp:sp>
    <dsp:sp modelId="{0AD80733-76E3-5A4C-9A43-5F29B432D3C7}">
      <dsp:nvSpPr>
        <dsp:cNvPr id="24" name="Rounded Rectangle 23"/>
        <dsp:cNvSpPr/>
      </dsp:nvSpPr>
      <dsp:spPr bwMode="white">
        <a:xfrm>
          <a:off x="3252932" y="4289015"/>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252932" y="4289015"/>
        <a:ext cx="1587862" cy="331557"/>
      </dsp:txXfrm>
    </dsp:sp>
    <dsp:sp modelId="{241F573C-149D-9347-A165-89C2C768AC9B}">
      <dsp:nvSpPr>
        <dsp:cNvPr id="25" name="Freeform 24"/>
        <dsp:cNvSpPr/>
      </dsp:nvSpPr>
      <dsp:spPr bwMode="white">
        <a:xfrm>
          <a:off x="3120276"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398787"/>
      </dsp:txXfrm>
    </dsp:sp>
    <dsp:sp modelId="{B727C589-B43E-0542-8F51-1BBEE4E9A9BD}">
      <dsp:nvSpPr>
        <dsp:cNvPr id="26" name="Rounded Rectangle 25"/>
        <dsp:cNvSpPr/>
      </dsp:nvSpPr>
      <dsp:spPr bwMode="white">
        <a:xfrm>
          <a:off x="3252932" y="470346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SOFTWARE PLATFORMS, DEVELOPMENT,ENVIRONMENTS &amp; TOOLS</a:t>
          </a:r>
          <a:endParaRPr>
            <a:solidFill>
              <a:schemeClr val="dk1"/>
            </a:solidFill>
          </a:endParaRPr>
        </a:p>
      </dsp:txBody>
      <dsp:txXfrm>
        <a:off x="3252932" y="4703461"/>
        <a:ext cx="1587862" cy="331557"/>
      </dsp:txXfrm>
    </dsp:sp>
    <dsp:sp modelId="{4346028D-AF0F-574E-9CA3-9C624390DA6F}">
      <dsp:nvSpPr>
        <dsp:cNvPr id="27" name="Freeform 26"/>
        <dsp:cNvSpPr/>
      </dsp:nvSpPr>
      <dsp:spPr bwMode="white">
        <a:xfrm>
          <a:off x="3120276"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813233"/>
      </dsp:txXfrm>
    </dsp:sp>
    <dsp:sp modelId="{8272133A-3B24-DA42-AC7A-609E744790C0}">
      <dsp:nvSpPr>
        <dsp:cNvPr id="28" name="Rounded Rectangle 27"/>
        <dsp:cNvSpPr/>
      </dsp:nvSpPr>
      <dsp:spPr bwMode="white">
        <a:xfrm>
          <a:off x="3252932" y="511790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252932" y="5117908"/>
        <a:ext cx="1587862" cy="331557"/>
      </dsp:txXfrm>
    </dsp:sp>
    <dsp:sp modelId="{EE1B3F8B-D469-8A4F-9500-DE04DCA28FD4}">
      <dsp:nvSpPr>
        <dsp:cNvPr id="29" name="Freeform 28"/>
        <dsp:cNvSpPr/>
      </dsp:nvSpPr>
      <dsp:spPr bwMode="white">
        <a:xfrm>
          <a:off x="3120276"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227680"/>
      </dsp:txXfrm>
    </dsp:sp>
    <dsp:sp modelId="{DA795618-7D6B-9940-A2B3-6A9662DF71F5}">
      <dsp:nvSpPr>
        <dsp:cNvPr id="30" name="Rounded Rectangle 29"/>
        <dsp:cNvSpPr/>
      </dsp:nvSpPr>
      <dsp:spPr bwMode="white">
        <a:xfrm>
          <a:off x="3252932" y="5532354"/>
          <a:ext cx="158245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252932" y="5532354"/>
        <a:ext cx="1582456" cy="331557"/>
      </dsp:txXfrm>
    </dsp:sp>
    <dsp:sp modelId="{54A495E5-B170-F04E-B636-AFD463633DB3}">
      <dsp:nvSpPr>
        <dsp:cNvPr id="31" name="Freeform 30"/>
        <dsp:cNvSpPr/>
      </dsp:nvSpPr>
      <dsp:spPr bwMode="white">
        <a:xfrm>
          <a:off x="3120276"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642126"/>
      </dsp:txXfrm>
    </dsp:sp>
    <dsp:sp modelId="{1629B4D8-0856-334D-BFED-103CAC3558C3}">
      <dsp:nvSpPr>
        <dsp:cNvPr id="32" name="Rounded Rectangle 31"/>
        <dsp:cNvSpPr/>
      </dsp:nvSpPr>
      <dsp:spPr bwMode="white">
        <a:xfrm>
          <a:off x="3252932" y="594680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52932" y="5946801"/>
        <a:ext cx="1587862" cy="331557"/>
      </dsp:txXfrm>
    </dsp:sp>
    <dsp:sp modelId="{0D9E6DF1-CBA9-3D43-8108-EE3B50B3C44A}">
      <dsp:nvSpPr>
        <dsp:cNvPr id="4" name="Rounded Rectangle 3" hidden="1"/>
        <dsp:cNvSpPr/>
      </dsp:nvSpPr>
      <dsp:spPr>
        <a:xfrm>
          <a:off x="2923728" y="43252"/>
          <a:ext cx="393094" cy="427202"/>
        </a:xfrm>
        <a:prstGeom prst="roundRect">
          <a:avLst>
            <a:gd name="adj" fmla="val 10000"/>
          </a:avLst>
        </a:prstGeom>
      </dsp:spPr>
      <dsp:txXfrm>
        <a:off x="2923728" y="43252"/>
        <a:ext cx="393094" cy="427202"/>
      </dsp:txXfrm>
    </dsp:sp>
  </dsp:spTree>
</dsp:drawing>
</file>

<file path=ppt/diagrams/drawing1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923728"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23728" y="43252"/>
        <a:ext cx="1965471" cy="427202"/>
      </dsp:txXfrm>
    </dsp:sp>
    <dsp:sp modelId="{315EB8D6-B8DC-F04F-9A61-0E43D4C8DA04}">
      <dsp:nvSpPr>
        <dsp:cNvPr id="5" name="Freeform 4"/>
        <dsp:cNvSpPr/>
      </dsp:nvSpPr>
      <dsp:spPr bwMode="white">
        <a:xfrm>
          <a:off x="3120276"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05416"/>
      </dsp:txXfrm>
    </dsp:sp>
    <dsp:sp modelId="{A49AC36B-B841-8040-8A7F-E096B3097D40}">
      <dsp:nvSpPr>
        <dsp:cNvPr id="6" name="Rounded Rectangle 5"/>
        <dsp:cNvSpPr/>
      </dsp:nvSpPr>
      <dsp:spPr bwMode="white">
        <a:xfrm>
          <a:off x="3252932" y="51009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52932" y="510091"/>
        <a:ext cx="1587862" cy="331557"/>
      </dsp:txXfrm>
    </dsp:sp>
    <dsp:sp modelId="{A31129D5-7A28-5F43-BC8F-F26638B60EB3}">
      <dsp:nvSpPr>
        <dsp:cNvPr id="7" name="Freeform 6"/>
        <dsp:cNvSpPr/>
      </dsp:nvSpPr>
      <dsp:spPr bwMode="white">
        <a:xfrm>
          <a:off x="3120276"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619863"/>
      </dsp:txXfrm>
    </dsp:sp>
    <dsp:sp modelId="{7CFB17C0-7D78-934E-9D1E-8A4C8C7F6C1F}">
      <dsp:nvSpPr>
        <dsp:cNvPr id="8" name="Rounded Rectangle 7"/>
        <dsp:cNvSpPr/>
      </dsp:nvSpPr>
      <dsp:spPr bwMode="white">
        <a:xfrm>
          <a:off x="3252932" y="92453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52932" y="924537"/>
        <a:ext cx="1587862" cy="331557"/>
      </dsp:txXfrm>
    </dsp:sp>
    <dsp:sp modelId="{4CB1529D-DD40-8941-AA19-8C2A07F2DFD0}">
      <dsp:nvSpPr>
        <dsp:cNvPr id="9" name="Freeform 8"/>
        <dsp:cNvSpPr/>
      </dsp:nvSpPr>
      <dsp:spPr bwMode="white">
        <a:xfrm>
          <a:off x="3120276"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034309"/>
      </dsp:txXfrm>
    </dsp:sp>
    <dsp:sp modelId="{BA2CCC51-5FC9-CD41-A411-D67BEA2AF108}">
      <dsp:nvSpPr>
        <dsp:cNvPr id="10" name="Rounded Rectangle 9"/>
        <dsp:cNvSpPr/>
      </dsp:nvSpPr>
      <dsp:spPr bwMode="white">
        <a:xfrm>
          <a:off x="3252932" y="133898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52932" y="1338984"/>
        <a:ext cx="1587862" cy="331557"/>
      </dsp:txXfrm>
    </dsp:sp>
    <dsp:sp modelId="{20C55199-2EFC-BD49-BD66-678A13C72241}">
      <dsp:nvSpPr>
        <dsp:cNvPr id="11" name="Freeform 10"/>
        <dsp:cNvSpPr/>
      </dsp:nvSpPr>
      <dsp:spPr bwMode="white">
        <a:xfrm>
          <a:off x="3120276"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448756"/>
      </dsp:txXfrm>
    </dsp:sp>
    <dsp:sp modelId="{A61EE737-1306-0A4D-8915-CAA598984A3F}">
      <dsp:nvSpPr>
        <dsp:cNvPr id="12" name="Rounded Rectangle 11"/>
        <dsp:cNvSpPr/>
      </dsp:nvSpPr>
      <dsp:spPr bwMode="white">
        <a:xfrm>
          <a:off x="3252932" y="175343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252932" y="1753431"/>
        <a:ext cx="1587862" cy="331557"/>
      </dsp:txXfrm>
    </dsp:sp>
    <dsp:sp modelId="{760AC0F8-9CF7-0A45-95CF-8D323C8A247B}">
      <dsp:nvSpPr>
        <dsp:cNvPr id="13" name="Freeform 12"/>
        <dsp:cNvSpPr/>
      </dsp:nvSpPr>
      <dsp:spPr bwMode="white">
        <a:xfrm>
          <a:off x="3120276"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863203"/>
      </dsp:txXfrm>
    </dsp:sp>
    <dsp:sp modelId="{B7257ED9-0841-0F4A-B327-F93FB70E0FE8}">
      <dsp:nvSpPr>
        <dsp:cNvPr id="14" name="Rounded Rectangle 13"/>
        <dsp:cNvSpPr/>
      </dsp:nvSpPr>
      <dsp:spPr bwMode="white">
        <a:xfrm>
          <a:off x="3252932" y="216787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52932" y="2167877"/>
        <a:ext cx="1587862" cy="331557"/>
      </dsp:txXfrm>
    </dsp:sp>
    <dsp:sp modelId="{039D6549-7EE0-454D-BD14-C5804DC52582}">
      <dsp:nvSpPr>
        <dsp:cNvPr id="15" name="Freeform 14"/>
        <dsp:cNvSpPr/>
      </dsp:nvSpPr>
      <dsp:spPr bwMode="white">
        <a:xfrm>
          <a:off x="3120276"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277649"/>
      </dsp:txXfrm>
    </dsp:sp>
    <dsp:sp modelId="{CE7F1567-AB76-EF48-8BB1-D6ABF7B60A6A}">
      <dsp:nvSpPr>
        <dsp:cNvPr id="16" name="Rounded Rectangle 15"/>
        <dsp:cNvSpPr/>
      </dsp:nvSpPr>
      <dsp:spPr bwMode="white">
        <a:xfrm>
          <a:off x="3252932" y="258232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52932" y="2582324"/>
        <a:ext cx="1587862" cy="331557"/>
      </dsp:txXfrm>
    </dsp:sp>
    <dsp:sp modelId="{7647E2E2-D8DD-C947-A8FB-C4EFCEEBE675}">
      <dsp:nvSpPr>
        <dsp:cNvPr id="17" name="Freeform 16"/>
        <dsp:cNvSpPr/>
      </dsp:nvSpPr>
      <dsp:spPr bwMode="white">
        <a:xfrm>
          <a:off x="3120276"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692096"/>
      </dsp:txXfrm>
    </dsp:sp>
    <dsp:sp modelId="{B28370AA-BA54-A944-8F0A-53F5C92903B0}">
      <dsp:nvSpPr>
        <dsp:cNvPr id="18" name="Rounded Rectangle 17"/>
        <dsp:cNvSpPr/>
      </dsp:nvSpPr>
      <dsp:spPr bwMode="white">
        <a:xfrm>
          <a:off x="3252932" y="2996770"/>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252932" y="2996770"/>
        <a:ext cx="1587862" cy="331557"/>
      </dsp:txXfrm>
    </dsp:sp>
    <dsp:sp modelId="{40ED545D-287D-C141-885D-E246B5E4F0AC}">
      <dsp:nvSpPr>
        <dsp:cNvPr id="19" name="Freeform 18"/>
        <dsp:cNvSpPr/>
      </dsp:nvSpPr>
      <dsp:spPr bwMode="white">
        <a:xfrm>
          <a:off x="3120276" y="470453"/>
          <a:ext cx="132656" cy="3130995"/>
        </a:xfrm>
        <a:custGeom>
          <a:avLst/>
          <a:gdLst/>
          <a:ahLst/>
          <a:cxnLst/>
          <a:pathLst>
            <a:path w="209" h="4931">
              <a:moveTo>
                <a:pt x="0" y="0"/>
              </a:moveTo>
              <a:lnTo>
                <a:pt x="0" y="4931"/>
              </a:lnTo>
              <a:lnTo>
                <a:pt x="209" y="4931"/>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130995"/>
      </dsp:txXfrm>
    </dsp:sp>
    <dsp:sp modelId="{361E30B0-32E3-6C49-9085-B0FC7F923612}">
      <dsp:nvSpPr>
        <dsp:cNvPr id="20" name="Rounded Rectangle 19"/>
        <dsp:cNvSpPr/>
      </dsp:nvSpPr>
      <dsp:spPr bwMode="white">
        <a:xfrm>
          <a:off x="3252932" y="3411217"/>
          <a:ext cx="2480186"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600" b="1" dirty="0">
              <a:solidFill>
                <a:srgbClr val="C00000"/>
              </a:solidFill>
            </a:rPr>
            <a:t>SEQUENCE DIAGRAM</a:t>
          </a:r>
          <a:endParaRPr>
            <a:solidFill>
              <a:schemeClr val="dk1"/>
            </a:solidFill>
          </a:endParaRPr>
        </a:p>
      </dsp:txBody>
      <dsp:txXfrm>
        <a:off x="3252932" y="3411217"/>
        <a:ext cx="2480186" cy="380462"/>
      </dsp:txXfrm>
    </dsp:sp>
    <dsp:sp modelId="{EEAD8606-24DB-2742-87B5-A8CB30B0ECBD}">
      <dsp:nvSpPr>
        <dsp:cNvPr id="21" name="Freeform 20"/>
        <dsp:cNvSpPr/>
      </dsp:nvSpPr>
      <dsp:spPr bwMode="white">
        <a:xfrm>
          <a:off x="3120276" y="470453"/>
          <a:ext cx="132656" cy="3569893"/>
        </a:xfrm>
        <a:custGeom>
          <a:avLst/>
          <a:gdLst/>
          <a:ahLst/>
          <a:cxnLst/>
          <a:pathLst>
            <a:path w="209" h="5622">
              <a:moveTo>
                <a:pt x="0" y="0"/>
              </a:moveTo>
              <a:lnTo>
                <a:pt x="0" y="5622"/>
              </a:lnTo>
              <a:lnTo>
                <a:pt x="209" y="562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569893"/>
      </dsp:txXfrm>
    </dsp:sp>
    <dsp:sp modelId="{55B13CDD-4EC6-F148-AE18-D48AA086E8C6}">
      <dsp:nvSpPr>
        <dsp:cNvPr id="22" name="Rounded Rectangle 21"/>
        <dsp:cNvSpPr/>
      </dsp:nvSpPr>
      <dsp:spPr bwMode="white">
        <a:xfrm>
          <a:off x="3252932" y="387456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52932" y="3874568"/>
        <a:ext cx="1587862" cy="331557"/>
      </dsp:txXfrm>
    </dsp:sp>
    <dsp:sp modelId="{E259CC6D-45B1-6E4F-97C5-0444F4600354}">
      <dsp:nvSpPr>
        <dsp:cNvPr id="23" name="Freeform 22"/>
        <dsp:cNvSpPr/>
      </dsp:nvSpPr>
      <dsp:spPr bwMode="white">
        <a:xfrm>
          <a:off x="3120276" y="470453"/>
          <a:ext cx="132656" cy="3984340"/>
        </a:xfrm>
        <a:custGeom>
          <a:avLst/>
          <a:gdLst/>
          <a:ahLst/>
          <a:cxnLst/>
          <a:pathLst>
            <a:path w="209" h="6275">
              <a:moveTo>
                <a:pt x="0" y="0"/>
              </a:moveTo>
              <a:lnTo>
                <a:pt x="0" y="6275"/>
              </a:lnTo>
              <a:lnTo>
                <a:pt x="209" y="627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984340"/>
      </dsp:txXfrm>
    </dsp:sp>
    <dsp:sp modelId="{0AD80733-76E3-5A4C-9A43-5F29B432D3C7}">
      <dsp:nvSpPr>
        <dsp:cNvPr id="24" name="Rounded Rectangle 23"/>
        <dsp:cNvSpPr/>
      </dsp:nvSpPr>
      <dsp:spPr bwMode="white">
        <a:xfrm>
          <a:off x="3252932" y="4289015"/>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252932" y="4289015"/>
        <a:ext cx="1587862" cy="331557"/>
      </dsp:txXfrm>
    </dsp:sp>
    <dsp:sp modelId="{241F573C-149D-9347-A165-89C2C768AC9B}">
      <dsp:nvSpPr>
        <dsp:cNvPr id="25" name="Freeform 24"/>
        <dsp:cNvSpPr/>
      </dsp:nvSpPr>
      <dsp:spPr bwMode="white">
        <a:xfrm>
          <a:off x="3120276"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398787"/>
      </dsp:txXfrm>
    </dsp:sp>
    <dsp:sp modelId="{B727C589-B43E-0542-8F51-1BBEE4E9A9BD}">
      <dsp:nvSpPr>
        <dsp:cNvPr id="26" name="Rounded Rectangle 25"/>
        <dsp:cNvSpPr/>
      </dsp:nvSpPr>
      <dsp:spPr bwMode="white">
        <a:xfrm>
          <a:off x="3252932" y="470346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SOFTWARE PLATFORMS, DEVELOPMENT,ENVIRONMENTS &amp; TOOLS</a:t>
          </a:r>
          <a:endParaRPr>
            <a:solidFill>
              <a:schemeClr val="dk1"/>
            </a:solidFill>
          </a:endParaRPr>
        </a:p>
      </dsp:txBody>
      <dsp:txXfrm>
        <a:off x="3252932" y="4703461"/>
        <a:ext cx="1587862" cy="331557"/>
      </dsp:txXfrm>
    </dsp:sp>
    <dsp:sp modelId="{4346028D-AF0F-574E-9CA3-9C624390DA6F}">
      <dsp:nvSpPr>
        <dsp:cNvPr id="27" name="Freeform 26"/>
        <dsp:cNvSpPr/>
      </dsp:nvSpPr>
      <dsp:spPr bwMode="white">
        <a:xfrm>
          <a:off x="3120276"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813233"/>
      </dsp:txXfrm>
    </dsp:sp>
    <dsp:sp modelId="{8272133A-3B24-DA42-AC7A-609E744790C0}">
      <dsp:nvSpPr>
        <dsp:cNvPr id="28" name="Rounded Rectangle 27"/>
        <dsp:cNvSpPr/>
      </dsp:nvSpPr>
      <dsp:spPr bwMode="white">
        <a:xfrm>
          <a:off x="3252932" y="511790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252932" y="5117908"/>
        <a:ext cx="1587862" cy="331557"/>
      </dsp:txXfrm>
    </dsp:sp>
    <dsp:sp modelId="{EE1B3F8B-D469-8A4F-9500-DE04DCA28FD4}">
      <dsp:nvSpPr>
        <dsp:cNvPr id="29" name="Freeform 28"/>
        <dsp:cNvSpPr/>
      </dsp:nvSpPr>
      <dsp:spPr bwMode="white">
        <a:xfrm>
          <a:off x="3120276"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227680"/>
      </dsp:txXfrm>
    </dsp:sp>
    <dsp:sp modelId="{DA795618-7D6B-9940-A2B3-6A9662DF71F5}">
      <dsp:nvSpPr>
        <dsp:cNvPr id="30" name="Rounded Rectangle 29"/>
        <dsp:cNvSpPr/>
      </dsp:nvSpPr>
      <dsp:spPr bwMode="white">
        <a:xfrm>
          <a:off x="3252932" y="5532354"/>
          <a:ext cx="158245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252932" y="5532354"/>
        <a:ext cx="1582456" cy="331557"/>
      </dsp:txXfrm>
    </dsp:sp>
    <dsp:sp modelId="{54A495E5-B170-F04E-B636-AFD463633DB3}">
      <dsp:nvSpPr>
        <dsp:cNvPr id="31" name="Freeform 30"/>
        <dsp:cNvSpPr/>
      </dsp:nvSpPr>
      <dsp:spPr bwMode="white">
        <a:xfrm>
          <a:off x="3120276"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642126"/>
      </dsp:txXfrm>
    </dsp:sp>
    <dsp:sp modelId="{1629B4D8-0856-334D-BFED-103CAC3558C3}">
      <dsp:nvSpPr>
        <dsp:cNvPr id="32" name="Rounded Rectangle 31"/>
        <dsp:cNvSpPr/>
      </dsp:nvSpPr>
      <dsp:spPr bwMode="white">
        <a:xfrm>
          <a:off x="3252932" y="594680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52932" y="5946801"/>
        <a:ext cx="1587862" cy="331557"/>
      </dsp:txXfrm>
    </dsp:sp>
    <dsp:sp modelId="{0D9E6DF1-CBA9-3D43-8108-EE3B50B3C44A}">
      <dsp:nvSpPr>
        <dsp:cNvPr id="4" name="Rounded Rectangle 3" hidden="1"/>
        <dsp:cNvSpPr/>
      </dsp:nvSpPr>
      <dsp:spPr>
        <a:xfrm>
          <a:off x="2923728" y="43252"/>
          <a:ext cx="393094" cy="427202"/>
        </a:xfrm>
        <a:prstGeom prst="roundRect">
          <a:avLst>
            <a:gd name="adj" fmla="val 10000"/>
          </a:avLst>
        </a:prstGeom>
      </dsp:spPr>
      <dsp:txXfrm>
        <a:off x="2923728" y="43252"/>
        <a:ext cx="393094" cy="427202"/>
      </dsp:txXfrm>
    </dsp:sp>
  </dsp:spTree>
</dsp:drawing>
</file>

<file path=ppt/diagrams/drawing2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923728"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23728" y="43252"/>
        <a:ext cx="1965471" cy="427202"/>
      </dsp:txXfrm>
    </dsp:sp>
    <dsp:sp modelId="{315EB8D6-B8DC-F04F-9A61-0E43D4C8DA04}">
      <dsp:nvSpPr>
        <dsp:cNvPr id="5" name="Freeform 4"/>
        <dsp:cNvSpPr/>
      </dsp:nvSpPr>
      <dsp:spPr bwMode="white">
        <a:xfrm>
          <a:off x="3120276"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05416"/>
      </dsp:txXfrm>
    </dsp:sp>
    <dsp:sp modelId="{A49AC36B-B841-8040-8A7F-E096B3097D40}">
      <dsp:nvSpPr>
        <dsp:cNvPr id="6" name="Rounded Rectangle 5"/>
        <dsp:cNvSpPr/>
      </dsp:nvSpPr>
      <dsp:spPr bwMode="white">
        <a:xfrm>
          <a:off x="3252932" y="51009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52932" y="510091"/>
        <a:ext cx="1587862" cy="331557"/>
      </dsp:txXfrm>
    </dsp:sp>
    <dsp:sp modelId="{A31129D5-7A28-5F43-BC8F-F26638B60EB3}">
      <dsp:nvSpPr>
        <dsp:cNvPr id="7" name="Freeform 6"/>
        <dsp:cNvSpPr/>
      </dsp:nvSpPr>
      <dsp:spPr bwMode="white">
        <a:xfrm>
          <a:off x="3120276"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619863"/>
      </dsp:txXfrm>
    </dsp:sp>
    <dsp:sp modelId="{7CFB17C0-7D78-934E-9D1E-8A4C8C7F6C1F}">
      <dsp:nvSpPr>
        <dsp:cNvPr id="8" name="Rounded Rectangle 7"/>
        <dsp:cNvSpPr/>
      </dsp:nvSpPr>
      <dsp:spPr bwMode="white">
        <a:xfrm>
          <a:off x="3252932" y="92453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52932" y="924537"/>
        <a:ext cx="1587862" cy="331557"/>
      </dsp:txXfrm>
    </dsp:sp>
    <dsp:sp modelId="{4CB1529D-DD40-8941-AA19-8C2A07F2DFD0}">
      <dsp:nvSpPr>
        <dsp:cNvPr id="9" name="Freeform 8"/>
        <dsp:cNvSpPr/>
      </dsp:nvSpPr>
      <dsp:spPr bwMode="white">
        <a:xfrm>
          <a:off x="3120276"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034309"/>
      </dsp:txXfrm>
    </dsp:sp>
    <dsp:sp modelId="{BA2CCC51-5FC9-CD41-A411-D67BEA2AF108}">
      <dsp:nvSpPr>
        <dsp:cNvPr id="10" name="Rounded Rectangle 9"/>
        <dsp:cNvSpPr/>
      </dsp:nvSpPr>
      <dsp:spPr bwMode="white">
        <a:xfrm>
          <a:off x="3252932" y="133898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52932" y="1338984"/>
        <a:ext cx="1587862" cy="331557"/>
      </dsp:txXfrm>
    </dsp:sp>
    <dsp:sp modelId="{20C55199-2EFC-BD49-BD66-678A13C72241}">
      <dsp:nvSpPr>
        <dsp:cNvPr id="11" name="Freeform 10"/>
        <dsp:cNvSpPr/>
      </dsp:nvSpPr>
      <dsp:spPr bwMode="white">
        <a:xfrm>
          <a:off x="3120276"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448756"/>
      </dsp:txXfrm>
    </dsp:sp>
    <dsp:sp modelId="{A61EE737-1306-0A4D-8915-CAA598984A3F}">
      <dsp:nvSpPr>
        <dsp:cNvPr id="12" name="Rounded Rectangle 11"/>
        <dsp:cNvSpPr/>
      </dsp:nvSpPr>
      <dsp:spPr bwMode="white">
        <a:xfrm>
          <a:off x="3252932" y="175343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252932" y="1753431"/>
        <a:ext cx="1587862" cy="331557"/>
      </dsp:txXfrm>
    </dsp:sp>
    <dsp:sp modelId="{760AC0F8-9CF7-0A45-95CF-8D323C8A247B}">
      <dsp:nvSpPr>
        <dsp:cNvPr id="13" name="Freeform 12"/>
        <dsp:cNvSpPr/>
      </dsp:nvSpPr>
      <dsp:spPr bwMode="white">
        <a:xfrm>
          <a:off x="3120276"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1863203"/>
      </dsp:txXfrm>
    </dsp:sp>
    <dsp:sp modelId="{B7257ED9-0841-0F4A-B327-F93FB70E0FE8}">
      <dsp:nvSpPr>
        <dsp:cNvPr id="14" name="Rounded Rectangle 13"/>
        <dsp:cNvSpPr/>
      </dsp:nvSpPr>
      <dsp:spPr bwMode="white">
        <a:xfrm>
          <a:off x="3252932" y="216787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52932" y="2167877"/>
        <a:ext cx="1587862" cy="331557"/>
      </dsp:txXfrm>
    </dsp:sp>
    <dsp:sp modelId="{039D6549-7EE0-454D-BD14-C5804DC52582}">
      <dsp:nvSpPr>
        <dsp:cNvPr id="15" name="Freeform 14"/>
        <dsp:cNvSpPr/>
      </dsp:nvSpPr>
      <dsp:spPr bwMode="white">
        <a:xfrm>
          <a:off x="3120276"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277649"/>
      </dsp:txXfrm>
    </dsp:sp>
    <dsp:sp modelId="{CE7F1567-AB76-EF48-8BB1-D6ABF7B60A6A}">
      <dsp:nvSpPr>
        <dsp:cNvPr id="16" name="Rounded Rectangle 15"/>
        <dsp:cNvSpPr/>
      </dsp:nvSpPr>
      <dsp:spPr bwMode="white">
        <a:xfrm>
          <a:off x="3252932" y="258232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52932" y="2582324"/>
        <a:ext cx="1587862" cy="331557"/>
      </dsp:txXfrm>
    </dsp:sp>
    <dsp:sp modelId="{7647E2E2-D8DD-C947-A8FB-C4EFCEEBE675}">
      <dsp:nvSpPr>
        <dsp:cNvPr id="17" name="Freeform 16"/>
        <dsp:cNvSpPr/>
      </dsp:nvSpPr>
      <dsp:spPr bwMode="white">
        <a:xfrm>
          <a:off x="3120276"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2692096"/>
      </dsp:txXfrm>
    </dsp:sp>
    <dsp:sp modelId="{B28370AA-BA54-A944-8F0A-53F5C92903B0}">
      <dsp:nvSpPr>
        <dsp:cNvPr id="18" name="Rounded Rectangle 17"/>
        <dsp:cNvSpPr/>
      </dsp:nvSpPr>
      <dsp:spPr bwMode="white">
        <a:xfrm>
          <a:off x="3252932" y="2996770"/>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252932" y="2996770"/>
        <a:ext cx="1587862" cy="331557"/>
      </dsp:txXfrm>
    </dsp:sp>
    <dsp:sp modelId="{40ED545D-287D-C141-885D-E246B5E4F0AC}">
      <dsp:nvSpPr>
        <dsp:cNvPr id="19" name="Freeform 18"/>
        <dsp:cNvSpPr/>
      </dsp:nvSpPr>
      <dsp:spPr bwMode="white">
        <a:xfrm>
          <a:off x="3120276" y="470453"/>
          <a:ext cx="132656" cy="3130995"/>
        </a:xfrm>
        <a:custGeom>
          <a:avLst/>
          <a:gdLst/>
          <a:ahLst/>
          <a:cxnLst/>
          <a:pathLst>
            <a:path w="209" h="4931">
              <a:moveTo>
                <a:pt x="0" y="0"/>
              </a:moveTo>
              <a:lnTo>
                <a:pt x="0" y="4931"/>
              </a:lnTo>
              <a:lnTo>
                <a:pt x="209" y="4931"/>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130995"/>
      </dsp:txXfrm>
    </dsp:sp>
    <dsp:sp modelId="{361E30B0-32E3-6C49-9085-B0FC7F923612}">
      <dsp:nvSpPr>
        <dsp:cNvPr id="20" name="Rounded Rectangle 19"/>
        <dsp:cNvSpPr/>
      </dsp:nvSpPr>
      <dsp:spPr bwMode="white">
        <a:xfrm>
          <a:off x="3252932" y="3411217"/>
          <a:ext cx="2480186"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600" b="1" dirty="0">
              <a:solidFill>
                <a:srgbClr val="C00000"/>
              </a:solidFill>
            </a:rPr>
            <a:t>SEQUENCE DIAGRAM</a:t>
          </a:r>
          <a:endParaRPr>
            <a:solidFill>
              <a:schemeClr val="dk1"/>
            </a:solidFill>
          </a:endParaRPr>
        </a:p>
      </dsp:txBody>
      <dsp:txXfrm>
        <a:off x="3252932" y="3411217"/>
        <a:ext cx="2480186" cy="380462"/>
      </dsp:txXfrm>
    </dsp:sp>
    <dsp:sp modelId="{EEAD8606-24DB-2742-87B5-A8CB30B0ECBD}">
      <dsp:nvSpPr>
        <dsp:cNvPr id="21" name="Freeform 20"/>
        <dsp:cNvSpPr/>
      </dsp:nvSpPr>
      <dsp:spPr bwMode="white">
        <a:xfrm>
          <a:off x="3120276" y="470453"/>
          <a:ext cx="132656" cy="3569893"/>
        </a:xfrm>
        <a:custGeom>
          <a:avLst/>
          <a:gdLst/>
          <a:ahLst/>
          <a:cxnLst/>
          <a:pathLst>
            <a:path w="209" h="5622">
              <a:moveTo>
                <a:pt x="0" y="0"/>
              </a:moveTo>
              <a:lnTo>
                <a:pt x="0" y="5622"/>
              </a:lnTo>
              <a:lnTo>
                <a:pt x="209" y="5622"/>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569893"/>
      </dsp:txXfrm>
    </dsp:sp>
    <dsp:sp modelId="{55B13CDD-4EC6-F148-AE18-D48AA086E8C6}">
      <dsp:nvSpPr>
        <dsp:cNvPr id="22" name="Rounded Rectangle 21"/>
        <dsp:cNvSpPr/>
      </dsp:nvSpPr>
      <dsp:spPr bwMode="white">
        <a:xfrm>
          <a:off x="3252932" y="387456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 (DATABASE DESIGN)</a:t>
          </a:r>
          <a:endParaRPr>
            <a:solidFill>
              <a:schemeClr val="dk1"/>
            </a:solidFill>
          </a:endParaRPr>
        </a:p>
      </dsp:txBody>
      <dsp:txXfrm>
        <a:off x="3252932" y="3874568"/>
        <a:ext cx="1587862" cy="331557"/>
      </dsp:txXfrm>
    </dsp:sp>
    <dsp:sp modelId="{E259CC6D-45B1-6E4F-97C5-0444F4600354}">
      <dsp:nvSpPr>
        <dsp:cNvPr id="23" name="Freeform 22"/>
        <dsp:cNvSpPr/>
      </dsp:nvSpPr>
      <dsp:spPr bwMode="white">
        <a:xfrm>
          <a:off x="3120276" y="470453"/>
          <a:ext cx="132656" cy="3984340"/>
        </a:xfrm>
        <a:custGeom>
          <a:avLst/>
          <a:gdLst/>
          <a:ahLst/>
          <a:cxnLst/>
          <a:pathLst>
            <a:path w="209" h="6275">
              <a:moveTo>
                <a:pt x="0" y="0"/>
              </a:moveTo>
              <a:lnTo>
                <a:pt x="0" y="6275"/>
              </a:lnTo>
              <a:lnTo>
                <a:pt x="209" y="627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3984340"/>
      </dsp:txXfrm>
    </dsp:sp>
    <dsp:sp modelId="{0AD80733-76E3-5A4C-9A43-5F29B432D3C7}">
      <dsp:nvSpPr>
        <dsp:cNvPr id="24" name="Rounded Rectangle 23"/>
        <dsp:cNvSpPr/>
      </dsp:nvSpPr>
      <dsp:spPr bwMode="white">
        <a:xfrm>
          <a:off x="3252932" y="4289015"/>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252932" y="4289015"/>
        <a:ext cx="1587862" cy="331557"/>
      </dsp:txXfrm>
    </dsp:sp>
    <dsp:sp modelId="{241F573C-149D-9347-A165-89C2C768AC9B}">
      <dsp:nvSpPr>
        <dsp:cNvPr id="25" name="Freeform 24"/>
        <dsp:cNvSpPr/>
      </dsp:nvSpPr>
      <dsp:spPr bwMode="white">
        <a:xfrm>
          <a:off x="3120276"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398787"/>
      </dsp:txXfrm>
    </dsp:sp>
    <dsp:sp modelId="{B727C589-B43E-0542-8F51-1BBEE4E9A9BD}">
      <dsp:nvSpPr>
        <dsp:cNvPr id="26" name="Rounded Rectangle 25"/>
        <dsp:cNvSpPr/>
      </dsp:nvSpPr>
      <dsp:spPr bwMode="white">
        <a:xfrm>
          <a:off x="3252932" y="470346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SOFTWARE PLATFORMS, DEVELOPMENT,ENVIRONMENTS &amp; TOOLS</a:t>
          </a:r>
          <a:endParaRPr>
            <a:solidFill>
              <a:schemeClr val="dk1"/>
            </a:solidFill>
          </a:endParaRPr>
        </a:p>
      </dsp:txBody>
      <dsp:txXfrm>
        <a:off x="3252932" y="4703461"/>
        <a:ext cx="1587862" cy="331557"/>
      </dsp:txXfrm>
    </dsp:sp>
    <dsp:sp modelId="{4346028D-AF0F-574E-9CA3-9C624390DA6F}">
      <dsp:nvSpPr>
        <dsp:cNvPr id="27" name="Freeform 26"/>
        <dsp:cNvSpPr/>
      </dsp:nvSpPr>
      <dsp:spPr bwMode="white">
        <a:xfrm>
          <a:off x="3120276"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4813233"/>
      </dsp:txXfrm>
    </dsp:sp>
    <dsp:sp modelId="{8272133A-3B24-DA42-AC7A-609E744790C0}">
      <dsp:nvSpPr>
        <dsp:cNvPr id="28" name="Rounded Rectangle 27"/>
        <dsp:cNvSpPr/>
      </dsp:nvSpPr>
      <dsp:spPr bwMode="white">
        <a:xfrm>
          <a:off x="3252932" y="511790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252932" y="5117908"/>
        <a:ext cx="1587862" cy="331557"/>
      </dsp:txXfrm>
    </dsp:sp>
    <dsp:sp modelId="{EE1B3F8B-D469-8A4F-9500-DE04DCA28FD4}">
      <dsp:nvSpPr>
        <dsp:cNvPr id="29" name="Freeform 28"/>
        <dsp:cNvSpPr/>
      </dsp:nvSpPr>
      <dsp:spPr bwMode="white">
        <a:xfrm>
          <a:off x="3120276"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227680"/>
      </dsp:txXfrm>
    </dsp:sp>
    <dsp:sp modelId="{DA795618-7D6B-9940-A2B3-6A9662DF71F5}">
      <dsp:nvSpPr>
        <dsp:cNvPr id="30" name="Rounded Rectangle 29"/>
        <dsp:cNvSpPr/>
      </dsp:nvSpPr>
      <dsp:spPr bwMode="white">
        <a:xfrm>
          <a:off x="3252932" y="5532354"/>
          <a:ext cx="158245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252932" y="5532354"/>
        <a:ext cx="1582456" cy="331557"/>
      </dsp:txXfrm>
    </dsp:sp>
    <dsp:sp modelId="{54A495E5-B170-F04E-B636-AFD463633DB3}">
      <dsp:nvSpPr>
        <dsp:cNvPr id="31" name="Freeform 30"/>
        <dsp:cNvSpPr/>
      </dsp:nvSpPr>
      <dsp:spPr bwMode="white">
        <a:xfrm>
          <a:off x="3120276"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3120276" y="470453"/>
        <a:ext cx="132656" cy="5642126"/>
      </dsp:txXfrm>
    </dsp:sp>
    <dsp:sp modelId="{1629B4D8-0856-334D-BFED-103CAC3558C3}">
      <dsp:nvSpPr>
        <dsp:cNvPr id="32" name="Rounded Rectangle 31"/>
        <dsp:cNvSpPr/>
      </dsp:nvSpPr>
      <dsp:spPr bwMode="white">
        <a:xfrm>
          <a:off x="3252932" y="594680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52932" y="5946801"/>
        <a:ext cx="1587862" cy="331557"/>
      </dsp:txXfrm>
    </dsp:sp>
    <dsp:sp modelId="{0D9E6DF1-CBA9-3D43-8108-EE3B50B3C44A}">
      <dsp:nvSpPr>
        <dsp:cNvPr id="4" name="Rounded Rectangle 3" hidden="1"/>
        <dsp:cNvSpPr/>
      </dsp:nvSpPr>
      <dsp:spPr>
        <a:xfrm>
          <a:off x="2923728" y="43252"/>
          <a:ext cx="393094" cy="427202"/>
        </a:xfrm>
        <a:prstGeom prst="roundRect">
          <a:avLst>
            <a:gd name="adj" fmla="val 10000"/>
          </a:avLst>
        </a:prstGeom>
      </dsp:spPr>
      <dsp:txXfrm>
        <a:off x="2923728" y="43252"/>
        <a:ext cx="393094" cy="427202"/>
      </dsp:txXfrm>
    </dsp:sp>
  </dsp:spTree>
</dsp:drawing>
</file>

<file path=ppt/diagrams/drawing2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911198"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911198" y="43252"/>
        <a:ext cx="1965471" cy="427202"/>
      </dsp:txXfrm>
    </dsp:sp>
    <dsp:sp modelId="{315EB8D6-B8DC-F04F-9A61-0E43D4C8DA04}">
      <dsp:nvSpPr>
        <dsp:cNvPr id="5" name="Freeform 4"/>
        <dsp:cNvSpPr/>
      </dsp:nvSpPr>
      <dsp:spPr bwMode="white">
        <a:xfrm>
          <a:off x="3107745"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205416"/>
      </dsp:txXfrm>
    </dsp:sp>
    <dsp:sp modelId="{A49AC36B-B841-8040-8A7F-E096B3097D40}">
      <dsp:nvSpPr>
        <dsp:cNvPr id="6" name="Rounded Rectangle 5"/>
        <dsp:cNvSpPr/>
      </dsp:nvSpPr>
      <dsp:spPr bwMode="white">
        <a:xfrm>
          <a:off x="3240401" y="51009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240401" y="510091"/>
        <a:ext cx="1587862" cy="331557"/>
      </dsp:txXfrm>
    </dsp:sp>
    <dsp:sp modelId="{A31129D5-7A28-5F43-BC8F-F26638B60EB3}">
      <dsp:nvSpPr>
        <dsp:cNvPr id="7" name="Freeform 6"/>
        <dsp:cNvSpPr/>
      </dsp:nvSpPr>
      <dsp:spPr bwMode="white">
        <a:xfrm>
          <a:off x="3107745"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619863"/>
      </dsp:txXfrm>
    </dsp:sp>
    <dsp:sp modelId="{7CFB17C0-7D78-934E-9D1E-8A4C8C7F6C1F}">
      <dsp:nvSpPr>
        <dsp:cNvPr id="8" name="Rounded Rectangle 7"/>
        <dsp:cNvSpPr/>
      </dsp:nvSpPr>
      <dsp:spPr bwMode="white">
        <a:xfrm>
          <a:off x="3240401" y="92453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900" b="1" dirty="0">
              <a:solidFill>
                <a:schemeClr val="dk1"/>
              </a:solidFill>
            </a:rPr>
            <a:t>SOFTWARE DEVELOPMENT LIFE CYCLE</a:t>
          </a:r>
          <a:endParaRPr>
            <a:solidFill>
              <a:schemeClr val="dk1"/>
            </a:solidFill>
          </a:endParaRPr>
        </a:p>
      </dsp:txBody>
      <dsp:txXfrm>
        <a:off x="3240401" y="924537"/>
        <a:ext cx="1587862" cy="331557"/>
      </dsp:txXfrm>
    </dsp:sp>
    <dsp:sp modelId="{4CB1529D-DD40-8941-AA19-8C2A07F2DFD0}">
      <dsp:nvSpPr>
        <dsp:cNvPr id="9" name="Freeform 8"/>
        <dsp:cNvSpPr/>
      </dsp:nvSpPr>
      <dsp:spPr bwMode="white">
        <a:xfrm>
          <a:off x="3107745"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1034309"/>
      </dsp:txXfrm>
    </dsp:sp>
    <dsp:sp modelId="{BA2CCC51-5FC9-CD41-A411-D67BEA2AF108}">
      <dsp:nvSpPr>
        <dsp:cNvPr id="10" name="Rounded Rectangle 9"/>
        <dsp:cNvSpPr/>
      </dsp:nvSpPr>
      <dsp:spPr bwMode="white">
        <a:xfrm>
          <a:off x="3240401" y="133898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240401" y="1338984"/>
        <a:ext cx="1587862" cy="331557"/>
      </dsp:txXfrm>
    </dsp:sp>
    <dsp:sp modelId="{20C55199-2EFC-BD49-BD66-678A13C72241}">
      <dsp:nvSpPr>
        <dsp:cNvPr id="11" name="Freeform 10"/>
        <dsp:cNvSpPr/>
      </dsp:nvSpPr>
      <dsp:spPr bwMode="white">
        <a:xfrm>
          <a:off x="3107745"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1448756"/>
      </dsp:txXfrm>
    </dsp:sp>
    <dsp:sp modelId="{A61EE737-1306-0A4D-8915-CAA598984A3F}">
      <dsp:nvSpPr>
        <dsp:cNvPr id="12" name="Rounded Rectangle 11"/>
        <dsp:cNvSpPr/>
      </dsp:nvSpPr>
      <dsp:spPr bwMode="white">
        <a:xfrm>
          <a:off x="3240401" y="175343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240401" y="1753431"/>
        <a:ext cx="1587862" cy="331557"/>
      </dsp:txXfrm>
    </dsp:sp>
    <dsp:sp modelId="{760AC0F8-9CF7-0A45-95CF-8D323C8A247B}">
      <dsp:nvSpPr>
        <dsp:cNvPr id="13" name="Freeform 12"/>
        <dsp:cNvSpPr/>
      </dsp:nvSpPr>
      <dsp:spPr bwMode="white">
        <a:xfrm>
          <a:off x="3107745"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1863203"/>
      </dsp:txXfrm>
    </dsp:sp>
    <dsp:sp modelId="{B7257ED9-0841-0F4A-B327-F93FB70E0FE8}">
      <dsp:nvSpPr>
        <dsp:cNvPr id="14" name="Rounded Rectangle 13"/>
        <dsp:cNvSpPr/>
      </dsp:nvSpPr>
      <dsp:spPr bwMode="white">
        <a:xfrm>
          <a:off x="3240401" y="2167877"/>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240401" y="2167877"/>
        <a:ext cx="1587862" cy="331557"/>
      </dsp:txXfrm>
    </dsp:sp>
    <dsp:sp modelId="{039D6549-7EE0-454D-BD14-C5804DC52582}">
      <dsp:nvSpPr>
        <dsp:cNvPr id="15" name="Freeform 14"/>
        <dsp:cNvSpPr/>
      </dsp:nvSpPr>
      <dsp:spPr bwMode="white">
        <a:xfrm>
          <a:off x="3107745"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2277649"/>
      </dsp:txXfrm>
    </dsp:sp>
    <dsp:sp modelId="{CE7F1567-AB76-EF48-8BB1-D6ABF7B60A6A}">
      <dsp:nvSpPr>
        <dsp:cNvPr id="16" name="Rounded Rectangle 15"/>
        <dsp:cNvSpPr/>
      </dsp:nvSpPr>
      <dsp:spPr bwMode="white">
        <a:xfrm>
          <a:off x="3240401" y="2582324"/>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240401" y="2582324"/>
        <a:ext cx="1587862" cy="331557"/>
      </dsp:txXfrm>
    </dsp:sp>
    <dsp:sp modelId="{7647E2E2-D8DD-C947-A8FB-C4EFCEEBE675}">
      <dsp:nvSpPr>
        <dsp:cNvPr id="17" name="Freeform 16"/>
        <dsp:cNvSpPr/>
      </dsp:nvSpPr>
      <dsp:spPr bwMode="white">
        <a:xfrm>
          <a:off x="3107745"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2692096"/>
      </dsp:txXfrm>
    </dsp:sp>
    <dsp:sp modelId="{B28370AA-BA54-A944-8F0A-53F5C92903B0}">
      <dsp:nvSpPr>
        <dsp:cNvPr id="18" name="Rounded Rectangle 17"/>
        <dsp:cNvSpPr/>
      </dsp:nvSpPr>
      <dsp:spPr bwMode="white">
        <a:xfrm>
          <a:off x="3240401" y="2996770"/>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240401" y="2996770"/>
        <a:ext cx="1587862" cy="331557"/>
      </dsp:txXfrm>
    </dsp:sp>
    <dsp:sp modelId="{04DDD6C6-2351-A949-9148-436ED5CB6635}">
      <dsp:nvSpPr>
        <dsp:cNvPr id="19" name="Freeform 18"/>
        <dsp:cNvSpPr/>
      </dsp:nvSpPr>
      <dsp:spPr bwMode="white">
        <a:xfrm>
          <a:off x="3107745"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3106542"/>
      </dsp:txXfrm>
    </dsp:sp>
    <dsp:sp modelId="{59ADD543-61BB-5845-BF04-DF80B9EB87BD}">
      <dsp:nvSpPr>
        <dsp:cNvPr id="20" name="Rounded Rectangle 19"/>
        <dsp:cNvSpPr/>
      </dsp:nvSpPr>
      <dsp:spPr bwMode="white">
        <a:xfrm>
          <a:off x="3240401" y="3411217"/>
          <a:ext cx="158474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240401" y="3411217"/>
        <a:ext cx="1584743" cy="331557"/>
      </dsp:txXfrm>
    </dsp:sp>
    <dsp:sp modelId="{40ED545D-287D-C141-885D-E246B5E4F0AC}">
      <dsp:nvSpPr>
        <dsp:cNvPr id="21" name="Freeform 20"/>
        <dsp:cNvSpPr/>
      </dsp:nvSpPr>
      <dsp:spPr bwMode="white">
        <a:xfrm>
          <a:off x="3107745" y="470453"/>
          <a:ext cx="132656" cy="3545441"/>
        </a:xfrm>
        <a:custGeom>
          <a:avLst/>
          <a:gdLst/>
          <a:ahLst/>
          <a:cxnLst/>
          <a:pathLst>
            <a:path w="209" h="5583">
              <a:moveTo>
                <a:pt x="0" y="0"/>
              </a:moveTo>
              <a:lnTo>
                <a:pt x="0" y="5583"/>
              </a:lnTo>
              <a:lnTo>
                <a:pt x="209" y="5583"/>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3545441"/>
      </dsp:txXfrm>
    </dsp:sp>
    <dsp:sp modelId="{361E30B0-32E3-6C49-9085-B0FC7F923612}">
      <dsp:nvSpPr>
        <dsp:cNvPr id="22" name="Rounded Rectangle 21"/>
        <dsp:cNvSpPr/>
      </dsp:nvSpPr>
      <dsp:spPr bwMode="white">
        <a:xfrm>
          <a:off x="3240401" y="3825663"/>
          <a:ext cx="2505247"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ERD (DATABASE DESIGN)</a:t>
          </a:r>
          <a:endParaRPr lang="en-PH" sz="1600" b="1" dirty="0">
            <a:solidFill>
              <a:srgbClr val="C00000"/>
            </a:solidFill>
          </a:endParaRPr>
        </a:p>
      </dsp:txBody>
      <dsp:txXfrm>
        <a:off x="3240401" y="3825663"/>
        <a:ext cx="2505247" cy="380462"/>
      </dsp:txXfrm>
    </dsp:sp>
    <dsp:sp modelId="{E259CC6D-45B1-6E4F-97C5-0444F4600354}">
      <dsp:nvSpPr>
        <dsp:cNvPr id="23" name="Freeform 22"/>
        <dsp:cNvSpPr/>
      </dsp:nvSpPr>
      <dsp:spPr bwMode="white">
        <a:xfrm>
          <a:off x="3107745" y="470453"/>
          <a:ext cx="132656" cy="3984340"/>
        </a:xfrm>
        <a:custGeom>
          <a:avLst/>
          <a:gdLst/>
          <a:ahLst/>
          <a:cxnLst/>
          <a:pathLst>
            <a:path w="209" h="6275">
              <a:moveTo>
                <a:pt x="0" y="0"/>
              </a:moveTo>
              <a:lnTo>
                <a:pt x="0" y="6275"/>
              </a:lnTo>
              <a:lnTo>
                <a:pt x="209" y="6275"/>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3984340"/>
      </dsp:txXfrm>
    </dsp:sp>
    <dsp:sp modelId="{0AD80733-76E3-5A4C-9A43-5F29B432D3C7}">
      <dsp:nvSpPr>
        <dsp:cNvPr id="24" name="Rounded Rectangle 23"/>
        <dsp:cNvSpPr/>
      </dsp:nvSpPr>
      <dsp:spPr bwMode="white">
        <a:xfrm>
          <a:off x="3240401" y="4289015"/>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240401" y="4289015"/>
        <a:ext cx="1587862" cy="331557"/>
      </dsp:txXfrm>
    </dsp:sp>
    <dsp:sp modelId="{241F573C-149D-9347-A165-89C2C768AC9B}">
      <dsp:nvSpPr>
        <dsp:cNvPr id="25" name="Freeform 24"/>
        <dsp:cNvSpPr/>
      </dsp:nvSpPr>
      <dsp:spPr bwMode="white">
        <a:xfrm>
          <a:off x="3107745"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4398787"/>
      </dsp:txXfrm>
    </dsp:sp>
    <dsp:sp modelId="{B727C589-B43E-0542-8F51-1BBEE4E9A9BD}">
      <dsp:nvSpPr>
        <dsp:cNvPr id="26" name="Rounded Rectangle 25"/>
        <dsp:cNvSpPr/>
      </dsp:nvSpPr>
      <dsp:spPr bwMode="white">
        <a:xfrm>
          <a:off x="3240401" y="470346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SOFTWARE PLATFORMS, DEVELOPMENT,ENVIRONMENTS &amp; TOOLS</a:t>
          </a:r>
          <a:endParaRPr>
            <a:solidFill>
              <a:schemeClr val="dk1"/>
            </a:solidFill>
          </a:endParaRPr>
        </a:p>
      </dsp:txBody>
      <dsp:txXfrm>
        <a:off x="3240401" y="4703461"/>
        <a:ext cx="1587862" cy="331557"/>
      </dsp:txXfrm>
    </dsp:sp>
    <dsp:sp modelId="{4346028D-AF0F-574E-9CA3-9C624390DA6F}">
      <dsp:nvSpPr>
        <dsp:cNvPr id="27" name="Freeform 26"/>
        <dsp:cNvSpPr/>
      </dsp:nvSpPr>
      <dsp:spPr bwMode="white">
        <a:xfrm>
          <a:off x="3107745"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4813233"/>
      </dsp:txXfrm>
    </dsp:sp>
    <dsp:sp modelId="{8272133A-3B24-DA42-AC7A-609E744790C0}">
      <dsp:nvSpPr>
        <dsp:cNvPr id="28" name="Rounded Rectangle 27"/>
        <dsp:cNvSpPr/>
      </dsp:nvSpPr>
      <dsp:spPr bwMode="white">
        <a:xfrm>
          <a:off x="3240401" y="5117908"/>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240401" y="5117908"/>
        <a:ext cx="1587862" cy="331557"/>
      </dsp:txXfrm>
    </dsp:sp>
    <dsp:sp modelId="{6C9EDC34-17D7-EB4E-9124-26554E6AD55E}">
      <dsp:nvSpPr>
        <dsp:cNvPr id="29" name="Freeform 28"/>
        <dsp:cNvSpPr/>
      </dsp:nvSpPr>
      <dsp:spPr bwMode="white">
        <a:xfrm>
          <a:off x="3107745"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5227680"/>
      </dsp:txXfrm>
    </dsp:sp>
    <dsp:sp modelId="{780D163E-C96E-0144-A8CD-786FF624EEBD}">
      <dsp:nvSpPr>
        <dsp:cNvPr id="30" name="Rounded Rectangle 29"/>
        <dsp:cNvSpPr/>
      </dsp:nvSpPr>
      <dsp:spPr bwMode="white">
        <a:xfrm>
          <a:off x="3240401" y="5532354"/>
          <a:ext cx="157944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240401" y="5532354"/>
        <a:ext cx="1579443" cy="331557"/>
      </dsp:txXfrm>
    </dsp:sp>
    <dsp:sp modelId="{54A495E5-B170-F04E-B636-AFD463633DB3}">
      <dsp:nvSpPr>
        <dsp:cNvPr id="31" name="Freeform 30"/>
        <dsp:cNvSpPr/>
      </dsp:nvSpPr>
      <dsp:spPr bwMode="white">
        <a:xfrm>
          <a:off x="3107745"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3107745" y="470453"/>
        <a:ext cx="132656" cy="5642126"/>
      </dsp:txXfrm>
    </dsp:sp>
    <dsp:sp modelId="{1629B4D8-0856-334D-BFED-103CAC3558C3}">
      <dsp:nvSpPr>
        <dsp:cNvPr id="32" name="Rounded Rectangle 31"/>
        <dsp:cNvSpPr/>
      </dsp:nvSpPr>
      <dsp:spPr bwMode="white">
        <a:xfrm>
          <a:off x="3240401" y="5946801"/>
          <a:ext cx="158786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240401" y="5946801"/>
        <a:ext cx="1587862" cy="331557"/>
      </dsp:txXfrm>
    </dsp:sp>
    <dsp:sp modelId="{0D9E6DF1-CBA9-3D43-8108-EE3B50B3C44A}">
      <dsp:nvSpPr>
        <dsp:cNvPr id="4" name="Rounded Rectangle 3" hidden="1"/>
        <dsp:cNvSpPr/>
      </dsp:nvSpPr>
      <dsp:spPr>
        <a:xfrm>
          <a:off x="2911198" y="43252"/>
          <a:ext cx="393094" cy="427202"/>
        </a:xfrm>
        <a:prstGeom prst="roundRect">
          <a:avLst>
            <a:gd name="adj" fmla="val 10000"/>
          </a:avLst>
        </a:prstGeom>
      </dsp:spPr>
      <dsp:txXfrm>
        <a:off x="2911198" y="43252"/>
        <a:ext cx="393094" cy="427202"/>
      </dsp:txXfrm>
    </dsp:sp>
  </dsp:spTree>
</dsp:drawing>
</file>

<file path=ppt/diagrams/drawing2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2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2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2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2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2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2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2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3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07251" cy="2252248"/>
        </a:xfrm>
        <a:custGeom>
          <a:avLst/>
          <a:gdLst/>
          <a:ahLst/>
          <a:cxnLst/>
          <a:pathLst>
            <a:path w="169" h="3547">
              <a:moveTo>
                <a:pt x="0" y="0"/>
              </a:moveTo>
              <a:lnTo>
                <a:pt x="0" y="3547"/>
              </a:lnTo>
              <a:lnTo>
                <a:pt x="169" y="3547"/>
              </a:lnTo>
            </a:path>
          </a:pathLst>
        </a:custGeom>
      </dsp:spPr>
      <dsp:style>
        <a:lnRef idx="2">
          <a:schemeClr val="accent1">
            <a:shade val="60000"/>
          </a:schemeClr>
        </a:lnRef>
        <a:fillRef idx="0">
          <a:schemeClr val="accent1"/>
        </a:fillRef>
        <a:effectRef idx="0">
          <a:scrgbClr r="0" g="0" b="0"/>
        </a:effectRef>
        <a:fontRef idx="minor"/>
      </dsp:style>
      <dsp:txXfrm>
        <a:off x="2967791" y="470453"/>
        <a:ext cx="107251" cy="2252248"/>
      </dsp:txXfrm>
    </dsp:sp>
    <dsp:sp modelId="{CE7F1567-AB76-EF48-8BB1-D6ABF7B60A6A}">
      <dsp:nvSpPr>
        <dsp:cNvPr id="16" name="Rounded Rectangle 15"/>
        <dsp:cNvSpPr/>
      </dsp:nvSpPr>
      <dsp:spPr bwMode="white">
        <a:xfrm>
          <a:off x="3075042" y="2556923"/>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075042" y="2556923"/>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3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3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3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3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71244" y="43252"/>
          <a:ext cx="1965471" cy="427202"/>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71244" y="43252"/>
        <a:ext cx="1965471" cy="427202"/>
      </dsp:txXfrm>
    </dsp:sp>
    <dsp:sp modelId="{315EB8D6-B8DC-F04F-9A61-0E43D4C8DA04}">
      <dsp:nvSpPr>
        <dsp:cNvPr id="5" name="Freeform 4"/>
        <dsp:cNvSpPr/>
      </dsp:nvSpPr>
      <dsp:spPr bwMode="white">
        <a:xfrm>
          <a:off x="2967791" y="470453"/>
          <a:ext cx="132656" cy="205416"/>
        </a:xfrm>
        <a:custGeom>
          <a:avLst/>
          <a:gdLst/>
          <a:ahLst/>
          <a:cxnLst/>
          <a:pathLst>
            <a:path w="209" h="323">
              <a:moveTo>
                <a:pt x="0" y="0"/>
              </a:moveTo>
              <a:lnTo>
                <a:pt x="0" y="323"/>
              </a:lnTo>
              <a:lnTo>
                <a:pt x="209" y="32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05416"/>
      </dsp:txXfrm>
    </dsp:sp>
    <dsp:sp modelId="{A49AC36B-B841-8040-8A7F-E096B3097D40}">
      <dsp:nvSpPr>
        <dsp:cNvPr id="6" name="Rounded Rectangle 5"/>
        <dsp:cNvSpPr/>
      </dsp:nvSpPr>
      <dsp:spPr bwMode="white">
        <a:xfrm>
          <a:off x="3100447" y="51009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100447" y="510091"/>
        <a:ext cx="1709944" cy="331557"/>
      </dsp:txXfrm>
    </dsp:sp>
    <dsp:sp modelId="{A31129D5-7A28-5F43-BC8F-F26638B60EB3}">
      <dsp:nvSpPr>
        <dsp:cNvPr id="7" name="Freeform 6"/>
        <dsp:cNvSpPr/>
      </dsp:nvSpPr>
      <dsp:spPr bwMode="white">
        <a:xfrm>
          <a:off x="2967791" y="470453"/>
          <a:ext cx="132656" cy="619863"/>
        </a:xfrm>
        <a:custGeom>
          <a:avLst/>
          <a:gdLst/>
          <a:ahLst/>
          <a:cxnLst/>
          <a:pathLst>
            <a:path w="209" h="976">
              <a:moveTo>
                <a:pt x="0" y="0"/>
              </a:moveTo>
              <a:lnTo>
                <a:pt x="0" y="976"/>
              </a:lnTo>
              <a:lnTo>
                <a:pt x="209" y="97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619863"/>
      </dsp:txXfrm>
    </dsp:sp>
    <dsp:sp modelId="{7CFB17C0-7D78-934E-9D1E-8A4C8C7F6C1F}">
      <dsp:nvSpPr>
        <dsp:cNvPr id="8" name="Rounded Rectangle 7"/>
        <dsp:cNvSpPr/>
      </dsp:nvSpPr>
      <dsp:spPr bwMode="white">
        <a:xfrm>
          <a:off x="3100447" y="92453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100447" y="924537"/>
        <a:ext cx="1709944" cy="331557"/>
      </dsp:txXfrm>
    </dsp:sp>
    <dsp:sp modelId="{4CB1529D-DD40-8941-AA19-8C2A07F2DFD0}">
      <dsp:nvSpPr>
        <dsp:cNvPr id="9" name="Freeform 8"/>
        <dsp:cNvSpPr/>
      </dsp:nvSpPr>
      <dsp:spPr bwMode="white">
        <a:xfrm>
          <a:off x="2967791" y="470453"/>
          <a:ext cx="132656" cy="1034309"/>
        </a:xfrm>
        <a:custGeom>
          <a:avLst/>
          <a:gdLst/>
          <a:ahLst/>
          <a:cxnLst/>
          <a:pathLst>
            <a:path w="209" h="1629">
              <a:moveTo>
                <a:pt x="0" y="0"/>
              </a:moveTo>
              <a:lnTo>
                <a:pt x="0" y="1629"/>
              </a:lnTo>
              <a:lnTo>
                <a:pt x="209" y="1629"/>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034309"/>
      </dsp:txXfrm>
    </dsp:sp>
    <dsp:sp modelId="{BA2CCC51-5FC9-CD41-A411-D67BEA2AF108}">
      <dsp:nvSpPr>
        <dsp:cNvPr id="10" name="Rounded Rectangle 9"/>
        <dsp:cNvSpPr/>
      </dsp:nvSpPr>
      <dsp:spPr bwMode="white">
        <a:xfrm>
          <a:off x="3100447" y="133898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100447" y="1338984"/>
        <a:ext cx="1709944" cy="331557"/>
      </dsp:txXfrm>
    </dsp:sp>
    <dsp:sp modelId="{20C55199-2EFC-BD49-BD66-678A13C72241}">
      <dsp:nvSpPr>
        <dsp:cNvPr id="11" name="Freeform 10"/>
        <dsp:cNvSpPr/>
      </dsp:nvSpPr>
      <dsp:spPr bwMode="white">
        <a:xfrm>
          <a:off x="2967791" y="470453"/>
          <a:ext cx="132656" cy="1448756"/>
        </a:xfrm>
        <a:custGeom>
          <a:avLst/>
          <a:gdLst/>
          <a:ahLst/>
          <a:cxnLst/>
          <a:pathLst>
            <a:path w="209" h="2282">
              <a:moveTo>
                <a:pt x="0" y="0"/>
              </a:moveTo>
              <a:lnTo>
                <a:pt x="0" y="2282"/>
              </a:lnTo>
              <a:lnTo>
                <a:pt x="209" y="228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448756"/>
      </dsp:txXfrm>
    </dsp:sp>
    <dsp:sp modelId="{A61EE737-1306-0A4D-8915-CAA598984A3F}">
      <dsp:nvSpPr>
        <dsp:cNvPr id="12" name="Rounded Rectangle 11"/>
        <dsp:cNvSpPr/>
      </dsp:nvSpPr>
      <dsp:spPr bwMode="white">
        <a:xfrm>
          <a:off x="3100447" y="175343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100447" y="1753431"/>
        <a:ext cx="1709944" cy="331557"/>
      </dsp:txXfrm>
    </dsp:sp>
    <dsp:sp modelId="{760AC0F8-9CF7-0A45-95CF-8D323C8A247B}">
      <dsp:nvSpPr>
        <dsp:cNvPr id="13" name="Freeform 12"/>
        <dsp:cNvSpPr/>
      </dsp:nvSpPr>
      <dsp:spPr bwMode="white">
        <a:xfrm>
          <a:off x="2967791" y="470453"/>
          <a:ext cx="132656" cy="1863203"/>
        </a:xfrm>
        <a:custGeom>
          <a:avLst/>
          <a:gdLst/>
          <a:ahLst/>
          <a:cxnLst/>
          <a:pathLst>
            <a:path w="209" h="2934">
              <a:moveTo>
                <a:pt x="0" y="0"/>
              </a:moveTo>
              <a:lnTo>
                <a:pt x="0" y="2934"/>
              </a:lnTo>
              <a:lnTo>
                <a:pt x="209" y="2934"/>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1863203"/>
      </dsp:txXfrm>
    </dsp:sp>
    <dsp:sp modelId="{B7257ED9-0841-0F4A-B327-F93FB70E0FE8}">
      <dsp:nvSpPr>
        <dsp:cNvPr id="14" name="Rounded Rectangle 13"/>
        <dsp:cNvSpPr/>
      </dsp:nvSpPr>
      <dsp:spPr bwMode="white">
        <a:xfrm>
          <a:off x="3100447" y="2167877"/>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100447" y="2167877"/>
        <a:ext cx="1709944" cy="331557"/>
      </dsp:txXfrm>
    </dsp:sp>
    <dsp:sp modelId="{039D6549-7EE0-454D-BD14-C5804DC52582}">
      <dsp:nvSpPr>
        <dsp:cNvPr id="15" name="Freeform 14"/>
        <dsp:cNvSpPr/>
      </dsp:nvSpPr>
      <dsp:spPr bwMode="white">
        <a:xfrm>
          <a:off x="2967791" y="470453"/>
          <a:ext cx="132656" cy="2277649"/>
        </a:xfrm>
        <a:custGeom>
          <a:avLst/>
          <a:gdLst/>
          <a:ahLst/>
          <a:cxnLst/>
          <a:pathLst>
            <a:path w="209" h="3587">
              <a:moveTo>
                <a:pt x="0" y="0"/>
              </a:moveTo>
              <a:lnTo>
                <a:pt x="0" y="3587"/>
              </a:lnTo>
              <a:lnTo>
                <a:pt x="209" y="358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277649"/>
      </dsp:txXfrm>
    </dsp:sp>
    <dsp:sp modelId="{CE7F1567-AB76-EF48-8BB1-D6ABF7B60A6A}">
      <dsp:nvSpPr>
        <dsp:cNvPr id="16" name="Rounded Rectangle 15"/>
        <dsp:cNvSpPr/>
      </dsp:nvSpPr>
      <dsp:spPr bwMode="white">
        <a:xfrm>
          <a:off x="3100447" y="2582324"/>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100447" y="2582324"/>
        <a:ext cx="1709944" cy="331557"/>
      </dsp:txXfrm>
    </dsp:sp>
    <dsp:sp modelId="{7647E2E2-D8DD-C947-A8FB-C4EFCEEBE675}">
      <dsp:nvSpPr>
        <dsp:cNvPr id="17" name="Freeform 16"/>
        <dsp:cNvSpPr/>
      </dsp:nvSpPr>
      <dsp:spPr bwMode="white">
        <a:xfrm>
          <a:off x="2967791" y="470453"/>
          <a:ext cx="132656" cy="2692096"/>
        </a:xfrm>
        <a:custGeom>
          <a:avLst/>
          <a:gdLst/>
          <a:ahLst/>
          <a:cxnLst/>
          <a:pathLst>
            <a:path w="209" h="4240">
              <a:moveTo>
                <a:pt x="0" y="0"/>
              </a:moveTo>
              <a:lnTo>
                <a:pt x="0" y="4240"/>
              </a:lnTo>
              <a:lnTo>
                <a:pt x="209" y="424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2692096"/>
      </dsp:txXfrm>
    </dsp:sp>
    <dsp:sp modelId="{B28370AA-BA54-A944-8F0A-53F5C92903B0}">
      <dsp:nvSpPr>
        <dsp:cNvPr id="18" name="Rounded Rectangle 17"/>
        <dsp:cNvSpPr/>
      </dsp:nvSpPr>
      <dsp:spPr bwMode="white">
        <a:xfrm>
          <a:off x="3100447" y="2996770"/>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100447" y="2996770"/>
        <a:ext cx="1709944" cy="331557"/>
      </dsp:txXfrm>
    </dsp:sp>
    <dsp:sp modelId="{04DDD6C6-2351-A949-9148-436ED5CB6635}">
      <dsp:nvSpPr>
        <dsp:cNvPr id="19" name="Freeform 18"/>
        <dsp:cNvSpPr/>
      </dsp:nvSpPr>
      <dsp:spPr bwMode="white">
        <a:xfrm>
          <a:off x="2967791" y="470453"/>
          <a:ext cx="132656" cy="3106542"/>
        </a:xfrm>
        <a:custGeom>
          <a:avLst/>
          <a:gdLst/>
          <a:ahLst/>
          <a:cxnLst/>
          <a:pathLst>
            <a:path w="209" h="4892">
              <a:moveTo>
                <a:pt x="0" y="0"/>
              </a:moveTo>
              <a:lnTo>
                <a:pt x="0" y="4892"/>
              </a:lnTo>
              <a:lnTo>
                <a:pt x="209" y="4892"/>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106542"/>
      </dsp:txXfrm>
    </dsp:sp>
    <dsp:sp modelId="{59ADD543-61BB-5845-BF04-DF80B9EB87BD}">
      <dsp:nvSpPr>
        <dsp:cNvPr id="20" name="Rounded Rectangle 19"/>
        <dsp:cNvSpPr/>
      </dsp:nvSpPr>
      <dsp:spPr bwMode="white">
        <a:xfrm>
          <a:off x="3100447" y="3411217"/>
          <a:ext cx="1706586"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100447" y="3411217"/>
        <a:ext cx="1706586" cy="331557"/>
      </dsp:txXfrm>
    </dsp:sp>
    <dsp:sp modelId="{174EF6B6-AD75-7F48-9A8A-1E91D55820AE}">
      <dsp:nvSpPr>
        <dsp:cNvPr id="21" name="Freeform 20"/>
        <dsp:cNvSpPr/>
      </dsp:nvSpPr>
      <dsp:spPr bwMode="white">
        <a:xfrm>
          <a:off x="2967791" y="470453"/>
          <a:ext cx="132656" cy="3520989"/>
        </a:xfrm>
        <a:custGeom>
          <a:avLst/>
          <a:gdLst/>
          <a:ahLst/>
          <a:cxnLst/>
          <a:pathLst>
            <a:path w="209" h="5545">
              <a:moveTo>
                <a:pt x="0" y="0"/>
              </a:moveTo>
              <a:lnTo>
                <a:pt x="0" y="5545"/>
              </a:lnTo>
              <a:lnTo>
                <a:pt x="209" y="554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520989"/>
      </dsp:txXfrm>
    </dsp:sp>
    <dsp:sp modelId="{AE24331F-02B4-A440-8423-B08D469F9255}">
      <dsp:nvSpPr>
        <dsp:cNvPr id="22" name="Rounded Rectangle 21"/>
        <dsp:cNvSpPr/>
      </dsp:nvSpPr>
      <dsp:spPr bwMode="white">
        <a:xfrm>
          <a:off x="3100447" y="3825663"/>
          <a:ext cx="1718623"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100447" y="3825663"/>
        <a:ext cx="1718623" cy="331557"/>
      </dsp:txXfrm>
    </dsp:sp>
    <dsp:sp modelId="{40ED545D-287D-C141-885D-E246B5E4F0AC}">
      <dsp:nvSpPr>
        <dsp:cNvPr id="23" name="Freeform 22"/>
        <dsp:cNvSpPr/>
      </dsp:nvSpPr>
      <dsp:spPr bwMode="white">
        <a:xfrm>
          <a:off x="2967791" y="470453"/>
          <a:ext cx="132656" cy="3959888"/>
        </a:xfrm>
        <a:custGeom>
          <a:avLst/>
          <a:gdLst/>
          <a:ahLst/>
          <a:cxnLst/>
          <a:pathLst>
            <a:path w="209" h="6236">
              <a:moveTo>
                <a:pt x="0" y="0"/>
              </a:moveTo>
              <a:lnTo>
                <a:pt x="0" y="6236"/>
              </a:lnTo>
              <a:lnTo>
                <a:pt x="209" y="6236"/>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3959888"/>
      </dsp:txXfrm>
    </dsp:sp>
    <dsp:sp modelId="{361E30B0-32E3-6C49-9085-B0FC7F923612}">
      <dsp:nvSpPr>
        <dsp:cNvPr id="24" name="Rounded Rectangle 23"/>
        <dsp:cNvSpPr/>
      </dsp:nvSpPr>
      <dsp:spPr bwMode="white">
        <a:xfrm>
          <a:off x="3100447" y="4240110"/>
          <a:ext cx="2785155" cy="38046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0480" tIns="20320" rIns="3048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600" b="1" dirty="0">
              <a:solidFill>
                <a:srgbClr val="C00000"/>
              </a:solidFill>
            </a:rPr>
            <a:t>USER INTERFACE DESIGN (PROTOTYPE)</a:t>
          </a:r>
          <a:endParaRPr lang="en-PH" sz="1600" b="1" dirty="0">
            <a:solidFill>
              <a:srgbClr val="C00000"/>
            </a:solidFill>
          </a:endParaRPr>
        </a:p>
      </dsp:txBody>
      <dsp:txXfrm>
        <a:off x="3100447" y="4240110"/>
        <a:ext cx="2785155" cy="380462"/>
      </dsp:txXfrm>
    </dsp:sp>
    <dsp:sp modelId="{241F573C-149D-9347-A165-89C2C768AC9B}">
      <dsp:nvSpPr>
        <dsp:cNvPr id="25" name="Freeform 24"/>
        <dsp:cNvSpPr/>
      </dsp:nvSpPr>
      <dsp:spPr bwMode="white">
        <a:xfrm>
          <a:off x="2967791" y="470453"/>
          <a:ext cx="132656" cy="4398787"/>
        </a:xfrm>
        <a:custGeom>
          <a:avLst/>
          <a:gdLst/>
          <a:ahLst/>
          <a:cxnLst/>
          <a:pathLst>
            <a:path w="209" h="6927">
              <a:moveTo>
                <a:pt x="0" y="0"/>
              </a:moveTo>
              <a:lnTo>
                <a:pt x="0" y="6927"/>
              </a:lnTo>
              <a:lnTo>
                <a:pt x="209" y="6927"/>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398787"/>
      </dsp:txXfrm>
    </dsp:sp>
    <dsp:sp modelId="{B727C589-B43E-0542-8F51-1BBEE4E9A9BD}">
      <dsp:nvSpPr>
        <dsp:cNvPr id="26" name="Rounded Rectangle 25"/>
        <dsp:cNvSpPr/>
      </dsp:nvSpPr>
      <dsp:spPr bwMode="white">
        <a:xfrm>
          <a:off x="3100447" y="470346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 DEVELOPMENT,ENVIRONMENTS &amp; TOOLS</a:t>
          </a:r>
          <a:endParaRPr>
            <a:solidFill>
              <a:schemeClr val="dk1"/>
            </a:solidFill>
          </a:endParaRPr>
        </a:p>
      </dsp:txBody>
      <dsp:txXfrm>
        <a:off x="3100447" y="4703461"/>
        <a:ext cx="1709944" cy="331557"/>
      </dsp:txXfrm>
    </dsp:sp>
    <dsp:sp modelId="{4346028D-AF0F-574E-9CA3-9C624390DA6F}">
      <dsp:nvSpPr>
        <dsp:cNvPr id="27" name="Freeform 26"/>
        <dsp:cNvSpPr/>
      </dsp:nvSpPr>
      <dsp:spPr bwMode="white">
        <a:xfrm>
          <a:off x="2967791" y="470453"/>
          <a:ext cx="132656" cy="4813233"/>
        </a:xfrm>
        <a:custGeom>
          <a:avLst/>
          <a:gdLst/>
          <a:ahLst/>
          <a:cxnLst/>
          <a:pathLst>
            <a:path w="209" h="7580">
              <a:moveTo>
                <a:pt x="0" y="0"/>
              </a:moveTo>
              <a:lnTo>
                <a:pt x="0" y="7580"/>
              </a:lnTo>
              <a:lnTo>
                <a:pt x="209" y="7580"/>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4813233"/>
      </dsp:txXfrm>
    </dsp:sp>
    <dsp:sp modelId="{8272133A-3B24-DA42-AC7A-609E744790C0}">
      <dsp:nvSpPr>
        <dsp:cNvPr id="28" name="Rounded Rectangle 27"/>
        <dsp:cNvSpPr/>
      </dsp:nvSpPr>
      <dsp:spPr bwMode="white">
        <a:xfrm>
          <a:off x="3100447" y="5117908"/>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TOOLS</a:t>
          </a:r>
          <a:endParaRPr>
            <a:solidFill>
              <a:schemeClr val="dk1"/>
            </a:solidFill>
          </a:endParaRPr>
        </a:p>
      </dsp:txBody>
      <dsp:txXfrm>
        <a:off x="3100447" y="5117908"/>
        <a:ext cx="1709944" cy="331557"/>
      </dsp:txXfrm>
    </dsp:sp>
    <dsp:sp modelId="{9AABE76E-1265-EB49-8FD8-B512F7018CC9}">
      <dsp:nvSpPr>
        <dsp:cNvPr id="29" name="Freeform 28"/>
        <dsp:cNvSpPr/>
      </dsp:nvSpPr>
      <dsp:spPr bwMode="white">
        <a:xfrm>
          <a:off x="2967791" y="470453"/>
          <a:ext cx="132656" cy="5227680"/>
        </a:xfrm>
        <a:custGeom>
          <a:avLst/>
          <a:gdLst/>
          <a:ahLst/>
          <a:cxnLst/>
          <a:pathLst>
            <a:path w="209" h="8233">
              <a:moveTo>
                <a:pt x="0" y="0"/>
              </a:moveTo>
              <a:lnTo>
                <a:pt x="0" y="8233"/>
              </a:lnTo>
              <a:lnTo>
                <a:pt x="209" y="8233"/>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227680"/>
      </dsp:txXfrm>
    </dsp:sp>
    <dsp:sp modelId="{B982DBFF-802F-5044-A080-89C9F0AAEFF5}">
      <dsp:nvSpPr>
        <dsp:cNvPr id="30" name="Rounded Rectangle 29"/>
        <dsp:cNvSpPr/>
      </dsp:nvSpPr>
      <dsp:spPr bwMode="white">
        <a:xfrm>
          <a:off x="3100447" y="5532354"/>
          <a:ext cx="1713732"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3100447" y="5532354"/>
        <a:ext cx="1713732" cy="331557"/>
      </dsp:txXfrm>
    </dsp:sp>
    <dsp:sp modelId="{54A495E5-B170-F04E-B636-AFD463633DB3}">
      <dsp:nvSpPr>
        <dsp:cNvPr id="31" name="Freeform 30"/>
        <dsp:cNvSpPr/>
      </dsp:nvSpPr>
      <dsp:spPr bwMode="white">
        <a:xfrm>
          <a:off x="2967791" y="470453"/>
          <a:ext cx="132656" cy="5642126"/>
        </a:xfrm>
        <a:custGeom>
          <a:avLst/>
          <a:gdLst/>
          <a:ahLst/>
          <a:cxnLst/>
          <a:pathLst>
            <a:path w="209" h="8885">
              <a:moveTo>
                <a:pt x="0" y="0"/>
              </a:moveTo>
              <a:lnTo>
                <a:pt x="0" y="8885"/>
              </a:lnTo>
              <a:lnTo>
                <a:pt x="209" y="8885"/>
              </a:lnTo>
            </a:path>
          </a:pathLst>
        </a:custGeom>
      </dsp:spPr>
      <dsp:style>
        <a:lnRef idx="2">
          <a:schemeClr val="accent1">
            <a:shade val="60000"/>
          </a:schemeClr>
        </a:lnRef>
        <a:fillRef idx="0">
          <a:schemeClr val="accent1"/>
        </a:fillRef>
        <a:effectRef idx="0">
          <a:scrgbClr r="0" g="0" b="0"/>
        </a:effectRef>
        <a:fontRef idx="minor"/>
      </dsp:style>
      <dsp:txXfrm>
        <a:off x="2967791" y="470453"/>
        <a:ext cx="132656" cy="5642126"/>
      </dsp:txXfrm>
    </dsp:sp>
    <dsp:sp modelId="{1629B4D8-0856-334D-BFED-103CAC3558C3}">
      <dsp:nvSpPr>
        <dsp:cNvPr id="32" name="Rounded Rectangle 31"/>
        <dsp:cNvSpPr/>
      </dsp:nvSpPr>
      <dsp:spPr bwMode="white">
        <a:xfrm>
          <a:off x="3100447" y="5946801"/>
          <a:ext cx="1709944" cy="331557"/>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3100447" y="5946801"/>
        <a:ext cx="1709944" cy="331557"/>
      </dsp:txXfrm>
    </dsp:sp>
    <dsp:sp modelId="{0D9E6DF1-CBA9-3D43-8108-EE3B50B3C44A}">
      <dsp:nvSpPr>
        <dsp:cNvPr id="4" name="Rounded Rectangle 3" hidden="1"/>
        <dsp:cNvSpPr/>
      </dsp:nvSpPr>
      <dsp:spPr>
        <a:xfrm>
          <a:off x="2771244" y="43252"/>
          <a:ext cx="393094" cy="427202"/>
        </a:xfrm>
        <a:prstGeom prst="roundRect">
          <a:avLst>
            <a:gd name="adj" fmla="val 10000"/>
          </a:avLst>
        </a:prstGeom>
      </dsp:spPr>
      <dsp:txXfrm>
        <a:off x="2771244" y="43252"/>
        <a:ext cx="393094" cy="427202"/>
      </dsp:txXfrm>
    </dsp:sp>
  </dsp:spTree>
</dsp:drawing>
</file>

<file path=ppt/diagrams/drawing3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436862" y="42525"/>
          <a:ext cx="2020895" cy="420028"/>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436862" y="42525"/>
        <a:ext cx="2020895" cy="420028"/>
      </dsp:txXfrm>
    </dsp:sp>
    <dsp:sp modelId="{315EB8D6-B8DC-F04F-9A61-0E43D4C8DA04}">
      <dsp:nvSpPr>
        <dsp:cNvPr id="5" name="Freeform 4"/>
        <dsp:cNvSpPr/>
      </dsp:nvSpPr>
      <dsp:spPr bwMode="white">
        <a:xfrm>
          <a:off x="2638951" y="462553"/>
          <a:ext cx="139271" cy="201967"/>
        </a:xfrm>
        <a:custGeom>
          <a:avLst/>
          <a:gdLst/>
          <a:ahLst/>
          <a:cxnLst/>
          <a:pathLst>
            <a:path w="219" h="318">
              <a:moveTo>
                <a:pt x="0" y="0"/>
              </a:moveTo>
              <a:lnTo>
                <a:pt x="0" y="318"/>
              </a:lnTo>
              <a:lnTo>
                <a:pt x="219" y="318"/>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201967"/>
      </dsp:txXfrm>
    </dsp:sp>
    <dsp:sp modelId="{A49AC36B-B841-8040-8A7F-E096B3097D40}">
      <dsp:nvSpPr>
        <dsp:cNvPr id="6" name="Rounded Rectangle 5"/>
        <dsp:cNvSpPr/>
      </dsp:nvSpPr>
      <dsp:spPr bwMode="white">
        <a:xfrm>
          <a:off x="2778222" y="501526"/>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2778222" y="501526"/>
        <a:ext cx="1681231" cy="325990"/>
      </dsp:txXfrm>
    </dsp:sp>
    <dsp:sp modelId="{A31129D5-7A28-5F43-BC8F-F26638B60EB3}">
      <dsp:nvSpPr>
        <dsp:cNvPr id="7" name="Freeform 6"/>
        <dsp:cNvSpPr/>
      </dsp:nvSpPr>
      <dsp:spPr bwMode="white">
        <a:xfrm>
          <a:off x="2638951" y="462553"/>
          <a:ext cx="139271" cy="609454"/>
        </a:xfrm>
        <a:custGeom>
          <a:avLst/>
          <a:gdLst/>
          <a:ahLst/>
          <a:cxnLst/>
          <a:pathLst>
            <a:path w="219" h="960">
              <a:moveTo>
                <a:pt x="0" y="0"/>
              </a:moveTo>
              <a:lnTo>
                <a:pt x="0" y="960"/>
              </a:lnTo>
              <a:lnTo>
                <a:pt x="219" y="960"/>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609454"/>
      </dsp:txXfrm>
    </dsp:sp>
    <dsp:sp modelId="{7CFB17C0-7D78-934E-9D1E-8A4C8C7F6C1F}">
      <dsp:nvSpPr>
        <dsp:cNvPr id="8" name="Rounded Rectangle 7"/>
        <dsp:cNvSpPr/>
      </dsp:nvSpPr>
      <dsp:spPr bwMode="white">
        <a:xfrm>
          <a:off x="2778222" y="909013"/>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2778222" y="909013"/>
        <a:ext cx="1681231" cy="325990"/>
      </dsp:txXfrm>
    </dsp:sp>
    <dsp:sp modelId="{4CB1529D-DD40-8941-AA19-8C2A07F2DFD0}">
      <dsp:nvSpPr>
        <dsp:cNvPr id="9" name="Freeform 8"/>
        <dsp:cNvSpPr/>
      </dsp:nvSpPr>
      <dsp:spPr bwMode="white">
        <a:xfrm>
          <a:off x="2638951" y="462553"/>
          <a:ext cx="139271" cy="1016941"/>
        </a:xfrm>
        <a:custGeom>
          <a:avLst/>
          <a:gdLst/>
          <a:ahLst/>
          <a:cxnLst/>
          <a:pathLst>
            <a:path w="219" h="1601">
              <a:moveTo>
                <a:pt x="0" y="0"/>
              </a:moveTo>
              <a:lnTo>
                <a:pt x="0" y="1601"/>
              </a:lnTo>
              <a:lnTo>
                <a:pt x="219" y="1601"/>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1016941"/>
      </dsp:txXfrm>
    </dsp:sp>
    <dsp:sp modelId="{BA2CCC51-5FC9-CD41-A411-D67BEA2AF108}">
      <dsp:nvSpPr>
        <dsp:cNvPr id="10" name="Rounded Rectangle 9"/>
        <dsp:cNvSpPr/>
      </dsp:nvSpPr>
      <dsp:spPr bwMode="white">
        <a:xfrm>
          <a:off x="2778222" y="1316500"/>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2778222" y="1316500"/>
        <a:ext cx="1681231" cy="325990"/>
      </dsp:txXfrm>
    </dsp:sp>
    <dsp:sp modelId="{20C55199-2EFC-BD49-BD66-678A13C72241}">
      <dsp:nvSpPr>
        <dsp:cNvPr id="11" name="Freeform 10"/>
        <dsp:cNvSpPr/>
      </dsp:nvSpPr>
      <dsp:spPr bwMode="white">
        <a:xfrm>
          <a:off x="2638951" y="462553"/>
          <a:ext cx="139271" cy="1424429"/>
        </a:xfrm>
        <a:custGeom>
          <a:avLst/>
          <a:gdLst/>
          <a:ahLst/>
          <a:cxnLst/>
          <a:pathLst>
            <a:path w="219" h="2243">
              <a:moveTo>
                <a:pt x="0" y="0"/>
              </a:moveTo>
              <a:lnTo>
                <a:pt x="0" y="2243"/>
              </a:lnTo>
              <a:lnTo>
                <a:pt x="219" y="2243"/>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1424429"/>
      </dsp:txXfrm>
    </dsp:sp>
    <dsp:sp modelId="{A61EE737-1306-0A4D-8915-CAA598984A3F}">
      <dsp:nvSpPr>
        <dsp:cNvPr id="12" name="Rounded Rectangle 11"/>
        <dsp:cNvSpPr/>
      </dsp:nvSpPr>
      <dsp:spPr bwMode="white">
        <a:xfrm>
          <a:off x="2778222" y="1723987"/>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2778222" y="1723987"/>
        <a:ext cx="1681231" cy="325990"/>
      </dsp:txXfrm>
    </dsp:sp>
    <dsp:sp modelId="{760AC0F8-9CF7-0A45-95CF-8D323C8A247B}">
      <dsp:nvSpPr>
        <dsp:cNvPr id="13" name="Freeform 12"/>
        <dsp:cNvSpPr/>
      </dsp:nvSpPr>
      <dsp:spPr bwMode="white">
        <a:xfrm>
          <a:off x="2638951" y="462553"/>
          <a:ext cx="139271" cy="1831916"/>
        </a:xfrm>
        <a:custGeom>
          <a:avLst/>
          <a:gdLst/>
          <a:ahLst/>
          <a:cxnLst/>
          <a:pathLst>
            <a:path w="219" h="2885">
              <a:moveTo>
                <a:pt x="0" y="0"/>
              </a:moveTo>
              <a:lnTo>
                <a:pt x="0" y="2885"/>
              </a:lnTo>
              <a:lnTo>
                <a:pt x="219" y="2885"/>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1831916"/>
      </dsp:txXfrm>
    </dsp:sp>
    <dsp:sp modelId="{B7257ED9-0841-0F4A-B327-F93FB70E0FE8}">
      <dsp:nvSpPr>
        <dsp:cNvPr id="14" name="Rounded Rectangle 13"/>
        <dsp:cNvSpPr/>
      </dsp:nvSpPr>
      <dsp:spPr bwMode="white">
        <a:xfrm>
          <a:off x="2778222" y="2131474"/>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a:t>
          </a:r>
          <a:endParaRPr lang="en-US" sz="1000" b="1" dirty="0">
            <a:solidFill>
              <a:schemeClr val="dk1"/>
            </a:solidFill>
          </a:endParaRPr>
        </a:p>
        <a:p>
          <a:pPr lvl="0">
            <a:lnSpc>
              <a:spcPct val="100000"/>
            </a:lnSpc>
            <a:spcBef>
              <a:spcPct val="0"/>
            </a:spcBef>
            <a:spcAft>
              <a:spcPct val="35000"/>
            </a:spcAft>
          </a:pPr>
          <a:r>
            <a:rPr lang="en-US" sz="1000" b="1" dirty="0">
              <a:solidFill>
                <a:schemeClr val="dk1"/>
              </a:solidFill>
            </a:rPr>
            <a:t>FRAMEWORK USED</a:t>
          </a:r>
          <a:endParaRPr>
            <a:solidFill>
              <a:schemeClr val="dk1"/>
            </a:solidFill>
          </a:endParaRPr>
        </a:p>
      </dsp:txBody>
      <dsp:txXfrm>
        <a:off x="2778222" y="2131474"/>
        <a:ext cx="1681231" cy="325990"/>
      </dsp:txXfrm>
    </dsp:sp>
    <dsp:sp modelId="{039D6549-7EE0-454D-BD14-C5804DC52582}">
      <dsp:nvSpPr>
        <dsp:cNvPr id="15" name="Freeform 14"/>
        <dsp:cNvSpPr/>
      </dsp:nvSpPr>
      <dsp:spPr bwMode="white">
        <a:xfrm>
          <a:off x="2638951" y="462553"/>
          <a:ext cx="139271" cy="2239403"/>
        </a:xfrm>
        <a:custGeom>
          <a:avLst/>
          <a:gdLst/>
          <a:ahLst/>
          <a:cxnLst/>
          <a:pathLst>
            <a:path w="219" h="3527">
              <a:moveTo>
                <a:pt x="0" y="0"/>
              </a:moveTo>
              <a:lnTo>
                <a:pt x="0" y="3527"/>
              </a:lnTo>
              <a:lnTo>
                <a:pt x="219" y="3527"/>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2239403"/>
      </dsp:txXfrm>
    </dsp:sp>
    <dsp:sp modelId="{CE7F1567-AB76-EF48-8BB1-D6ABF7B60A6A}">
      <dsp:nvSpPr>
        <dsp:cNvPr id="16" name="Rounded Rectangle 15"/>
        <dsp:cNvSpPr/>
      </dsp:nvSpPr>
      <dsp:spPr bwMode="white">
        <a:xfrm>
          <a:off x="2778222" y="2538962"/>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2778222" y="2538962"/>
        <a:ext cx="1681231" cy="325990"/>
      </dsp:txXfrm>
    </dsp:sp>
    <dsp:sp modelId="{7647E2E2-D8DD-C947-A8FB-C4EFCEEBE675}">
      <dsp:nvSpPr>
        <dsp:cNvPr id="17" name="Freeform 16"/>
        <dsp:cNvSpPr/>
      </dsp:nvSpPr>
      <dsp:spPr bwMode="white">
        <a:xfrm>
          <a:off x="2638951" y="462553"/>
          <a:ext cx="139271" cy="2646890"/>
        </a:xfrm>
        <a:custGeom>
          <a:avLst/>
          <a:gdLst/>
          <a:ahLst/>
          <a:cxnLst/>
          <a:pathLst>
            <a:path w="219" h="4168">
              <a:moveTo>
                <a:pt x="0" y="0"/>
              </a:moveTo>
              <a:lnTo>
                <a:pt x="0" y="4168"/>
              </a:lnTo>
              <a:lnTo>
                <a:pt x="219" y="4168"/>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2646890"/>
      </dsp:txXfrm>
    </dsp:sp>
    <dsp:sp modelId="{B28370AA-BA54-A944-8F0A-53F5C92903B0}">
      <dsp:nvSpPr>
        <dsp:cNvPr id="18" name="Rounded Rectangle 17"/>
        <dsp:cNvSpPr/>
      </dsp:nvSpPr>
      <dsp:spPr bwMode="white">
        <a:xfrm>
          <a:off x="2778222" y="2946449"/>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2778222" y="2946449"/>
        <a:ext cx="1681231" cy="325990"/>
      </dsp:txXfrm>
    </dsp:sp>
    <dsp:sp modelId="{04DDD6C6-2351-A949-9148-436ED5CB6635}">
      <dsp:nvSpPr>
        <dsp:cNvPr id="19" name="Freeform 18"/>
        <dsp:cNvSpPr/>
      </dsp:nvSpPr>
      <dsp:spPr bwMode="white">
        <a:xfrm>
          <a:off x="2638951" y="462553"/>
          <a:ext cx="139271" cy="3054378"/>
        </a:xfrm>
        <a:custGeom>
          <a:avLst/>
          <a:gdLst/>
          <a:ahLst/>
          <a:cxnLst/>
          <a:pathLst>
            <a:path w="219" h="4810">
              <a:moveTo>
                <a:pt x="0" y="0"/>
              </a:moveTo>
              <a:lnTo>
                <a:pt x="0" y="4810"/>
              </a:lnTo>
              <a:lnTo>
                <a:pt x="219" y="4810"/>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3054378"/>
      </dsp:txXfrm>
    </dsp:sp>
    <dsp:sp modelId="{59ADD543-61BB-5845-BF04-DF80B9EB87BD}">
      <dsp:nvSpPr>
        <dsp:cNvPr id="20" name="Rounded Rectangle 19"/>
        <dsp:cNvSpPr/>
      </dsp:nvSpPr>
      <dsp:spPr bwMode="white">
        <a:xfrm>
          <a:off x="2778222" y="3353936"/>
          <a:ext cx="1677929"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2778222" y="3353936"/>
        <a:ext cx="1677929" cy="325990"/>
      </dsp:txXfrm>
    </dsp:sp>
    <dsp:sp modelId="{174EF6B6-AD75-7F48-9A8A-1E91D55820AE}">
      <dsp:nvSpPr>
        <dsp:cNvPr id="21" name="Freeform 20"/>
        <dsp:cNvSpPr/>
      </dsp:nvSpPr>
      <dsp:spPr bwMode="white">
        <a:xfrm>
          <a:off x="2638951" y="462553"/>
          <a:ext cx="139271" cy="3461865"/>
        </a:xfrm>
        <a:custGeom>
          <a:avLst/>
          <a:gdLst/>
          <a:ahLst/>
          <a:cxnLst/>
          <a:pathLst>
            <a:path w="219" h="5452">
              <a:moveTo>
                <a:pt x="0" y="0"/>
              </a:moveTo>
              <a:lnTo>
                <a:pt x="0" y="5452"/>
              </a:lnTo>
              <a:lnTo>
                <a:pt x="219" y="5452"/>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3461865"/>
      </dsp:txXfrm>
    </dsp:sp>
    <dsp:sp modelId="{AE24331F-02B4-A440-8423-B08D469F9255}">
      <dsp:nvSpPr>
        <dsp:cNvPr id="22" name="Rounded Rectangle 21"/>
        <dsp:cNvSpPr/>
      </dsp:nvSpPr>
      <dsp:spPr bwMode="white">
        <a:xfrm>
          <a:off x="2778222" y="3761423"/>
          <a:ext cx="1689764"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2778222" y="3761423"/>
        <a:ext cx="1689764" cy="325990"/>
      </dsp:txXfrm>
    </dsp:sp>
    <dsp:sp modelId="{1C2E004E-853A-BD4C-A002-7A578D569BBB}">
      <dsp:nvSpPr>
        <dsp:cNvPr id="23" name="Freeform 22"/>
        <dsp:cNvSpPr/>
      </dsp:nvSpPr>
      <dsp:spPr bwMode="white">
        <a:xfrm>
          <a:off x="2638951" y="462553"/>
          <a:ext cx="139271" cy="3869352"/>
        </a:xfrm>
        <a:custGeom>
          <a:avLst/>
          <a:gdLst/>
          <a:ahLst/>
          <a:cxnLst/>
          <a:pathLst>
            <a:path w="219" h="6093">
              <a:moveTo>
                <a:pt x="0" y="0"/>
              </a:moveTo>
              <a:lnTo>
                <a:pt x="0" y="6093"/>
              </a:lnTo>
              <a:lnTo>
                <a:pt x="219" y="6093"/>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3869352"/>
      </dsp:txXfrm>
    </dsp:sp>
    <dsp:sp modelId="{F7757484-AB7E-B545-BD40-DBC6E3CDE07E}">
      <dsp:nvSpPr>
        <dsp:cNvPr id="24" name="Rounded Rectangle 23"/>
        <dsp:cNvSpPr/>
      </dsp:nvSpPr>
      <dsp:spPr bwMode="white">
        <a:xfrm>
          <a:off x="2778222" y="4168911"/>
          <a:ext cx="1665312"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2778222" y="4168911"/>
        <a:ext cx="1665312" cy="325990"/>
      </dsp:txXfrm>
    </dsp:sp>
    <dsp:sp modelId="{40ED545D-287D-C141-885D-E246B5E4F0AC}">
      <dsp:nvSpPr>
        <dsp:cNvPr id="25" name="Freeform 24"/>
        <dsp:cNvSpPr/>
      </dsp:nvSpPr>
      <dsp:spPr bwMode="white">
        <a:xfrm>
          <a:off x="2638951" y="462553"/>
          <a:ext cx="139271" cy="4353594"/>
        </a:xfrm>
        <a:custGeom>
          <a:avLst/>
          <a:gdLst/>
          <a:ahLst/>
          <a:cxnLst/>
          <a:pathLst>
            <a:path w="219" h="6856">
              <a:moveTo>
                <a:pt x="0" y="0"/>
              </a:moveTo>
              <a:lnTo>
                <a:pt x="0" y="6856"/>
              </a:lnTo>
              <a:lnTo>
                <a:pt x="219" y="6856"/>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4353594"/>
      </dsp:txXfrm>
    </dsp:sp>
    <dsp:sp modelId="{361E30B0-32E3-6C49-9085-B0FC7F923612}">
      <dsp:nvSpPr>
        <dsp:cNvPr id="26" name="Rounded Rectangle 25"/>
        <dsp:cNvSpPr/>
      </dsp:nvSpPr>
      <dsp:spPr bwMode="white">
        <a:xfrm>
          <a:off x="2778222" y="4576398"/>
          <a:ext cx="3440689" cy="47949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2859" tIns="15240" rIns="22859"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200" b="1" dirty="0">
              <a:solidFill>
                <a:srgbClr val="C00000"/>
              </a:solidFill>
            </a:rPr>
            <a:t>SOFTWARE PLATFORMS,DEVELOPMENT,ENVIRONMENTS &amp; TOOLS</a:t>
          </a:r>
          <a:endParaRPr>
            <a:solidFill>
              <a:schemeClr val="dk1"/>
            </a:solidFill>
          </a:endParaRPr>
        </a:p>
      </dsp:txBody>
      <dsp:txXfrm>
        <a:off x="2778222" y="4576398"/>
        <a:ext cx="3440689" cy="479498"/>
      </dsp:txXfrm>
    </dsp:sp>
    <dsp:sp modelId="{241F573C-149D-9347-A165-89C2C768AC9B}">
      <dsp:nvSpPr>
        <dsp:cNvPr id="27" name="Freeform 26"/>
        <dsp:cNvSpPr/>
      </dsp:nvSpPr>
      <dsp:spPr bwMode="white">
        <a:xfrm>
          <a:off x="2638951" y="462553"/>
          <a:ext cx="139271" cy="4837835"/>
        </a:xfrm>
        <a:custGeom>
          <a:avLst/>
          <a:gdLst/>
          <a:ahLst/>
          <a:cxnLst/>
          <a:pathLst>
            <a:path w="219" h="7619">
              <a:moveTo>
                <a:pt x="0" y="0"/>
              </a:moveTo>
              <a:lnTo>
                <a:pt x="0" y="7619"/>
              </a:lnTo>
              <a:lnTo>
                <a:pt x="219" y="7619"/>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4837835"/>
      </dsp:txXfrm>
    </dsp:sp>
    <dsp:sp modelId="{B727C589-B43E-0542-8F51-1BBEE4E9A9BD}">
      <dsp:nvSpPr>
        <dsp:cNvPr id="28" name="Rounded Rectangle 27"/>
        <dsp:cNvSpPr/>
      </dsp:nvSpPr>
      <dsp:spPr bwMode="white">
        <a:xfrm>
          <a:off x="2778222" y="5137394"/>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7145" tIns="11430" rIns="17145"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b="1" dirty="0">
              <a:solidFill>
                <a:schemeClr val="dk1"/>
              </a:solidFill>
            </a:rPr>
            <a:t>HARDWARE REQUIREMENTS</a:t>
          </a:r>
          <a:endParaRPr>
            <a:solidFill>
              <a:schemeClr val="dk1"/>
            </a:solidFill>
          </a:endParaRPr>
        </a:p>
      </dsp:txBody>
      <dsp:txXfrm>
        <a:off x="2778222" y="5137394"/>
        <a:ext cx="1681231" cy="325990"/>
      </dsp:txXfrm>
    </dsp:sp>
    <dsp:sp modelId="{FAF0AB37-3C2E-C442-844B-1E0856264996}">
      <dsp:nvSpPr>
        <dsp:cNvPr id="29" name="Freeform 28"/>
        <dsp:cNvSpPr/>
      </dsp:nvSpPr>
      <dsp:spPr bwMode="white">
        <a:xfrm>
          <a:off x="2638951" y="462553"/>
          <a:ext cx="139271" cy="5245322"/>
        </a:xfrm>
        <a:custGeom>
          <a:avLst/>
          <a:gdLst/>
          <a:ahLst/>
          <a:cxnLst/>
          <a:pathLst>
            <a:path w="219" h="8260">
              <a:moveTo>
                <a:pt x="0" y="0"/>
              </a:moveTo>
              <a:lnTo>
                <a:pt x="0" y="8260"/>
              </a:lnTo>
              <a:lnTo>
                <a:pt x="219" y="8260"/>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5245322"/>
      </dsp:txXfrm>
    </dsp:sp>
    <dsp:sp modelId="{D799B56C-F3D4-A841-AD2B-5652FFD78B33}">
      <dsp:nvSpPr>
        <dsp:cNvPr id="30" name="Rounded Rectangle 29"/>
        <dsp:cNvSpPr/>
      </dsp:nvSpPr>
      <dsp:spPr bwMode="white">
        <a:xfrm>
          <a:off x="2778222" y="5544881"/>
          <a:ext cx="1654354"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2778222" y="5544881"/>
        <a:ext cx="1654354" cy="325990"/>
      </dsp:txXfrm>
    </dsp:sp>
    <dsp:sp modelId="{54A495E5-B170-F04E-B636-AFD463633DB3}">
      <dsp:nvSpPr>
        <dsp:cNvPr id="31" name="Freeform 30"/>
        <dsp:cNvSpPr/>
      </dsp:nvSpPr>
      <dsp:spPr bwMode="white">
        <a:xfrm>
          <a:off x="2638951" y="462553"/>
          <a:ext cx="139271" cy="5652810"/>
        </a:xfrm>
        <a:custGeom>
          <a:avLst/>
          <a:gdLst/>
          <a:ahLst/>
          <a:cxnLst/>
          <a:pathLst>
            <a:path w="219" h="8902">
              <a:moveTo>
                <a:pt x="0" y="0"/>
              </a:moveTo>
              <a:lnTo>
                <a:pt x="0" y="8902"/>
              </a:lnTo>
              <a:lnTo>
                <a:pt x="219" y="8902"/>
              </a:lnTo>
            </a:path>
          </a:pathLst>
        </a:custGeom>
      </dsp:spPr>
      <dsp:style>
        <a:lnRef idx="2">
          <a:schemeClr val="accent1">
            <a:shade val="60000"/>
          </a:schemeClr>
        </a:lnRef>
        <a:fillRef idx="0">
          <a:schemeClr val="accent1"/>
        </a:fillRef>
        <a:effectRef idx="0">
          <a:scrgbClr r="0" g="0" b="0"/>
        </a:effectRef>
        <a:fontRef idx="minor"/>
      </dsp:style>
      <dsp:txXfrm>
        <a:off x="2638951" y="462553"/>
        <a:ext cx="139271" cy="5652810"/>
      </dsp:txXfrm>
    </dsp:sp>
    <dsp:sp modelId="{1629B4D8-0856-334D-BFED-103CAC3558C3}">
      <dsp:nvSpPr>
        <dsp:cNvPr id="32" name="Rounded Rectangle 31"/>
        <dsp:cNvSpPr/>
      </dsp:nvSpPr>
      <dsp:spPr bwMode="white">
        <a:xfrm>
          <a:off x="2778222" y="5952368"/>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2778222" y="5952368"/>
        <a:ext cx="1681231" cy="325990"/>
      </dsp:txXfrm>
    </dsp:sp>
    <dsp:sp modelId="{0D9E6DF1-CBA9-3D43-8108-EE3B50B3C44A}">
      <dsp:nvSpPr>
        <dsp:cNvPr id="4" name="Rounded Rectangle 3" hidden="1"/>
        <dsp:cNvSpPr/>
      </dsp:nvSpPr>
      <dsp:spPr>
        <a:xfrm>
          <a:off x="2436862" y="42525"/>
          <a:ext cx="404179" cy="420028"/>
        </a:xfrm>
        <a:prstGeom prst="roundRect">
          <a:avLst>
            <a:gd name="adj" fmla="val 10000"/>
          </a:avLst>
        </a:prstGeom>
      </dsp:spPr>
      <dsp:txXfrm>
        <a:off x="2436862" y="42525"/>
        <a:ext cx="404179" cy="420028"/>
      </dsp:txXfrm>
    </dsp:sp>
  </dsp:spTree>
</dsp:drawing>
</file>

<file path=ppt/diagrams/drawing3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601031" y="42525"/>
          <a:ext cx="2045977" cy="420028"/>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601031" y="42525"/>
        <a:ext cx="2045977" cy="420028"/>
      </dsp:txXfrm>
    </dsp:sp>
    <dsp:sp modelId="{315EB8D6-B8DC-F04F-9A61-0E43D4C8DA04}">
      <dsp:nvSpPr>
        <dsp:cNvPr id="5" name="Freeform 4"/>
        <dsp:cNvSpPr/>
      </dsp:nvSpPr>
      <dsp:spPr bwMode="white">
        <a:xfrm>
          <a:off x="2805628" y="462553"/>
          <a:ext cx="141779" cy="201967"/>
        </a:xfrm>
        <a:custGeom>
          <a:avLst/>
          <a:gdLst/>
          <a:ahLst/>
          <a:cxnLst/>
          <a:pathLst>
            <a:path w="223" h="318">
              <a:moveTo>
                <a:pt x="0" y="0"/>
              </a:moveTo>
              <a:lnTo>
                <a:pt x="0" y="318"/>
              </a:lnTo>
              <a:lnTo>
                <a:pt x="223" y="318"/>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201967"/>
      </dsp:txXfrm>
    </dsp:sp>
    <dsp:sp modelId="{A49AC36B-B841-8040-8A7F-E096B3097D40}">
      <dsp:nvSpPr>
        <dsp:cNvPr id="6" name="Rounded Rectangle 5"/>
        <dsp:cNvSpPr/>
      </dsp:nvSpPr>
      <dsp:spPr bwMode="white">
        <a:xfrm>
          <a:off x="2947408" y="501526"/>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2947408" y="501526"/>
        <a:ext cx="1681231" cy="325990"/>
      </dsp:txXfrm>
    </dsp:sp>
    <dsp:sp modelId="{A31129D5-7A28-5F43-BC8F-F26638B60EB3}">
      <dsp:nvSpPr>
        <dsp:cNvPr id="7" name="Freeform 6"/>
        <dsp:cNvSpPr/>
      </dsp:nvSpPr>
      <dsp:spPr bwMode="white">
        <a:xfrm>
          <a:off x="2805628" y="462553"/>
          <a:ext cx="141779" cy="609454"/>
        </a:xfrm>
        <a:custGeom>
          <a:avLst/>
          <a:gdLst/>
          <a:ahLst/>
          <a:cxnLst/>
          <a:pathLst>
            <a:path w="223" h="960">
              <a:moveTo>
                <a:pt x="0" y="0"/>
              </a:moveTo>
              <a:lnTo>
                <a:pt x="0" y="960"/>
              </a:lnTo>
              <a:lnTo>
                <a:pt x="223" y="960"/>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609454"/>
      </dsp:txXfrm>
    </dsp:sp>
    <dsp:sp modelId="{7CFB17C0-7D78-934E-9D1E-8A4C8C7F6C1F}">
      <dsp:nvSpPr>
        <dsp:cNvPr id="8" name="Rounded Rectangle 7"/>
        <dsp:cNvSpPr/>
      </dsp:nvSpPr>
      <dsp:spPr bwMode="white">
        <a:xfrm>
          <a:off x="2947408" y="909013"/>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2947408" y="909013"/>
        <a:ext cx="1681231" cy="325990"/>
      </dsp:txXfrm>
    </dsp:sp>
    <dsp:sp modelId="{4CB1529D-DD40-8941-AA19-8C2A07F2DFD0}">
      <dsp:nvSpPr>
        <dsp:cNvPr id="9" name="Freeform 8"/>
        <dsp:cNvSpPr/>
      </dsp:nvSpPr>
      <dsp:spPr bwMode="white">
        <a:xfrm>
          <a:off x="2805628" y="462553"/>
          <a:ext cx="141779" cy="1016941"/>
        </a:xfrm>
        <a:custGeom>
          <a:avLst/>
          <a:gdLst/>
          <a:ahLst/>
          <a:cxnLst/>
          <a:pathLst>
            <a:path w="223" h="1601">
              <a:moveTo>
                <a:pt x="0" y="0"/>
              </a:moveTo>
              <a:lnTo>
                <a:pt x="0" y="1601"/>
              </a:lnTo>
              <a:lnTo>
                <a:pt x="223" y="1601"/>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1016941"/>
      </dsp:txXfrm>
    </dsp:sp>
    <dsp:sp modelId="{BA2CCC51-5FC9-CD41-A411-D67BEA2AF108}">
      <dsp:nvSpPr>
        <dsp:cNvPr id="10" name="Rounded Rectangle 9"/>
        <dsp:cNvSpPr/>
      </dsp:nvSpPr>
      <dsp:spPr bwMode="white">
        <a:xfrm>
          <a:off x="2947408" y="1316500"/>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2947408" y="1316500"/>
        <a:ext cx="1681231" cy="325990"/>
      </dsp:txXfrm>
    </dsp:sp>
    <dsp:sp modelId="{20C55199-2EFC-BD49-BD66-678A13C72241}">
      <dsp:nvSpPr>
        <dsp:cNvPr id="11" name="Freeform 10"/>
        <dsp:cNvSpPr/>
      </dsp:nvSpPr>
      <dsp:spPr bwMode="white">
        <a:xfrm>
          <a:off x="2805628" y="462553"/>
          <a:ext cx="141779" cy="1424429"/>
        </a:xfrm>
        <a:custGeom>
          <a:avLst/>
          <a:gdLst/>
          <a:ahLst/>
          <a:cxnLst/>
          <a:pathLst>
            <a:path w="223" h="2243">
              <a:moveTo>
                <a:pt x="0" y="0"/>
              </a:moveTo>
              <a:lnTo>
                <a:pt x="0" y="2243"/>
              </a:lnTo>
              <a:lnTo>
                <a:pt x="223" y="2243"/>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1424429"/>
      </dsp:txXfrm>
    </dsp:sp>
    <dsp:sp modelId="{A61EE737-1306-0A4D-8915-CAA598984A3F}">
      <dsp:nvSpPr>
        <dsp:cNvPr id="12" name="Rounded Rectangle 11"/>
        <dsp:cNvSpPr/>
      </dsp:nvSpPr>
      <dsp:spPr bwMode="white">
        <a:xfrm>
          <a:off x="2947408" y="1723987"/>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2947408" y="1723987"/>
        <a:ext cx="1681231" cy="325990"/>
      </dsp:txXfrm>
    </dsp:sp>
    <dsp:sp modelId="{760AC0F8-9CF7-0A45-95CF-8D323C8A247B}">
      <dsp:nvSpPr>
        <dsp:cNvPr id="13" name="Freeform 12"/>
        <dsp:cNvSpPr/>
      </dsp:nvSpPr>
      <dsp:spPr bwMode="white">
        <a:xfrm>
          <a:off x="2805628" y="462553"/>
          <a:ext cx="141779" cy="1831916"/>
        </a:xfrm>
        <a:custGeom>
          <a:avLst/>
          <a:gdLst/>
          <a:ahLst/>
          <a:cxnLst/>
          <a:pathLst>
            <a:path w="223" h="2885">
              <a:moveTo>
                <a:pt x="0" y="0"/>
              </a:moveTo>
              <a:lnTo>
                <a:pt x="0" y="2885"/>
              </a:lnTo>
              <a:lnTo>
                <a:pt x="223" y="2885"/>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1831916"/>
      </dsp:txXfrm>
    </dsp:sp>
    <dsp:sp modelId="{B7257ED9-0841-0F4A-B327-F93FB70E0FE8}">
      <dsp:nvSpPr>
        <dsp:cNvPr id="14" name="Rounded Rectangle 13"/>
        <dsp:cNvSpPr/>
      </dsp:nvSpPr>
      <dsp:spPr bwMode="white">
        <a:xfrm>
          <a:off x="2947408" y="2131474"/>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2947408" y="2131474"/>
        <a:ext cx="1681231" cy="325990"/>
      </dsp:txXfrm>
    </dsp:sp>
    <dsp:sp modelId="{039D6549-7EE0-454D-BD14-C5804DC52582}">
      <dsp:nvSpPr>
        <dsp:cNvPr id="15" name="Freeform 14"/>
        <dsp:cNvSpPr/>
      </dsp:nvSpPr>
      <dsp:spPr bwMode="white">
        <a:xfrm>
          <a:off x="2805628" y="462553"/>
          <a:ext cx="141779" cy="2239403"/>
        </a:xfrm>
        <a:custGeom>
          <a:avLst/>
          <a:gdLst/>
          <a:ahLst/>
          <a:cxnLst/>
          <a:pathLst>
            <a:path w="223" h="3527">
              <a:moveTo>
                <a:pt x="0" y="0"/>
              </a:moveTo>
              <a:lnTo>
                <a:pt x="0" y="3527"/>
              </a:lnTo>
              <a:lnTo>
                <a:pt x="223" y="3527"/>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2239403"/>
      </dsp:txXfrm>
    </dsp:sp>
    <dsp:sp modelId="{CE7F1567-AB76-EF48-8BB1-D6ABF7B60A6A}">
      <dsp:nvSpPr>
        <dsp:cNvPr id="16" name="Rounded Rectangle 15"/>
        <dsp:cNvSpPr/>
      </dsp:nvSpPr>
      <dsp:spPr bwMode="white">
        <a:xfrm>
          <a:off x="2947408" y="2538962"/>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2947408" y="2538962"/>
        <a:ext cx="1681231" cy="325990"/>
      </dsp:txXfrm>
    </dsp:sp>
    <dsp:sp modelId="{7647E2E2-D8DD-C947-A8FB-C4EFCEEBE675}">
      <dsp:nvSpPr>
        <dsp:cNvPr id="17" name="Freeform 16"/>
        <dsp:cNvSpPr/>
      </dsp:nvSpPr>
      <dsp:spPr bwMode="white">
        <a:xfrm>
          <a:off x="2805628" y="462553"/>
          <a:ext cx="141779" cy="2646890"/>
        </a:xfrm>
        <a:custGeom>
          <a:avLst/>
          <a:gdLst/>
          <a:ahLst/>
          <a:cxnLst/>
          <a:pathLst>
            <a:path w="223" h="4168">
              <a:moveTo>
                <a:pt x="0" y="0"/>
              </a:moveTo>
              <a:lnTo>
                <a:pt x="0" y="4168"/>
              </a:lnTo>
              <a:lnTo>
                <a:pt x="223" y="4168"/>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2646890"/>
      </dsp:txXfrm>
    </dsp:sp>
    <dsp:sp modelId="{B28370AA-BA54-A944-8F0A-53F5C92903B0}">
      <dsp:nvSpPr>
        <dsp:cNvPr id="18" name="Rounded Rectangle 17"/>
        <dsp:cNvSpPr/>
      </dsp:nvSpPr>
      <dsp:spPr bwMode="white">
        <a:xfrm>
          <a:off x="2947408" y="2946449"/>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2947408" y="2946449"/>
        <a:ext cx="1681231" cy="325990"/>
      </dsp:txXfrm>
    </dsp:sp>
    <dsp:sp modelId="{04DDD6C6-2351-A949-9148-436ED5CB6635}">
      <dsp:nvSpPr>
        <dsp:cNvPr id="19" name="Freeform 18"/>
        <dsp:cNvSpPr/>
      </dsp:nvSpPr>
      <dsp:spPr bwMode="white">
        <a:xfrm>
          <a:off x="2805628" y="462553"/>
          <a:ext cx="141779" cy="3054378"/>
        </a:xfrm>
        <a:custGeom>
          <a:avLst/>
          <a:gdLst/>
          <a:ahLst/>
          <a:cxnLst/>
          <a:pathLst>
            <a:path w="223" h="4810">
              <a:moveTo>
                <a:pt x="0" y="0"/>
              </a:moveTo>
              <a:lnTo>
                <a:pt x="0" y="4810"/>
              </a:lnTo>
              <a:lnTo>
                <a:pt x="223" y="4810"/>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3054378"/>
      </dsp:txXfrm>
    </dsp:sp>
    <dsp:sp modelId="{59ADD543-61BB-5845-BF04-DF80B9EB87BD}">
      <dsp:nvSpPr>
        <dsp:cNvPr id="20" name="Rounded Rectangle 19"/>
        <dsp:cNvSpPr/>
      </dsp:nvSpPr>
      <dsp:spPr bwMode="white">
        <a:xfrm>
          <a:off x="2947408" y="3353936"/>
          <a:ext cx="1677929"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2947408" y="3353936"/>
        <a:ext cx="1677929" cy="325990"/>
      </dsp:txXfrm>
    </dsp:sp>
    <dsp:sp modelId="{174EF6B6-AD75-7F48-9A8A-1E91D55820AE}">
      <dsp:nvSpPr>
        <dsp:cNvPr id="21" name="Freeform 20"/>
        <dsp:cNvSpPr/>
      </dsp:nvSpPr>
      <dsp:spPr bwMode="white">
        <a:xfrm>
          <a:off x="2805628" y="462553"/>
          <a:ext cx="141779" cy="3461865"/>
        </a:xfrm>
        <a:custGeom>
          <a:avLst/>
          <a:gdLst/>
          <a:ahLst/>
          <a:cxnLst/>
          <a:pathLst>
            <a:path w="223" h="5452">
              <a:moveTo>
                <a:pt x="0" y="0"/>
              </a:moveTo>
              <a:lnTo>
                <a:pt x="0" y="5452"/>
              </a:lnTo>
              <a:lnTo>
                <a:pt x="223" y="5452"/>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3461865"/>
      </dsp:txXfrm>
    </dsp:sp>
    <dsp:sp modelId="{AE24331F-02B4-A440-8423-B08D469F9255}">
      <dsp:nvSpPr>
        <dsp:cNvPr id="22" name="Rounded Rectangle 21"/>
        <dsp:cNvSpPr/>
      </dsp:nvSpPr>
      <dsp:spPr bwMode="white">
        <a:xfrm>
          <a:off x="2947408" y="3761423"/>
          <a:ext cx="1689764"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2947408" y="3761423"/>
        <a:ext cx="1689764" cy="325990"/>
      </dsp:txXfrm>
    </dsp:sp>
    <dsp:sp modelId="{492A118A-FD4C-194E-8939-78EB3D90DBA4}">
      <dsp:nvSpPr>
        <dsp:cNvPr id="23" name="Freeform 22"/>
        <dsp:cNvSpPr/>
      </dsp:nvSpPr>
      <dsp:spPr bwMode="white">
        <a:xfrm>
          <a:off x="2805628" y="462553"/>
          <a:ext cx="141779" cy="3869352"/>
        </a:xfrm>
        <a:custGeom>
          <a:avLst/>
          <a:gdLst/>
          <a:ahLst/>
          <a:cxnLst/>
          <a:pathLst>
            <a:path w="223" h="6093">
              <a:moveTo>
                <a:pt x="0" y="0"/>
              </a:moveTo>
              <a:lnTo>
                <a:pt x="0" y="6093"/>
              </a:lnTo>
              <a:lnTo>
                <a:pt x="223" y="6093"/>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3869352"/>
      </dsp:txXfrm>
    </dsp:sp>
    <dsp:sp modelId="{0BB44A91-BB76-9F49-A02D-7651ADF611A1}">
      <dsp:nvSpPr>
        <dsp:cNvPr id="24" name="Rounded Rectangle 23"/>
        <dsp:cNvSpPr/>
      </dsp:nvSpPr>
      <dsp:spPr bwMode="white">
        <a:xfrm>
          <a:off x="2947408" y="4168911"/>
          <a:ext cx="1692325"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2947408" y="4168911"/>
        <a:ext cx="1692325" cy="325990"/>
      </dsp:txXfrm>
    </dsp:sp>
    <dsp:sp modelId="{ACC786AA-E49D-F148-9348-5AD11974422D}">
      <dsp:nvSpPr>
        <dsp:cNvPr id="25" name="Freeform 24"/>
        <dsp:cNvSpPr/>
      </dsp:nvSpPr>
      <dsp:spPr bwMode="white">
        <a:xfrm>
          <a:off x="2805628" y="462553"/>
          <a:ext cx="141779" cy="4276839"/>
        </a:xfrm>
        <a:custGeom>
          <a:avLst/>
          <a:gdLst/>
          <a:ahLst/>
          <a:cxnLst/>
          <a:pathLst>
            <a:path w="223" h="6735">
              <a:moveTo>
                <a:pt x="0" y="0"/>
              </a:moveTo>
              <a:lnTo>
                <a:pt x="0" y="6735"/>
              </a:lnTo>
              <a:lnTo>
                <a:pt x="223" y="6735"/>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4276839"/>
      </dsp:txXfrm>
    </dsp:sp>
    <dsp:sp modelId="{2908A42F-3390-4842-86A0-08BF3F83E339}">
      <dsp:nvSpPr>
        <dsp:cNvPr id="26" name="Rounded Rectangle 25"/>
        <dsp:cNvSpPr/>
      </dsp:nvSpPr>
      <dsp:spPr bwMode="white">
        <a:xfrm>
          <a:off x="2947408" y="4576398"/>
          <a:ext cx="1692325"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PLATFORMS,DEVELOPMENT, ENVIRONMENTS &amp; TOOLS</a:t>
          </a:r>
          <a:endParaRPr>
            <a:solidFill>
              <a:schemeClr val="dk1"/>
            </a:solidFill>
          </a:endParaRPr>
        </a:p>
      </dsp:txBody>
      <dsp:txXfrm>
        <a:off x="2947408" y="4576398"/>
        <a:ext cx="1692325" cy="325990"/>
      </dsp:txXfrm>
    </dsp:sp>
    <dsp:sp modelId="{40ED545D-287D-C141-885D-E246B5E4F0AC}">
      <dsp:nvSpPr>
        <dsp:cNvPr id="27" name="Freeform 26"/>
        <dsp:cNvSpPr/>
      </dsp:nvSpPr>
      <dsp:spPr bwMode="white">
        <a:xfrm>
          <a:off x="2805628" y="462553"/>
          <a:ext cx="141779" cy="4761081"/>
        </a:xfrm>
        <a:custGeom>
          <a:avLst/>
          <a:gdLst/>
          <a:ahLst/>
          <a:cxnLst/>
          <a:pathLst>
            <a:path w="223" h="7498">
              <a:moveTo>
                <a:pt x="0" y="0"/>
              </a:moveTo>
              <a:lnTo>
                <a:pt x="0" y="7498"/>
              </a:lnTo>
              <a:lnTo>
                <a:pt x="223" y="7498"/>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4761081"/>
      </dsp:txXfrm>
    </dsp:sp>
    <dsp:sp modelId="{361E30B0-32E3-6C49-9085-B0FC7F923612}">
      <dsp:nvSpPr>
        <dsp:cNvPr id="28" name="Rounded Rectangle 27"/>
        <dsp:cNvSpPr/>
      </dsp:nvSpPr>
      <dsp:spPr bwMode="white">
        <a:xfrm>
          <a:off x="2947408" y="4983885"/>
          <a:ext cx="3107335" cy="479498"/>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800" b="1" dirty="0">
              <a:solidFill>
                <a:srgbClr val="C00000"/>
              </a:solidFill>
            </a:rPr>
            <a:t>HARDWARE REQUIREMENTS</a:t>
          </a:r>
          <a:endParaRPr>
            <a:solidFill>
              <a:schemeClr val="dk1"/>
            </a:solidFill>
          </a:endParaRPr>
        </a:p>
      </dsp:txBody>
      <dsp:txXfrm>
        <a:off x="2947408" y="4983885"/>
        <a:ext cx="3107335" cy="479498"/>
      </dsp:txXfrm>
    </dsp:sp>
    <dsp:sp modelId="{032EA522-8B44-5D49-949F-8D5023C50D20}">
      <dsp:nvSpPr>
        <dsp:cNvPr id="29" name="Freeform 28"/>
        <dsp:cNvSpPr/>
      </dsp:nvSpPr>
      <dsp:spPr bwMode="white">
        <a:xfrm>
          <a:off x="2805628" y="462553"/>
          <a:ext cx="141779" cy="5245322"/>
        </a:xfrm>
        <a:custGeom>
          <a:avLst/>
          <a:gdLst/>
          <a:ahLst/>
          <a:cxnLst/>
          <a:pathLst>
            <a:path w="223" h="8260">
              <a:moveTo>
                <a:pt x="0" y="0"/>
              </a:moveTo>
              <a:lnTo>
                <a:pt x="0" y="8260"/>
              </a:lnTo>
              <a:lnTo>
                <a:pt x="223" y="8260"/>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5245322"/>
      </dsp:txXfrm>
    </dsp:sp>
    <dsp:sp modelId="{F780F9F5-53D4-434A-8EB3-689966DD715C}">
      <dsp:nvSpPr>
        <dsp:cNvPr id="30" name="Rounded Rectangle 29"/>
        <dsp:cNvSpPr/>
      </dsp:nvSpPr>
      <dsp:spPr bwMode="white">
        <a:xfrm>
          <a:off x="2947408" y="5544881"/>
          <a:ext cx="1676083"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SYSTEM EVALUATION</a:t>
          </a:r>
          <a:endParaRPr>
            <a:solidFill>
              <a:schemeClr val="dk1"/>
            </a:solidFill>
          </a:endParaRPr>
        </a:p>
      </dsp:txBody>
      <dsp:txXfrm>
        <a:off x="2947408" y="5544881"/>
        <a:ext cx="1676083" cy="325990"/>
      </dsp:txXfrm>
    </dsp:sp>
    <dsp:sp modelId="{54A495E5-B170-F04E-B636-AFD463633DB3}">
      <dsp:nvSpPr>
        <dsp:cNvPr id="31" name="Freeform 30"/>
        <dsp:cNvSpPr/>
      </dsp:nvSpPr>
      <dsp:spPr bwMode="white">
        <a:xfrm>
          <a:off x="2805628" y="462553"/>
          <a:ext cx="141779" cy="5652810"/>
        </a:xfrm>
        <a:custGeom>
          <a:avLst/>
          <a:gdLst/>
          <a:ahLst/>
          <a:cxnLst/>
          <a:pathLst>
            <a:path w="223" h="8902">
              <a:moveTo>
                <a:pt x="0" y="0"/>
              </a:moveTo>
              <a:lnTo>
                <a:pt x="0" y="8902"/>
              </a:lnTo>
              <a:lnTo>
                <a:pt x="223" y="8902"/>
              </a:lnTo>
            </a:path>
          </a:pathLst>
        </a:custGeom>
      </dsp:spPr>
      <dsp:style>
        <a:lnRef idx="2">
          <a:schemeClr val="accent1">
            <a:shade val="60000"/>
          </a:schemeClr>
        </a:lnRef>
        <a:fillRef idx="0">
          <a:schemeClr val="accent1"/>
        </a:fillRef>
        <a:effectRef idx="0">
          <a:scrgbClr r="0" g="0" b="0"/>
        </a:effectRef>
        <a:fontRef idx="minor"/>
      </dsp:style>
      <dsp:txXfrm>
        <a:off x="2805628" y="462553"/>
        <a:ext cx="141779" cy="5652810"/>
      </dsp:txXfrm>
    </dsp:sp>
    <dsp:sp modelId="{1629B4D8-0856-334D-BFED-103CAC3558C3}">
      <dsp:nvSpPr>
        <dsp:cNvPr id="32" name="Rounded Rectangle 31"/>
        <dsp:cNvSpPr/>
      </dsp:nvSpPr>
      <dsp:spPr bwMode="white">
        <a:xfrm>
          <a:off x="2947408" y="5952368"/>
          <a:ext cx="1681231" cy="32599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RESEARCH ETHICAL STANDARDS</a:t>
          </a:r>
          <a:endParaRPr>
            <a:solidFill>
              <a:schemeClr val="dk1"/>
            </a:solidFill>
          </a:endParaRPr>
        </a:p>
      </dsp:txBody>
      <dsp:txXfrm>
        <a:off x="2947408" y="5952368"/>
        <a:ext cx="1681231" cy="325990"/>
      </dsp:txXfrm>
    </dsp:sp>
    <dsp:sp modelId="{0D9E6DF1-CBA9-3D43-8108-EE3B50B3C44A}">
      <dsp:nvSpPr>
        <dsp:cNvPr id="4" name="Rounded Rectangle 3" hidden="1"/>
        <dsp:cNvSpPr/>
      </dsp:nvSpPr>
      <dsp:spPr>
        <a:xfrm>
          <a:off x="2601031" y="42525"/>
          <a:ext cx="409195" cy="420028"/>
        </a:xfrm>
        <a:prstGeom prst="roundRect">
          <a:avLst>
            <a:gd name="adj" fmla="val 10000"/>
          </a:avLst>
        </a:prstGeom>
      </dsp:spPr>
      <dsp:txXfrm>
        <a:off x="2601031" y="42525"/>
        <a:ext cx="409195" cy="420028"/>
      </dsp:txXfrm>
    </dsp:sp>
  </dsp:spTree>
</dsp:drawing>
</file>

<file path=ppt/diagrams/drawing3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729726" y="43723"/>
          <a:ext cx="1986884" cy="431856"/>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729726" y="43723"/>
        <a:ext cx="1986884" cy="431856"/>
      </dsp:txXfrm>
    </dsp:sp>
    <dsp:sp modelId="{315EB8D6-B8DC-F04F-9A61-0E43D4C8DA04}">
      <dsp:nvSpPr>
        <dsp:cNvPr id="5" name="Freeform 4"/>
        <dsp:cNvSpPr/>
      </dsp:nvSpPr>
      <dsp:spPr bwMode="white">
        <a:xfrm>
          <a:off x="2928414" y="475578"/>
          <a:ext cx="134101" cy="207654"/>
        </a:xfrm>
        <a:custGeom>
          <a:avLst/>
          <a:gdLst/>
          <a:ahLst/>
          <a:cxnLst/>
          <a:pathLst>
            <a:path w="211" h="327">
              <a:moveTo>
                <a:pt x="0" y="0"/>
              </a:moveTo>
              <a:lnTo>
                <a:pt x="0" y="327"/>
              </a:lnTo>
              <a:lnTo>
                <a:pt x="211" y="327"/>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207654"/>
      </dsp:txXfrm>
    </dsp:sp>
    <dsp:sp modelId="{A49AC36B-B841-8040-8A7F-E096B3097D40}">
      <dsp:nvSpPr>
        <dsp:cNvPr id="6" name="Rounded Rectangle 5"/>
        <dsp:cNvSpPr/>
      </dsp:nvSpPr>
      <dsp:spPr bwMode="white">
        <a:xfrm>
          <a:off x="3062515" y="515648"/>
          <a:ext cx="1728573"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3062515" y="515648"/>
        <a:ext cx="1728573" cy="335169"/>
      </dsp:txXfrm>
    </dsp:sp>
    <dsp:sp modelId="{A31129D5-7A28-5F43-BC8F-F26638B60EB3}">
      <dsp:nvSpPr>
        <dsp:cNvPr id="7" name="Freeform 6"/>
        <dsp:cNvSpPr/>
      </dsp:nvSpPr>
      <dsp:spPr bwMode="white">
        <a:xfrm>
          <a:off x="2928414" y="475578"/>
          <a:ext cx="134101" cy="626616"/>
        </a:xfrm>
        <a:custGeom>
          <a:avLst/>
          <a:gdLst/>
          <a:ahLst/>
          <a:cxnLst/>
          <a:pathLst>
            <a:path w="211" h="987">
              <a:moveTo>
                <a:pt x="0" y="0"/>
              </a:moveTo>
              <a:lnTo>
                <a:pt x="0" y="987"/>
              </a:lnTo>
              <a:lnTo>
                <a:pt x="211" y="987"/>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626616"/>
      </dsp:txXfrm>
    </dsp:sp>
    <dsp:sp modelId="{7CFB17C0-7D78-934E-9D1E-8A4C8C7F6C1F}">
      <dsp:nvSpPr>
        <dsp:cNvPr id="8" name="Rounded Rectangle 7"/>
        <dsp:cNvSpPr/>
      </dsp:nvSpPr>
      <dsp:spPr bwMode="white">
        <a:xfrm>
          <a:off x="3062515" y="934610"/>
          <a:ext cx="1728573"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3062515" y="934610"/>
        <a:ext cx="1728573" cy="335169"/>
      </dsp:txXfrm>
    </dsp:sp>
    <dsp:sp modelId="{4CB1529D-DD40-8941-AA19-8C2A07F2DFD0}">
      <dsp:nvSpPr>
        <dsp:cNvPr id="9" name="Freeform 8"/>
        <dsp:cNvSpPr/>
      </dsp:nvSpPr>
      <dsp:spPr bwMode="white">
        <a:xfrm>
          <a:off x="2928414" y="475578"/>
          <a:ext cx="134101" cy="1045577"/>
        </a:xfrm>
        <a:custGeom>
          <a:avLst/>
          <a:gdLst/>
          <a:ahLst/>
          <a:cxnLst/>
          <a:pathLst>
            <a:path w="211" h="1647">
              <a:moveTo>
                <a:pt x="0" y="0"/>
              </a:moveTo>
              <a:lnTo>
                <a:pt x="0" y="1647"/>
              </a:lnTo>
              <a:lnTo>
                <a:pt x="211" y="1647"/>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1045577"/>
      </dsp:txXfrm>
    </dsp:sp>
    <dsp:sp modelId="{BA2CCC51-5FC9-CD41-A411-D67BEA2AF108}">
      <dsp:nvSpPr>
        <dsp:cNvPr id="10" name="Rounded Rectangle 9"/>
        <dsp:cNvSpPr/>
      </dsp:nvSpPr>
      <dsp:spPr bwMode="white">
        <a:xfrm>
          <a:off x="3062515" y="1353571"/>
          <a:ext cx="1728573"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3062515" y="1353571"/>
        <a:ext cx="1728573" cy="335169"/>
      </dsp:txXfrm>
    </dsp:sp>
    <dsp:sp modelId="{20C55199-2EFC-BD49-BD66-678A13C72241}">
      <dsp:nvSpPr>
        <dsp:cNvPr id="11" name="Freeform 10"/>
        <dsp:cNvSpPr/>
      </dsp:nvSpPr>
      <dsp:spPr bwMode="white">
        <a:xfrm>
          <a:off x="2928414" y="475578"/>
          <a:ext cx="134101" cy="1464539"/>
        </a:xfrm>
        <a:custGeom>
          <a:avLst/>
          <a:gdLst/>
          <a:ahLst/>
          <a:cxnLst/>
          <a:pathLst>
            <a:path w="211" h="2306">
              <a:moveTo>
                <a:pt x="0" y="0"/>
              </a:moveTo>
              <a:lnTo>
                <a:pt x="0" y="2306"/>
              </a:lnTo>
              <a:lnTo>
                <a:pt x="211" y="2306"/>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1464539"/>
      </dsp:txXfrm>
    </dsp:sp>
    <dsp:sp modelId="{A61EE737-1306-0A4D-8915-CAA598984A3F}">
      <dsp:nvSpPr>
        <dsp:cNvPr id="12" name="Rounded Rectangle 11"/>
        <dsp:cNvSpPr/>
      </dsp:nvSpPr>
      <dsp:spPr bwMode="white">
        <a:xfrm>
          <a:off x="3062515" y="1772533"/>
          <a:ext cx="1728573"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3062515" y="1772533"/>
        <a:ext cx="1728573" cy="335169"/>
      </dsp:txXfrm>
    </dsp:sp>
    <dsp:sp modelId="{760AC0F8-9CF7-0A45-95CF-8D323C8A247B}">
      <dsp:nvSpPr>
        <dsp:cNvPr id="13" name="Freeform 12"/>
        <dsp:cNvSpPr/>
      </dsp:nvSpPr>
      <dsp:spPr bwMode="white">
        <a:xfrm>
          <a:off x="2928414" y="475578"/>
          <a:ext cx="134101" cy="1883501"/>
        </a:xfrm>
        <a:custGeom>
          <a:avLst/>
          <a:gdLst/>
          <a:ahLst/>
          <a:cxnLst/>
          <a:pathLst>
            <a:path w="211" h="2966">
              <a:moveTo>
                <a:pt x="0" y="0"/>
              </a:moveTo>
              <a:lnTo>
                <a:pt x="0" y="2966"/>
              </a:lnTo>
              <a:lnTo>
                <a:pt x="211" y="2966"/>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1883501"/>
      </dsp:txXfrm>
    </dsp:sp>
    <dsp:sp modelId="{B7257ED9-0841-0F4A-B327-F93FB70E0FE8}">
      <dsp:nvSpPr>
        <dsp:cNvPr id="14" name="Rounded Rectangle 13"/>
        <dsp:cNvSpPr/>
      </dsp:nvSpPr>
      <dsp:spPr bwMode="white">
        <a:xfrm>
          <a:off x="3062515" y="2191494"/>
          <a:ext cx="1728573"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3062515" y="2191494"/>
        <a:ext cx="1728573" cy="335169"/>
      </dsp:txXfrm>
    </dsp:sp>
    <dsp:sp modelId="{039D6549-7EE0-454D-BD14-C5804DC52582}">
      <dsp:nvSpPr>
        <dsp:cNvPr id="15" name="Freeform 14"/>
        <dsp:cNvSpPr/>
      </dsp:nvSpPr>
      <dsp:spPr bwMode="white">
        <a:xfrm>
          <a:off x="2928414" y="475578"/>
          <a:ext cx="134101" cy="2302462"/>
        </a:xfrm>
        <a:custGeom>
          <a:avLst/>
          <a:gdLst/>
          <a:ahLst/>
          <a:cxnLst/>
          <a:pathLst>
            <a:path w="211" h="3626">
              <a:moveTo>
                <a:pt x="0" y="0"/>
              </a:moveTo>
              <a:lnTo>
                <a:pt x="0" y="3626"/>
              </a:lnTo>
              <a:lnTo>
                <a:pt x="211" y="3626"/>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2302462"/>
      </dsp:txXfrm>
    </dsp:sp>
    <dsp:sp modelId="{CE7F1567-AB76-EF48-8BB1-D6ABF7B60A6A}">
      <dsp:nvSpPr>
        <dsp:cNvPr id="16" name="Rounded Rectangle 15"/>
        <dsp:cNvSpPr/>
      </dsp:nvSpPr>
      <dsp:spPr bwMode="white">
        <a:xfrm>
          <a:off x="3062515" y="2610456"/>
          <a:ext cx="1728573"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3062515" y="2610456"/>
        <a:ext cx="1728573" cy="335169"/>
      </dsp:txXfrm>
    </dsp:sp>
    <dsp:sp modelId="{7647E2E2-D8DD-C947-A8FB-C4EFCEEBE675}">
      <dsp:nvSpPr>
        <dsp:cNvPr id="17" name="Freeform 16"/>
        <dsp:cNvSpPr/>
      </dsp:nvSpPr>
      <dsp:spPr bwMode="white">
        <a:xfrm>
          <a:off x="2928414" y="475578"/>
          <a:ext cx="134101" cy="2721424"/>
        </a:xfrm>
        <a:custGeom>
          <a:avLst/>
          <a:gdLst/>
          <a:ahLst/>
          <a:cxnLst/>
          <a:pathLst>
            <a:path w="211" h="4286">
              <a:moveTo>
                <a:pt x="0" y="0"/>
              </a:moveTo>
              <a:lnTo>
                <a:pt x="0" y="4286"/>
              </a:lnTo>
              <a:lnTo>
                <a:pt x="211" y="4286"/>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2721424"/>
      </dsp:txXfrm>
    </dsp:sp>
    <dsp:sp modelId="{B28370AA-BA54-A944-8F0A-53F5C92903B0}">
      <dsp:nvSpPr>
        <dsp:cNvPr id="18" name="Rounded Rectangle 17"/>
        <dsp:cNvSpPr/>
      </dsp:nvSpPr>
      <dsp:spPr bwMode="white">
        <a:xfrm>
          <a:off x="3062515" y="3029418"/>
          <a:ext cx="1728573"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3062515" y="3029418"/>
        <a:ext cx="1728573" cy="335169"/>
      </dsp:txXfrm>
    </dsp:sp>
    <dsp:sp modelId="{04DDD6C6-2351-A949-9148-436ED5CB6635}">
      <dsp:nvSpPr>
        <dsp:cNvPr id="19" name="Freeform 18"/>
        <dsp:cNvSpPr/>
      </dsp:nvSpPr>
      <dsp:spPr bwMode="white">
        <a:xfrm>
          <a:off x="2928414" y="475578"/>
          <a:ext cx="134101" cy="3140386"/>
        </a:xfrm>
        <a:custGeom>
          <a:avLst/>
          <a:gdLst/>
          <a:ahLst/>
          <a:cxnLst/>
          <a:pathLst>
            <a:path w="211" h="4945">
              <a:moveTo>
                <a:pt x="0" y="0"/>
              </a:moveTo>
              <a:lnTo>
                <a:pt x="0" y="4945"/>
              </a:lnTo>
              <a:lnTo>
                <a:pt x="211" y="4945"/>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3140386"/>
      </dsp:txXfrm>
    </dsp:sp>
    <dsp:sp modelId="{59ADD543-61BB-5845-BF04-DF80B9EB87BD}">
      <dsp:nvSpPr>
        <dsp:cNvPr id="20" name="Rounded Rectangle 19"/>
        <dsp:cNvSpPr/>
      </dsp:nvSpPr>
      <dsp:spPr bwMode="white">
        <a:xfrm>
          <a:off x="3062515" y="3448379"/>
          <a:ext cx="1725178"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3062515" y="3448379"/>
        <a:ext cx="1725178" cy="335169"/>
      </dsp:txXfrm>
    </dsp:sp>
    <dsp:sp modelId="{174EF6B6-AD75-7F48-9A8A-1E91D55820AE}">
      <dsp:nvSpPr>
        <dsp:cNvPr id="21" name="Freeform 20"/>
        <dsp:cNvSpPr/>
      </dsp:nvSpPr>
      <dsp:spPr bwMode="white">
        <a:xfrm>
          <a:off x="2928414" y="475578"/>
          <a:ext cx="134101" cy="3559347"/>
        </a:xfrm>
        <a:custGeom>
          <a:avLst/>
          <a:gdLst/>
          <a:ahLst/>
          <a:cxnLst/>
          <a:pathLst>
            <a:path w="211" h="5605">
              <a:moveTo>
                <a:pt x="0" y="0"/>
              </a:moveTo>
              <a:lnTo>
                <a:pt x="0" y="5605"/>
              </a:lnTo>
              <a:lnTo>
                <a:pt x="211" y="5605"/>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3559347"/>
      </dsp:txXfrm>
    </dsp:sp>
    <dsp:sp modelId="{AE24331F-02B4-A440-8423-B08D469F9255}">
      <dsp:nvSpPr>
        <dsp:cNvPr id="22" name="Rounded Rectangle 21"/>
        <dsp:cNvSpPr/>
      </dsp:nvSpPr>
      <dsp:spPr bwMode="white">
        <a:xfrm>
          <a:off x="3062515" y="3867341"/>
          <a:ext cx="1737346"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3062515" y="3867341"/>
        <a:ext cx="1737346" cy="335169"/>
      </dsp:txXfrm>
    </dsp:sp>
    <dsp:sp modelId="{492A118A-FD4C-194E-8939-78EB3D90DBA4}">
      <dsp:nvSpPr>
        <dsp:cNvPr id="23" name="Freeform 22"/>
        <dsp:cNvSpPr/>
      </dsp:nvSpPr>
      <dsp:spPr bwMode="white">
        <a:xfrm>
          <a:off x="2928414" y="475578"/>
          <a:ext cx="134101" cy="3978309"/>
        </a:xfrm>
        <a:custGeom>
          <a:avLst/>
          <a:gdLst/>
          <a:ahLst/>
          <a:cxnLst/>
          <a:pathLst>
            <a:path w="211" h="6265">
              <a:moveTo>
                <a:pt x="0" y="0"/>
              </a:moveTo>
              <a:lnTo>
                <a:pt x="0" y="6265"/>
              </a:lnTo>
              <a:lnTo>
                <a:pt x="211" y="6265"/>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3978309"/>
      </dsp:txXfrm>
    </dsp:sp>
    <dsp:sp modelId="{0BB44A91-BB76-9F49-A02D-7651ADF611A1}">
      <dsp:nvSpPr>
        <dsp:cNvPr id="24" name="Rounded Rectangle 23"/>
        <dsp:cNvSpPr/>
      </dsp:nvSpPr>
      <dsp:spPr bwMode="white">
        <a:xfrm>
          <a:off x="3062515" y="4286303"/>
          <a:ext cx="1739979"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3062515" y="4286303"/>
        <a:ext cx="1739979" cy="335169"/>
      </dsp:txXfrm>
    </dsp:sp>
    <dsp:sp modelId="{ACC786AA-E49D-F148-9348-5AD11974422D}">
      <dsp:nvSpPr>
        <dsp:cNvPr id="25" name="Freeform 24"/>
        <dsp:cNvSpPr/>
      </dsp:nvSpPr>
      <dsp:spPr bwMode="white">
        <a:xfrm>
          <a:off x="2928414" y="475578"/>
          <a:ext cx="134101" cy="4397271"/>
        </a:xfrm>
        <a:custGeom>
          <a:avLst/>
          <a:gdLst/>
          <a:ahLst/>
          <a:cxnLst/>
          <a:pathLst>
            <a:path w="211" h="6925">
              <a:moveTo>
                <a:pt x="0" y="0"/>
              </a:moveTo>
              <a:lnTo>
                <a:pt x="0" y="6925"/>
              </a:lnTo>
              <a:lnTo>
                <a:pt x="211" y="6925"/>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4397271"/>
      </dsp:txXfrm>
    </dsp:sp>
    <dsp:sp modelId="{2908A42F-3390-4842-86A0-08BF3F83E339}">
      <dsp:nvSpPr>
        <dsp:cNvPr id="26" name="Rounded Rectangle 25"/>
        <dsp:cNvSpPr/>
      </dsp:nvSpPr>
      <dsp:spPr bwMode="white">
        <a:xfrm>
          <a:off x="3062515" y="4705264"/>
          <a:ext cx="1739979"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PLATFORMS,DEVELOPMENT, ENVIRONMENTS &amp; TOOLS</a:t>
          </a:r>
          <a:endParaRPr>
            <a:solidFill>
              <a:schemeClr val="dk1"/>
            </a:solidFill>
          </a:endParaRPr>
        </a:p>
      </dsp:txBody>
      <dsp:txXfrm>
        <a:off x="3062515" y="4705264"/>
        <a:ext cx="1739979" cy="335169"/>
      </dsp:txXfrm>
    </dsp:sp>
    <dsp:sp modelId="{BC5633CA-3CB9-A646-B857-512461B94DCD}">
      <dsp:nvSpPr>
        <dsp:cNvPr id="27" name="Freeform 26"/>
        <dsp:cNvSpPr/>
      </dsp:nvSpPr>
      <dsp:spPr bwMode="white">
        <a:xfrm>
          <a:off x="2928414" y="475578"/>
          <a:ext cx="134101" cy="4816232"/>
        </a:xfrm>
        <a:custGeom>
          <a:avLst/>
          <a:gdLst/>
          <a:ahLst/>
          <a:cxnLst/>
          <a:pathLst>
            <a:path w="211" h="7585">
              <a:moveTo>
                <a:pt x="0" y="0"/>
              </a:moveTo>
              <a:lnTo>
                <a:pt x="0" y="7585"/>
              </a:lnTo>
              <a:lnTo>
                <a:pt x="211" y="7585"/>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4816232"/>
      </dsp:txXfrm>
    </dsp:sp>
    <dsp:sp modelId="{7F116E25-6E5E-3C47-8A3A-AD4C08378E35}">
      <dsp:nvSpPr>
        <dsp:cNvPr id="28" name="Rounded Rectangle 27"/>
        <dsp:cNvSpPr/>
      </dsp:nvSpPr>
      <dsp:spPr bwMode="white">
        <a:xfrm>
          <a:off x="3062515" y="5124226"/>
          <a:ext cx="1714614" cy="3351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REQUIREMENTS</a:t>
          </a:r>
          <a:endParaRPr>
            <a:solidFill>
              <a:schemeClr val="dk1"/>
            </a:solidFill>
          </a:endParaRPr>
        </a:p>
      </dsp:txBody>
      <dsp:txXfrm>
        <a:off x="3062515" y="5124226"/>
        <a:ext cx="1714614" cy="335169"/>
      </dsp:txXfrm>
    </dsp:sp>
    <dsp:sp modelId="{40ED545D-287D-C141-885D-E246B5E4F0AC}">
      <dsp:nvSpPr>
        <dsp:cNvPr id="29" name="Freeform 28"/>
        <dsp:cNvSpPr/>
      </dsp:nvSpPr>
      <dsp:spPr bwMode="white">
        <a:xfrm>
          <a:off x="2928414" y="475578"/>
          <a:ext cx="134101" cy="5248056"/>
        </a:xfrm>
        <a:custGeom>
          <a:avLst/>
          <a:gdLst/>
          <a:ahLst/>
          <a:cxnLst/>
          <a:pathLst>
            <a:path w="211" h="8265">
              <a:moveTo>
                <a:pt x="0" y="0"/>
              </a:moveTo>
              <a:lnTo>
                <a:pt x="0" y="8265"/>
              </a:lnTo>
              <a:lnTo>
                <a:pt x="211" y="8265"/>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5248056"/>
      </dsp:txXfrm>
    </dsp:sp>
    <dsp:sp modelId="{361E30B0-32E3-6C49-9085-B0FC7F923612}">
      <dsp:nvSpPr>
        <dsp:cNvPr id="30" name="Rounded Rectangle 29"/>
        <dsp:cNvSpPr/>
      </dsp:nvSpPr>
      <dsp:spPr bwMode="white">
        <a:xfrm>
          <a:off x="3062515" y="5543188"/>
          <a:ext cx="2865301" cy="36089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800" b="1" dirty="0">
              <a:solidFill>
                <a:srgbClr val="C00000"/>
              </a:solidFill>
            </a:rPr>
            <a:t>SYSTEM EVALUATION</a:t>
          </a:r>
          <a:endParaRPr lang="en-PH" sz="1800" b="1" dirty="0">
            <a:solidFill>
              <a:srgbClr val="C00000"/>
            </a:solidFill>
          </a:endParaRPr>
        </a:p>
      </dsp:txBody>
      <dsp:txXfrm>
        <a:off x="3062515" y="5543188"/>
        <a:ext cx="2865301" cy="360894"/>
      </dsp:txXfrm>
    </dsp:sp>
    <dsp:sp modelId="{93FFD732-BF2A-7F4F-85EA-137D17366A6F}">
      <dsp:nvSpPr>
        <dsp:cNvPr id="31" name="Freeform 30"/>
        <dsp:cNvSpPr/>
      </dsp:nvSpPr>
      <dsp:spPr bwMode="white">
        <a:xfrm>
          <a:off x="2928414" y="475578"/>
          <a:ext cx="134101" cy="5657537"/>
        </a:xfrm>
        <a:custGeom>
          <a:avLst/>
          <a:gdLst/>
          <a:ahLst/>
          <a:cxnLst/>
          <a:pathLst>
            <a:path w="211" h="8910">
              <a:moveTo>
                <a:pt x="0" y="0"/>
              </a:moveTo>
              <a:lnTo>
                <a:pt x="0" y="8910"/>
              </a:lnTo>
              <a:lnTo>
                <a:pt x="211" y="8910"/>
              </a:lnTo>
            </a:path>
          </a:pathLst>
        </a:custGeom>
      </dsp:spPr>
      <dsp:style>
        <a:lnRef idx="2">
          <a:schemeClr val="accent1">
            <a:shade val="60000"/>
          </a:schemeClr>
        </a:lnRef>
        <a:fillRef idx="0">
          <a:schemeClr val="accent1"/>
        </a:fillRef>
        <a:effectRef idx="0">
          <a:scrgbClr r="0" g="0" b="0"/>
        </a:effectRef>
        <a:fontRef idx="minor"/>
      </dsp:style>
      <dsp:txXfrm>
        <a:off x="2928414" y="475578"/>
        <a:ext cx="134101" cy="5657537"/>
      </dsp:txXfrm>
    </dsp:sp>
    <dsp:sp modelId="{F94A1A01-DA38-9448-95C8-3C4097E70363}">
      <dsp:nvSpPr>
        <dsp:cNvPr id="32" name="Rounded Rectangle 31"/>
        <dsp:cNvSpPr/>
      </dsp:nvSpPr>
      <dsp:spPr bwMode="white">
        <a:xfrm>
          <a:off x="3062515" y="5987873"/>
          <a:ext cx="1747407" cy="29048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tx1"/>
              </a:solidFill>
            </a:rPr>
            <a:t>RESEARCH ETHICAL STANDARDS</a:t>
          </a:r>
          <a:endParaRPr lang="en-US" sz="1000" dirty="0">
            <a:solidFill>
              <a:schemeClr val="tx1"/>
            </a:solidFill>
          </a:endParaRPr>
        </a:p>
      </dsp:txBody>
      <dsp:txXfrm>
        <a:off x="3062515" y="5987873"/>
        <a:ext cx="1747407" cy="290485"/>
      </dsp:txXfrm>
    </dsp:sp>
    <dsp:sp modelId="{0D9E6DF1-CBA9-3D43-8108-EE3B50B3C44A}">
      <dsp:nvSpPr>
        <dsp:cNvPr id="4" name="Rounded Rectangle 3" hidden="1"/>
        <dsp:cNvSpPr/>
      </dsp:nvSpPr>
      <dsp:spPr>
        <a:xfrm>
          <a:off x="2729726" y="43723"/>
          <a:ext cx="397377" cy="431856"/>
        </a:xfrm>
        <a:prstGeom prst="roundRect">
          <a:avLst>
            <a:gd name="adj" fmla="val 10000"/>
          </a:avLst>
        </a:prstGeom>
      </dsp:spPr>
      <dsp:txXfrm>
        <a:off x="2729726" y="43723"/>
        <a:ext cx="397377" cy="431856"/>
      </dsp:txXfrm>
    </dsp:sp>
  </dsp:spTree>
</dsp:drawing>
</file>

<file path=ppt/diagrams/drawing3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2955" cy="6278358"/>
        <a:chOff x="0" y="0"/>
        <a:chExt cx="8592955" cy="6278358"/>
      </a:xfrm>
    </dsp:grpSpPr>
    <dsp:sp modelId="{E6FD9725-1669-084A-89D0-8C0E6B1C7553}">
      <dsp:nvSpPr>
        <dsp:cNvPr id="3" name="Rounded Rectangle 2"/>
        <dsp:cNvSpPr/>
      </dsp:nvSpPr>
      <dsp:spPr bwMode="white">
        <a:xfrm>
          <a:off x="2421051" y="41996"/>
          <a:ext cx="2004613" cy="414800"/>
        </a:xfrm>
        <a:prstGeom prst="roundRect">
          <a:avLst>
            <a:gd name="adj" fmla="val 10000"/>
          </a:avLst>
        </a:prstGeom>
        <a:solidFill>
          <a:srgbClr val="FFFF00"/>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38100" tIns="25400" rIns="381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2000" b="1" dirty="0">
              <a:solidFill>
                <a:schemeClr val="tx1"/>
              </a:solidFill>
            </a:rPr>
            <a:t>METHODOLOGY</a:t>
          </a:r>
        </a:p>
      </dsp:txBody>
      <dsp:txXfrm>
        <a:off x="2421051" y="41996"/>
        <a:ext cx="2004613" cy="414800"/>
      </dsp:txXfrm>
    </dsp:sp>
    <dsp:sp modelId="{315EB8D6-B8DC-F04F-9A61-0E43D4C8DA04}">
      <dsp:nvSpPr>
        <dsp:cNvPr id="5" name="Freeform 4"/>
        <dsp:cNvSpPr/>
      </dsp:nvSpPr>
      <dsp:spPr bwMode="white">
        <a:xfrm>
          <a:off x="2621513" y="456796"/>
          <a:ext cx="138425" cy="199453"/>
        </a:xfrm>
        <a:custGeom>
          <a:avLst/>
          <a:gdLst/>
          <a:ahLst/>
          <a:cxnLst/>
          <a:pathLst>
            <a:path w="218" h="314">
              <a:moveTo>
                <a:pt x="0" y="0"/>
              </a:moveTo>
              <a:lnTo>
                <a:pt x="0" y="314"/>
              </a:lnTo>
              <a:lnTo>
                <a:pt x="218" y="314"/>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199453"/>
      </dsp:txXfrm>
    </dsp:sp>
    <dsp:sp modelId="{A49AC36B-B841-8040-8A7F-E096B3097D40}">
      <dsp:nvSpPr>
        <dsp:cNvPr id="6" name="Rounded Rectangle 5"/>
        <dsp:cNvSpPr/>
      </dsp:nvSpPr>
      <dsp:spPr bwMode="white">
        <a:xfrm>
          <a:off x="2759938" y="495283"/>
          <a:ext cx="166030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RESEARCH DESIGN</a:t>
          </a:r>
          <a:endParaRPr>
            <a:solidFill>
              <a:schemeClr val="dk1"/>
            </a:solidFill>
          </a:endParaRPr>
        </a:p>
      </dsp:txBody>
      <dsp:txXfrm>
        <a:off x="2759938" y="495283"/>
        <a:ext cx="1660304" cy="321932"/>
      </dsp:txXfrm>
    </dsp:sp>
    <dsp:sp modelId="{A31129D5-7A28-5F43-BC8F-F26638B60EB3}">
      <dsp:nvSpPr>
        <dsp:cNvPr id="7" name="Freeform 6"/>
        <dsp:cNvSpPr/>
      </dsp:nvSpPr>
      <dsp:spPr bwMode="white">
        <a:xfrm>
          <a:off x="2621513" y="456796"/>
          <a:ext cx="138425" cy="601868"/>
        </a:xfrm>
        <a:custGeom>
          <a:avLst/>
          <a:gdLst/>
          <a:ahLst/>
          <a:cxnLst/>
          <a:pathLst>
            <a:path w="218" h="948">
              <a:moveTo>
                <a:pt x="0" y="0"/>
              </a:moveTo>
              <a:lnTo>
                <a:pt x="0" y="948"/>
              </a:lnTo>
              <a:lnTo>
                <a:pt x="218" y="948"/>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601868"/>
      </dsp:txXfrm>
    </dsp:sp>
    <dsp:sp modelId="{7CFB17C0-7D78-934E-9D1E-8A4C8C7F6C1F}">
      <dsp:nvSpPr>
        <dsp:cNvPr id="8" name="Rounded Rectangle 7"/>
        <dsp:cNvSpPr/>
      </dsp:nvSpPr>
      <dsp:spPr bwMode="white">
        <a:xfrm>
          <a:off x="2759938" y="897698"/>
          <a:ext cx="166030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SOFTWARE DEVELOPMENT LIFE CYCLE</a:t>
          </a:r>
          <a:endParaRPr>
            <a:solidFill>
              <a:schemeClr val="dk1"/>
            </a:solidFill>
          </a:endParaRPr>
        </a:p>
      </dsp:txBody>
      <dsp:txXfrm>
        <a:off x="2759938" y="897698"/>
        <a:ext cx="1660304" cy="321932"/>
      </dsp:txXfrm>
    </dsp:sp>
    <dsp:sp modelId="{4CB1529D-DD40-8941-AA19-8C2A07F2DFD0}">
      <dsp:nvSpPr>
        <dsp:cNvPr id="9" name="Freeform 8"/>
        <dsp:cNvSpPr/>
      </dsp:nvSpPr>
      <dsp:spPr bwMode="white">
        <a:xfrm>
          <a:off x="2621513" y="456796"/>
          <a:ext cx="138425" cy="1004283"/>
        </a:xfrm>
        <a:custGeom>
          <a:avLst/>
          <a:gdLst/>
          <a:ahLst/>
          <a:cxnLst/>
          <a:pathLst>
            <a:path w="218" h="1582">
              <a:moveTo>
                <a:pt x="0" y="0"/>
              </a:moveTo>
              <a:lnTo>
                <a:pt x="0" y="1582"/>
              </a:lnTo>
              <a:lnTo>
                <a:pt x="218" y="1582"/>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1004283"/>
      </dsp:txXfrm>
    </dsp:sp>
    <dsp:sp modelId="{BA2CCC51-5FC9-CD41-A411-D67BEA2AF108}">
      <dsp:nvSpPr>
        <dsp:cNvPr id="10" name="Rounded Rectangle 9"/>
        <dsp:cNvSpPr/>
      </dsp:nvSpPr>
      <dsp:spPr bwMode="white">
        <a:xfrm>
          <a:off x="2759938" y="1300113"/>
          <a:ext cx="166030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SYSTEM ARCHITECTURE</a:t>
          </a:r>
          <a:endParaRPr>
            <a:solidFill>
              <a:schemeClr val="dk1"/>
            </a:solidFill>
          </a:endParaRPr>
        </a:p>
      </dsp:txBody>
      <dsp:txXfrm>
        <a:off x="2759938" y="1300113"/>
        <a:ext cx="1660304" cy="321932"/>
      </dsp:txXfrm>
    </dsp:sp>
    <dsp:sp modelId="{20C55199-2EFC-BD49-BD66-678A13C72241}">
      <dsp:nvSpPr>
        <dsp:cNvPr id="11" name="Freeform 10"/>
        <dsp:cNvSpPr/>
      </dsp:nvSpPr>
      <dsp:spPr bwMode="white">
        <a:xfrm>
          <a:off x="2621513" y="456796"/>
          <a:ext cx="138425" cy="1406698"/>
        </a:xfrm>
        <a:custGeom>
          <a:avLst/>
          <a:gdLst/>
          <a:ahLst/>
          <a:cxnLst/>
          <a:pathLst>
            <a:path w="218" h="2215">
              <a:moveTo>
                <a:pt x="0" y="0"/>
              </a:moveTo>
              <a:lnTo>
                <a:pt x="0" y="2215"/>
              </a:lnTo>
              <a:lnTo>
                <a:pt x="218" y="2215"/>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1406698"/>
      </dsp:txXfrm>
    </dsp:sp>
    <dsp:sp modelId="{A61EE737-1306-0A4D-8915-CAA598984A3F}">
      <dsp:nvSpPr>
        <dsp:cNvPr id="12" name="Rounded Rectangle 11"/>
        <dsp:cNvSpPr/>
      </dsp:nvSpPr>
      <dsp:spPr bwMode="white">
        <a:xfrm>
          <a:off x="2759938" y="1702528"/>
          <a:ext cx="166030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dk1"/>
              </a:solidFill>
            </a:rPr>
            <a:t>CONCEPTUAL FRAMEWORK USED</a:t>
          </a:r>
          <a:endParaRPr>
            <a:solidFill>
              <a:schemeClr val="dk1"/>
            </a:solidFill>
          </a:endParaRPr>
        </a:p>
      </dsp:txBody>
      <dsp:txXfrm>
        <a:off x="2759938" y="1702528"/>
        <a:ext cx="1660304" cy="321932"/>
      </dsp:txXfrm>
    </dsp:sp>
    <dsp:sp modelId="{760AC0F8-9CF7-0A45-95CF-8D323C8A247B}">
      <dsp:nvSpPr>
        <dsp:cNvPr id="13" name="Freeform 12"/>
        <dsp:cNvSpPr/>
      </dsp:nvSpPr>
      <dsp:spPr bwMode="white">
        <a:xfrm>
          <a:off x="2621513" y="456796"/>
          <a:ext cx="138425" cy="1809113"/>
        </a:xfrm>
        <a:custGeom>
          <a:avLst/>
          <a:gdLst/>
          <a:ahLst/>
          <a:cxnLst/>
          <a:pathLst>
            <a:path w="218" h="2849">
              <a:moveTo>
                <a:pt x="0" y="0"/>
              </a:moveTo>
              <a:lnTo>
                <a:pt x="0" y="2849"/>
              </a:lnTo>
              <a:lnTo>
                <a:pt x="218" y="2849"/>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1809113"/>
      </dsp:txXfrm>
    </dsp:sp>
    <dsp:sp modelId="{B7257ED9-0841-0F4A-B327-F93FB70E0FE8}">
      <dsp:nvSpPr>
        <dsp:cNvPr id="14" name="Rounded Rectangle 13"/>
        <dsp:cNvSpPr/>
      </dsp:nvSpPr>
      <dsp:spPr bwMode="white">
        <a:xfrm>
          <a:off x="2759938" y="2104943"/>
          <a:ext cx="166030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ALGORITHMS/FRAMEWORK USED</a:t>
          </a:r>
          <a:endParaRPr>
            <a:solidFill>
              <a:schemeClr val="dk1"/>
            </a:solidFill>
          </a:endParaRPr>
        </a:p>
      </dsp:txBody>
      <dsp:txXfrm>
        <a:off x="2759938" y="2104943"/>
        <a:ext cx="1660304" cy="321932"/>
      </dsp:txXfrm>
    </dsp:sp>
    <dsp:sp modelId="{039D6549-7EE0-454D-BD14-C5804DC52582}">
      <dsp:nvSpPr>
        <dsp:cNvPr id="15" name="Freeform 14"/>
        <dsp:cNvSpPr/>
      </dsp:nvSpPr>
      <dsp:spPr bwMode="white">
        <a:xfrm>
          <a:off x="2621513" y="456796"/>
          <a:ext cx="138425" cy="2211529"/>
        </a:xfrm>
        <a:custGeom>
          <a:avLst/>
          <a:gdLst/>
          <a:ahLst/>
          <a:cxnLst/>
          <a:pathLst>
            <a:path w="218" h="3483">
              <a:moveTo>
                <a:pt x="0" y="0"/>
              </a:moveTo>
              <a:lnTo>
                <a:pt x="0" y="3483"/>
              </a:lnTo>
              <a:lnTo>
                <a:pt x="218" y="3483"/>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2211529"/>
      </dsp:txXfrm>
    </dsp:sp>
    <dsp:sp modelId="{CE7F1567-AB76-EF48-8BB1-D6ABF7B60A6A}">
      <dsp:nvSpPr>
        <dsp:cNvPr id="16" name="Rounded Rectangle 15"/>
        <dsp:cNvSpPr/>
      </dsp:nvSpPr>
      <dsp:spPr bwMode="white">
        <a:xfrm>
          <a:off x="2759938" y="2507358"/>
          <a:ext cx="166030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 CASE DIAGRAM</a:t>
          </a:r>
          <a:endParaRPr>
            <a:solidFill>
              <a:schemeClr val="dk1"/>
            </a:solidFill>
          </a:endParaRPr>
        </a:p>
      </dsp:txBody>
      <dsp:txXfrm>
        <a:off x="2759938" y="2507358"/>
        <a:ext cx="1660304" cy="321932"/>
      </dsp:txXfrm>
    </dsp:sp>
    <dsp:sp modelId="{7647E2E2-D8DD-C947-A8FB-C4EFCEEBE675}">
      <dsp:nvSpPr>
        <dsp:cNvPr id="17" name="Freeform 16"/>
        <dsp:cNvSpPr/>
      </dsp:nvSpPr>
      <dsp:spPr bwMode="white">
        <a:xfrm>
          <a:off x="2621513" y="456796"/>
          <a:ext cx="138425" cy="2613944"/>
        </a:xfrm>
        <a:custGeom>
          <a:avLst/>
          <a:gdLst/>
          <a:ahLst/>
          <a:cxnLst/>
          <a:pathLst>
            <a:path w="218" h="4116">
              <a:moveTo>
                <a:pt x="0" y="0"/>
              </a:moveTo>
              <a:lnTo>
                <a:pt x="0" y="4116"/>
              </a:lnTo>
              <a:lnTo>
                <a:pt x="218" y="4116"/>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2613944"/>
      </dsp:txXfrm>
    </dsp:sp>
    <dsp:sp modelId="{B28370AA-BA54-A944-8F0A-53F5C92903B0}">
      <dsp:nvSpPr>
        <dsp:cNvPr id="18" name="Rounded Rectangle 17"/>
        <dsp:cNvSpPr/>
      </dsp:nvSpPr>
      <dsp:spPr bwMode="white">
        <a:xfrm>
          <a:off x="2759938" y="2909773"/>
          <a:ext cx="166030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ACTIVITY DIAGRAM</a:t>
          </a:r>
          <a:endParaRPr>
            <a:solidFill>
              <a:schemeClr val="dk1"/>
            </a:solidFill>
          </a:endParaRPr>
        </a:p>
      </dsp:txBody>
      <dsp:txXfrm>
        <a:off x="2759938" y="2909773"/>
        <a:ext cx="1660304" cy="321932"/>
      </dsp:txXfrm>
    </dsp:sp>
    <dsp:sp modelId="{04DDD6C6-2351-A949-9148-436ED5CB6635}">
      <dsp:nvSpPr>
        <dsp:cNvPr id="19" name="Freeform 18"/>
        <dsp:cNvSpPr/>
      </dsp:nvSpPr>
      <dsp:spPr bwMode="white">
        <a:xfrm>
          <a:off x="2621513" y="456796"/>
          <a:ext cx="138425" cy="3016359"/>
        </a:xfrm>
        <a:custGeom>
          <a:avLst/>
          <a:gdLst/>
          <a:ahLst/>
          <a:cxnLst/>
          <a:pathLst>
            <a:path w="218" h="4750">
              <a:moveTo>
                <a:pt x="0" y="0"/>
              </a:moveTo>
              <a:lnTo>
                <a:pt x="0" y="4750"/>
              </a:lnTo>
              <a:lnTo>
                <a:pt x="218" y="4750"/>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3016359"/>
      </dsp:txXfrm>
    </dsp:sp>
    <dsp:sp modelId="{59ADD543-61BB-5845-BF04-DF80B9EB87BD}">
      <dsp:nvSpPr>
        <dsp:cNvPr id="20" name="Rounded Rectangle 19"/>
        <dsp:cNvSpPr/>
      </dsp:nvSpPr>
      <dsp:spPr bwMode="white">
        <a:xfrm>
          <a:off x="2759938" y="3312189"/>
          <a:ext cx="1657044"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SEQUENCE DIAGRAM</a:t>
          </a:r>
          <a:endParaRPr>
            <a:solidFill>
              <a:schemeClr val="dk1"/>
            </a:solidFill>
          </a:endParaRPr>
        </a:p>
      </dsp:txBody>
      <dsp:txXfrm>
        <a:off x="2759938" y="3312189"/>
        <a:ext cx="1657044" cy="321932"/>
      </dsp:txXfrm>
    </dsp:sp>
    <dsp:sp modelId="{174EF6B6-AD75-7F48-9A8A-1E91D55820AE}">
      <dsp:nvSpPr>
        <dsp:cNvPr id="21" name="Freeform 20"/>
        <dsp:cNvSpPr/>
      </dsp:nvSpPr>
      <dsp:spPr bwMode="white">
        <a:xfrm>
          <a:off x="2621513" y="456796"/>
          <a:ext cx="138425" cy="3418774"/>
        </a:xfrm>
        <a:custGeom>
          <a:avLst/>
          <a:gdLst/>
          <a:ahLst/>
          <a:cxnLst/>
          <a:pathLst>
            <a:path w="218" h="5384">
              <a:moveTo>
                <a:pt x="0" y="0"/>
              </a:moveTo>
              <a:lnTo>
                <a:pt x="0" y="5384"/>
              </a:lnTo>
              <a:lnTo>
                <a:pt x="218" y="5384"/>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3418774"/>
      </dsp:txXfrm>
    </dsp:sp>
    <dsp:sp modelId="{AE24331F-02B4-A440-8423-B08D469F9255}">
      <dsp:nvSpPr>
        <dsp:cNvPr id="22" name="Rounded Rectangle 21"/>
        <dsp:cNvSpPr/>
      </dsp:nvSpPr>
      <dsp:spPr bwMode="white">
        <a:xfrm>
          <a:off x="2759938" y="3714604"/>
          <a:ext cx="1668731"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ERD(DATABASE DESIGN)</a:t>
          </a:r>
          <a:endParaRPr>
            <a:solidFill>
              <a:schemeClr val="dk1"/>
            </a:solidFill>
          </a:endParaRPr>
        </a:p>
      </dsp:txBody>
      <dsp:txXfrm>
        <a:off x="2759938" y="3714604"/>
        <a:ext cx="1668731" cy="321932"/>
      </dsp:txXfrm>
    </dsp:sp>
    <dsp:sp modelId="{492A118A-FD4C-194E-8939-78EB3D90DBA4}">
      <dsp:nvSpPr>
        <dsp:cNvPr id="23" name="Freeform 22"/>
        <dsp:cNvSpPr/>
      </dsp:nvSpPr>
      <dsp:spPr bwMode="white">
        <a:xfrm>
          <a:off x="2621513" y="456796"/>
          <a:ext cx="138425" cy="3821189"/>
        </a:xfrm>
        <a:custGeom>
          <a:avLst/>
          <a:gdLst/>
          <a:ahLst/>
          <a:cxnLst/>
          <a:pathLst>
            <a:path w="218" h="6018">
              <a:moveTo>
                <a:pt x="0" y="0"/>
              </a:moveTo>
              <a:lnTo>
                <a:pt x="0" y="6018"/>
              </a:lnTo>
              <a:lnTo>
                <a:pt x="218" y="6018"/>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3821189"/>
      </dsp:txXfrm>
    </dsp:sp>
    <dsp:sp modelId="{0BB44A91-BB76-9F49-A02D-7651ADF611A1}">
      <dsp:nvSpPr>
        <dsp:cNvPr id="24" name="Rounded Rectangle 23"/>
        <dsp:cNvSpPr/>
      </dsp:nvSpPr>
      <dsp:spPr bwMode="white">
        <a:xfrm>
          <a:off x="2759938" y="4117019"/>
          <a:ext cx="1671260"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USER INTERFACE DESIGN(PROTOTYPE)</a:t>
          </a:r>
          <a:endParaRPr>
            <a:solidFill>
              <a:schemeClr val="dk1"/>
            </a:solidFill>
          </a:endParaRPr>
        </a:p>
      </dsp:txBody>
      <dsp:txXfrm>
        <a:off x="2759938" y="4117019"/>
        <a:ext cx="1671260" cy="321932"/>
      </dsp:txXfrm>
    </dsp:sp>
    <dsp:sp modelId="{ACC786AA-E49D-F148-9348-5AD11974422D}">
      <dsp:nvSpPr>
        <dsp:cNvPr id="25" name="Freeform 24"/>
        <dsp:cNvSpPr/>
      </dsp:nvSpPr>
      <dsp:spPr bwMode="white">
        <a:xfrm>
          <a:off x="2621513" y="456796"/>
          <a:ext cx="138425" cy="4223604"/>
        </a:xfrm>
        <a:custGeom>
          <a:avLst/>
          <a:gdLst/>
          <a:ahLst/>
          <a:cxnLst/>
          <a:pathLst>
            <a:path w="218" h="6651">
              <a:moveTo>
                <a:pt x="0" y="0"/>
              </a:moveTo>
              <a:lnTo>
                <a:pt x="0" y="6651"/>
              </a:lnTo>
              <a:lnTo>
                <a:pt x="218" y="6651"/>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4223604"/>
      </dsp:txXfrm>
    </dsp:sp>
    <dsp:sp modelId="{2908A42F-3390-4842-86A0-08BF3F83E339}">
      <dsp:nvSpPr>
        <dsp:cNvPr id="26" name="Rounded Rectangle 25"/>
        <dsp:cNvSpPr/>
      </dsp:nvSpPr>
      <dsp:spPr bwMode="white">
        <a:xfrm>
          <a:off x="2759938" y="4519434"/>
          <a:ext cx="1671260"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5240" tIns="10160" rIns="1524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800" b="1" dirty="0">
              <a:solidFill>
                <a:schemeClr val="dk1"/>
              </a:solidFill>
            </a:rPr>
            <a:t>SOFTWARE PLATFORMS,DEVELOPMENT, ENVIRONMENTS &amp; TOOLS</a:t>
          </a:r>
          <a:endParaRPr>
            <a:solidFill>
              <a:schemeClr val="dk1"/>
            </a:solidFill>
          </a:endParaRPr>
        </a:p>
      </dsp:txBody>
      <dsp:txXfrm>
        <a:off x="2759938" y="4519434"/>
        <a:ext cx="1671260" cy="321932"/>
      </dsp:txXfrm>
    </dsp:sp>
    <dsp:sp modelId="{7AEAFC8D-B70A-DB45-AC73-85C7A6FD7000}">
      <dsp:nvSpPr>
        <dsp:cNvPr id="27" name="Freeform 26"/>
        <dsp:cNvSpPr/>
      </dsp:nvSpPr>
      <dsp:spPr bwMode="white">
        <a:xfrm>
          <a:off x="2621513" y="456796"/>
          <a:ext cx="138425" cy="4626019"/>
        </a:xfrm>
        <a:custGeom>
          <a:avLst/>
          <a:gdLst/>
          <a:ahLst/>
          <a:cxnLst/>
          <a:pathLst>
            <a:path w="218" h="7285">
              <a:moveTo>
                <a:pt x="0" y="0"/>
              </a:moveTo>
              <a:lnTo>
                <a:pt x="0" y="7285"/>
              </a:lnTo>
              <a:lnTo>
                <a:pt x="218" y="7285"/>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4626019"/>
      </dsp:txXfrm>
    </dsp:sp>
    <dsp:sp modelId="{7B9A3320-6E14-484D-A794-B2F94A44EF8B}">
      <dsp:nvSpPr>
        <dsp:cNvPr id="28" name="Rounded Rectangle 27"/>
        <dsp:cNvSpPr/>
      </dsp:nvSpPr>
      <dsp:spPr bwMode="white">
        <a:xfrm>
          <a:off x="2759938" y="4921849"/>
          <a:ext cx="1669035" cy="321932"/>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b="1" dirty="0">
              <a:solidFill>
                <a:schemeClr val="dk1"/>
              </a:solidFill>
            </a:rPr>
            <a:t>HARDWARE REQUIREMENTS</a:t>
          </a:r>
          <a:endParaRPr>
            <a:solidFill>
              <a:schemeClr val="dk1"/>
            </a:solidFill>
          </a:endParaRPr>
        </a:p>
      </dsp:txBody>
      <dsp:txXfrm>
        <a:off x="2759938" y="4921849"/>
        <a:ext cx="1669035" cy="321932"/>
      </dsp:txXfrm>
    </dsp:sp>
    <dsp:sp modelId="{40ED545D-287D-C141-885D-E246B5E4F0AC}">
      <dsp:nvSpPr>
        <dsp:cNvPr id="29" name="Freeform 28"/>
        <dsp:cNvSpPr/>
      </dsp:nvSpPr>
      <dsp:spPr bwMode="white">
        <a:xfrm>
          <a:off x="2621513" y="456796"/>
          <a:ext cx="138425" cy="5067509"/>
        </a:xfrm>
        <a:custGeom>
          <a:avLst/>
          <a:gdLst/>
          <a:ahLst/>
          <a:cxnLst/>
          <a:pathLst>
            <a:path w="218" h="7980">
              <a:moveTo>
                <a:pt x="0" y="0"/>
              </a:moveTo>
              <a:lnTo>
                <a:pt x="0" y="7980"/>
              </a:lnTo>
              <a:lnTo>
                <a:pt x="218" y="7980"/>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5067509"/>
      </dsp:txXfrm>
    </dsp:sp>
    <dsp:sp modelId="{361E30B0-32E3-6C49-9085-B0FC7F923612}">
      <dsp:nvSpPr>
        <dsp:cNvPr id="30" name="Rounded Rectangle 29"/>
        <dsp:cNvSpPr/>
      </dsp:nvSpPr>
      <dsp:spPr bwMode="white">
        <a:xfrm>
          <a:off x="2759938" y="5324264"/>
          <a:ext cx="1678394" cy="400081"/>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19050" tIns="12700" rIns="1905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PH" sz="1000" b="1" dirty="0">
              <a:solidFill>
                <a:schemeClr val="tx1"/>
              </a:solidFill>
            </a:rPr>
            <a:t>SYSTEM EVALUATION</a:t>
          </a:r>
          <a:endParaRPr>
            <a:solidFill>
              <a:schemeClr val="dk1"/>
            </a:solidFill>
          </a:endParaRPr>
        </a:p>
      </dsp:txBody>
      <dsp:txXfrm>
        <a:off x="2759938" y="5324264"/>
        <a:ext cx="1678394" cy="400081"/>
      </dsp:txXfrm>
    </dsp:sp>
    <dsp:sp modelId="{BF26FCE1-5EA5-4448-9D44-914DA220557F}">
      <dsp:nvSpPr>
        <dsp:cNvPr id="31" name="Freeform 30"/>
        <dsp:cNvSpPr/>
      </dsp:nvSpPr>
      <dsp:spPr bwMode="white">
        <a:xfrm>
          <a:off x="2621513" y="456796"/>
          <a:ext cx="138425" cy="5584797"/>
        </a:xfrm>
        <a:custGeom>
          <a:avLst/>
          <a:gdLst/>
          <a:ahLst/>
          <a:cxnLst/>
          <a:pathLst>
            <a:path w="218" h="8795">
              <a:moveTo>
                <a:pt x="0" y="0"/>
              </a:moveTo>
              <a:lnTo>
                <a:pt x="0" y="8795"/>
              </a:lnTo>
              <a:lnTo>
                <a:pt x="218" y="8795"/>
              </a:lnTo>
            </a:path>
          </a:pathLst>
        </a:custGeom>
      </dsp:spPr>
      <dsp:style>
        <a:lnRef idx="2">
          <a:schemeClr val="accent1">
            <a:shade val="60000"/>
          </a:schemeClr>
        </a:lnRef>
        <a:fillRef idx="0">
          <a:schemeClr val="accent1"/>
        </a:fillRef>
        <a:effectRef idx="0">
          <a:scrgbClr r="0" g="0" b="0"/>
        </a:effectRef>
        <a:fontRef idx="minor"/>
      </dsp:style>
      <dsp:txXfrm>
        <a:off x="2621513" y="456796"/>
        <a:ext cx="138425" cy="5584797"/>
      </dsp:txXfrm>
    </dsp:sp>
    <dsp:sp modelId="{FBAD4ED1-0502-064E-918B-561DBEE5E687}">
      <dsp:nvSpPr>
        <dsp:cNvPr id="32" name="Rounded Rectangle 31"/>
        <dsp:cNvSpPr/>
      </dsp:nvSpPr>
      <dsp:spPr bwMode="white">
        <a:xfrm>
          <a:off x="2759938" y="5804828"/>
          <a:ext cx="3474003" cy="473530"/>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34290" tIns="22860" rIns="3429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800" b="1" dirty="0">
              <a:solidFill>
                <a:srgbClr val="C00000"/>
              </a:solidFill>
            </a:rPr>
            <a:t>RESEARCH ETHICAL STANDARDS</a:t>
          </a:r>
          <a:endParaRPr lang="en-US" sz="1800" dirty="0">
            <a:solidFill>
              <a:srgbClr val="C00000"/>
            </a:solidFill>
          </a:endParaRPr>
        </a:p>
      </dsp:txBody>
      <dsp:txXfrm>
        <a:off x="2759938" y="5804828"/>
        <a:ext cx="3474003" cy="473530"/>
      </dsp:txXfrm>
    </dsp:sp>
    <dsp:sp modelId="{0D9E6DF1-CBA9-3D43-8108-EE3B50B3C44A}">
      <dsp:nvSpPr>
        <dsp:cNvPr id="4" name="Rounded Rectangle 3" hidden="1"/>
        <dsp:cNvSpPr/>
      </dsp:nvSpPr>
      <dsp:spPr>
        <a:xfrm>
          <a:off x="2421051" y="41996"/>
          <a:ext cx="400923" cy="414800"/>
        </a:xfrm>
        <a:prstGeom prst="roundRect">
          <a:avLst>
            <a:gd name="adj" fmla="val 10000"/>
          </a:avLst>
        </a:prstGeom>
      </dsp:spPr>
      <dsp:txXfrm>
        <a:off x="2421051" y="41996"/>
        <a:ext cx="400923" cy="4148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82BD06C0-8C0C-184C-BFCF-A088ACA6FE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BD06C0-8C0C-184C-BFCF-A088ACA6FE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2BD06C0-8C0C-184C-BFCF-A088ACA6FE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82BD06C0-8C0C-184C-BFCF-A088ACA6FE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82BD06C0-8C0C-184C-BFCF-A088ACA6FE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82BD06C0-8C0C-184C-BFCF-A088ACA6FE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BD06C0-8C0C-184C-BFCF-A088ACA6FE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BD06C0-8C0C-184C-BFCF-A088ACA6FE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BD06C0-8C0C-184C-BFCF-A088ACA6FE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BD06C0-8C0C-184C-BFCF-A088ACA6FE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BD06C0-8C0C-184C-BFCF-A088ACA6FE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69090-7752-FD41-8C1D-A4C9ECE5E0F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BD06C0-8C0C-184C-BFCF-A088ACA6FE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B69090-7752-FD41-8C1D-A4C9ECE5E0F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2.png"/><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slideLayout" Target="../slideLayouts/slideLayout7.xml"/><Relationship Id="rId17" Type="http://schemas.openxmlformats.org/officeDocument/2006/relationships/image" Target="../media/image6.png"/><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image" Target="../media/image5.png"/><Relationship Id="rId13" Type="http://schemas.openxmlformats.org/officeDocument/2006/relationships/tags" Target="../tags/tag9.xml"/><Relationship Id="rId12" Type="http://schemas.openxmlformats.org/officeDocument/2006/relationships/image" Target="../media/image4.png"/><Relationship Id="rId11" Type="http://schemas.openxmlformats.org/officeDocument/2006/relationships/tags" Target="../tags/tag8.xml"/><Relationship Id="rId10" Type="http://schemas.openxmlformats.org/officeDocument/2006/relationships/image" Target="../media/image3.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8.png"/><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9.png"/><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0.png"/><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1.png"/><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2.png"/><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3.png"/><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4.png"/><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5.png"/><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6.png"/><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7.png"/><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8.png"/><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9.png"/><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0.png"/><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1.png"/><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2.png"/><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4.jpeg"/><Relationship Id="rId7" Type="http://schemas.openxmlformats.org/officeDocument/2006/relationships/image" Target="../media/image23.jpeg"/><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5.jpeg"/><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9" Type="http://schemas.openxmlformats.org/officeDocument/2006/relationships/image" Target="../media/image28.jpeg"/><Relationship Id="rId8" Type="http://schemas.openxmlformats.org/officeDocument/2006/relationships/image" Target="../media/image27.jpeg"/><Relationship Id="rId7" Type="http://schemas.openxmlformats.org/officeDocument/2006/relationships/image" Target="../media/image26.jpeg"/><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 Id="rId3" Type="http://schemas.openxmlformats.org/officeDocument/2006/relationships/diagramLayout" Target="../diagrams/layout26.xml"/><Relationship Id="rId2" Type="http://schemas.openxmlformats.org/officeDocument/2006/relationships/diagramData" Target="../diagrams/data26.xml"/><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0.jpeg"/><Relationship Id="rId7" Type="http://schemas.openxmlformats.org/officeDocument/2006/relationships/image" Target="../media/image29.jpeg"/><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1.jpeg"/><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2.jpeg"/><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3.jpeg"/><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9" Type="http://schemas.openxmlformats.org/officeDocument/2006/relationships/image" Target="../media/image36.jpeg"/><Relationship Id="rId8" Type="http://schemas.openxmlformats.org/officeDocument/2006/relationships/image" Target="../media/image35.jpeg"/><Relationship Id="rId7" Type="http://schemas.openxmlformats.org/officeDocument/2006/relationships/image" Target="../media/image34.jpeg"/><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 Id="rId3" Type="http://schemas.openxmlformats.org/officeDocument/2006/relationships/diagramLayout" Target="../diagrams/layout31.xml"/><Relationship Id="rId2" Type="http://schemas.openxmlformats.org/officeDocument/2006/relationships/diagramData" Target="../diagrams/data31.xml"/><Relationship Id="rId12" Type="http://schemas.openxmlformats.org/officeDocument/2006/relationships/notesSlide" Target="../notesSlides/notesSlide1.xml"/><Relationship Id="rId11" Type="http://schemas.openxmlformats.org/officeDocument/2006/relationships/slideLayout" Target="../slideLayouts/slideLayout7.xml"/><Relationship Id="rId10" Type="http://schemas.openxmlformats.org/officeDocument/2006/relationships/image" Target="../media/image37.jpe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9.jpeg"/><Relationship Id="rId7" Type="http://schemas.openxmlformats.org/officeDocument/2006/relationships/image" Target="../media/image38.jpeg"/><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1.jpeg"/><Relationship Id="rId7" Type="http://schemas.openxmlformats.org/officeDocument/2006/relationships/image" Target="../media/image40.jpeg"/><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3.jpeg"/><Relationship Id="rId7" Type="http://schemas.openxmlformats.org/officeDocument/2006/relationships/image" Target="../media/image42.jpeg"/><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870504" y="5318388"/>
            <a:ext cx="1284229" cy="1441296"/>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sp>
        <p:nvSpPr>
          <p:cNvPr id="6" name="TextBox 6"/>
          <p:cNvSpPr txBox="1"/>
          <p:nvPr/>
        </p:nvSpPr>
        <p:spPr>
          <a:xfrm>
            <a:off x="5047989" y="6320287"/>
            <a:ext cx="5822516" cy="364652"/>
          </a:xfrm>
          <a:prstGeom prst="rect">
            <a:avLst/>
          </a:prstGeom>
        </p:spPr>
        <p:txBody>
          <a:bodyPr wrap="square" lIns="0" tIns="0" rIns="0" bIns="0" rtlCol="0" anchor="t">
            <a:spAutoFit/>
          </a:bodyPr>
          <a:lstStyle/>
          <a:p>
            <a:pPr algn="ctr">
              <a:lnSpc>
                <a:spcPts val="3175"/>
              </a:lnSpc>
            </a:pPr>
            <a:r>
              <a:rPr lang="en-US" sz="16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600" b="1" dirty="0">
              <a:solidFill>
                <a:srgbClr val="FFFFFF"/>
              </a:solidFill>
              <a:latin typeface="Aptos" panose="020B0004020202020204" pitchFamily="34" charset="0"/>
              <a:ea typeface="Alex Brush"/>
              <a:cs typeface="Alex Brush"/>
              <a:sym typeface="Alex Brush"/>
            </a:endParaRPr>
          </a:p>
        </p:txBody>
      </p:sp>
      <p:sp>
        <p:nvSpPr>
          <p:cNvPr id="7" name="Rectangle 6"/>
          <p:cNvSpPr/>
          <p:nvPr/>
        </p:nvSpPr>
        <p:spPr>
          <a:xfrm>
            <a:off x="1101575" y="5561268"/>
            <a:ext cx="3660939" cy="738664"/>
          </a:xfrm>
          <a:prstGeom prst="rect">
            <a:avLst/>
          </a:prstGeom>
          <a:noFill/>
        </p:spPr>
        <p:txBody>
          <a:bodyPr wrap="none" lIns="60960" tIns="30480" rIns="60960" bIns="30480">
            <a:spAutoFit/>
          </a:bodyPr>
          <a:lstStyle/>
          <a:p>
            <a:pPr algn="ctr"/>
            <a:r>
              <a:rPr lang="en-US" sz="4400" b="1" dirty="0">
                <a:ln w="13462">
                  <a:solidFill>
                    <a:schemeClr val="bg1"/>
                  </a:solidFill>
                  <a:prstDash val="solid"/>
                </a:ln>
                <a:solidFill>
                  <a:srgbClr val="002060"/>
                </a:solidFill>
                <a:effectLst>
                  <a:outerShdw dist="38100" dir="2700000" algn="bl" rotWithShape="0">
                    <a:schemeClr val="accent5"/>
                  </a:outerShdw>
                </a:effectLst>
                <a:latin typeface="Transformers Movie" pitchFamily="2" charset="77"/>
              </a:rPr>
              <a:t>SY 2025-2026</a:t>
            </a:r>
            <a:endParaRPr lang="en-US" sz="4400" b="1" dirty="0">
              <a:ln w="13462">
                <a:solidFill>
                  <a:schemeClr val="bg1"/>
                </a:solidFill>
                <a:prstDash val="solid"/>
              </a:ln>
              <a:solidFill>
                <a:srgbClr val="002060"/>
              </a:solidFill>
              <a:effectLst>
                <a:outerShdw dist="38100" dir="2700000" algn="bl" rotWithShape="0">
                  <a:schemeClr val="accent5"/>
                </a:outerShdw>
              </a:effectLst>
              <a:latin typeface="Transformers Movie" pitchFamily="2" charset="77"/>
            </a:endParaRPr>
          </a:p>
        </p:txBody>
      </p:sp>
      <p:cxnSp>
        <p:nvCxnSpPr>
          <p:cNvPr id="10" name="Straight Connector 9"/>
          <p:cNvCxnSpPr/>
          <p:nvPr/>
        </p:nvCxnSpPr>
        <p:spPr>
          <a:xfrm flipV="1">
            <a:off x="547529" y="5635032"/>
            <a:ext cx="5184576" cy="1435"/>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37299" y="5076964"/>
            <a:ext cx="3989490" cy="543675"/>
          </a:xfrm>
          <a:prstGeom prst="rect">
            <a:avLst/>
          </a:prstGeom>
          <a:noFill/>
        </p:spPr>
        <p:txBody>
          <a:bodyPr wrap="none" rtlCol="0">
            <a:spAutoFit/>
          </a:bodyPr>
          <a:lstStyle/>
          <a:p>
            <a:r>
              <a:rPr lang="en-US" sz="2935" b="1" dirty="0">
                <a:solidFill>
                  <a:srgbClr val="002060"/>
                </a:solidFill>
                <a:latin typeface="Baghdad" pitchFamily="2" charset="-78"/>
                <a:ea typeface="Apple Symbols" panose="02000000000000000000" pitchFamily="2" charset="-79"/>
                <a:cs typeface="Baghdad" pitchFamily="2" charset="-78"/>
              </a:rPr>
              <a:t>RESEARCH PROPOSAL</a:t>
            </a:r>
            <a:endParaRPr lang="en-US" sz="2935" b="1" dirty="0">
              <a:solidFill>
                <a:srgbClr val="002060"/>
              </a:solidFill>
              <a:latin typeface="Baghdad" pitchFamily="2" charset="-78"/>
              <a:ea typeface="Apple Symbols" panose="02000000000000000000" pitchFamily="2" charset="-79"/>
              <a:cs typeface="Baghdad"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870504" y="5318388"/>
            <a:ext cx="1284229" cy="1441296"/>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sp>
        <p:nvSpPr>
          <p:cNvPr id="6" name="TextBox 6"/>
          <p:cNvSpPr txBox="1"/>
          <p:nvPr/>
        </p:nvSpPr>
        <p:spPr>
          <a:xfrm>
            <a:off x="5047989" y="6320287"/>
            <a:ext cx="5822516" cy="364652"/>
          </a:xfrm>
          <a:prstGeom prst="rect">
            <a:avLst/>
          </a:prstGeom>
        </p:spPr>
        <p:txBody>
          <a:bodyPr wrap="square" lIns="0" tIns="0" rIns="0" bIns="0" rtlCol="0" anchor="t">
            <a:spAutoFit/>
          </a:bodyPr>
          <a:lstStyle/>
          <a:p>
            <a:pPr algn="ctr">
              <a:lnSpc>
                <a:spcPts val="3175"/>
              </a:lnSpc>
            </a:pPr>
            <a:r>
              <a:rPr lang="en-US" sz="16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600" b="1" dirty="0">
              <a:solidFill>
                <a:srgbClr val="FFFFFF"/>
              </a:solidFill>
              <a:latin typeface="Aptos" panose="020B0004020202020204" pitchFamily="34" charset="0"/>
              <a:ea typeface="Alex Brush"/>
              <a:cs typeface="Alex Brush"/>
              <a:sym typeface="Alex Brush"/>
            </a:endParaRPr>
          </a:p>
        </p:txBody>
      </p:sp>
      <p:sp>
        <p:nvSpPr>
          <p:cNvPr id="7" name="Rectangle 6"/>
          <p:cNvSpPr/>
          <p:nvPr/>
        </p:nvSpPr>
        <p:spPr>
          <a:xfrm>
            <a:off x="761373" y="173061"/>
            <a:ext cx="3895875" cy="738664"/>
          </a:xfrm>
          <a:prstGeom prst="rect">
            <a:avLst/>
          </a:prstGeom>
          <a:noFill/>
        </p:spPr>
        <p:txBody>
          <a:bodyPr wrap="none" lIns="60960" tIns="30480" rIns="60960" bIns="30480">
            <a:spAutoFit/>
          </a:bodyPr>
          <a:lstStyle/>
          <a:p>
            <a:pPr algn="ctr"/>
            <a:r>
              <a:rPr lang="en-US" sz="4400" b="1" dirty="0">
                <a:ln w="13462">
                  <a:solidFill>
                    <a:schemeClr val="bg1"/>
                  </a:solidFill>
                  <a:prstDash val="solid"/>
                </a:ln>
                <a:solidFill>
                  <a:srgbClr val="002060"/>
                </a:solidFill>
                <a:effectLst>
                  <a:outerShdw dist="38100" dir="2700000" algn="bl" rotWithShape="0">
                    <a:schemeClr val="accent5"/>
                  </a:outerShdw>
                </a:effectLst>
                <a:latin typeface="Transformers Movie" pitchFamily="2" charset="77"/>
              </a:rPr>
              <a:t>Research Profile</a:t>
            </a:r>
            <a:endParaRPr lang="en-US" sz="4400" b="1" dirty="0">
              <a:ln w="13462">
                <a:solidFill>
                  <a:schemeClr val="bg1"/>
                </a:solidFill>
                <a:prstDash val="solid"/>
              </a:ln>
              <a:solidFill>
                <a:srgbClr val="002060"/>
              </a:solidFill>
              <a:effectLst>
                <a:outerShdw dist="38100" dir="2700000" algn="bl" rotWithShape="0">
                  <a:schemeClr val="accent5"/>
                </a:outerShdw>
              </a:effectLst>
              <a:latin typeface="Transformers Movie" pitchFamily="2" charset="77"/>
            </a:endParaRPr>
          </a:p>
        </p:txBody>
      </p:sp>
      <p:cxnSp>
        <p:nvCxnSpPr>
          <p:cNvPr id="10" name="Straight Connector 9"/>
          <p:cNvCxnSpPr/>
          <p:nvPr/>
        </p:nvCxnSpPr>
        <p:spPr>
          <a:xfrm flipV="1">
            <a:off x="261685" y="816847"/>
            <a:ext cx="5184576" cy="1435"/>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p:cNvSpPr txBox="1"/>
          <p:nvPr>
            <p:custDataLst>
              <p:tags r:id="rId2"/>
            </p:custDataLst>
          </p:nvPr>
        </p:nvSpPr>
        <p:spPr>
          <a:xfrm>
            <a:off x="-28575" y="3835400"/>
            <a:ext cx="2617470" cy="9156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altLang="en-US" sz="1600" dirty="0">
                <a:solidFill>
                  <a:srgbClr val="7030A0"/>
                </a:solidFill>
              </a:rPr>
              <a:t>Denzel Troy S. Reformado</a:t>
            </a:r>
            <a:endParaRPr lang="en-US" sz="1600" dirty="0">
              <a:solidFill>
                <a:srgbClr val="7030A0"/>
              </a:solidFill>
            </a:endParaRPr>
          </a:p>
          <a:p>
            <a:pPr marL="0" indent="0" algn="ctr">
              <a:buNone/>
            </a:pPr>
            <a:r>
              <a:rPr lang="en-US" altLang="en-US" sz="1600" dirty="0">
                <a:solidFill>
                  <a:srgbClr val="7030A0"/>
                </a:solidFill>
              </a:rPr>
              <a:t>0009-0007-4971-2382</a:t>
            </a:r>
            <a:endParaRPr lang="en-US" altLang="en-US" sz="1600" dirty="0">
              <a:solidFill>
                <a:srgbClr val="7030A0"/>
              </a:solidFill>
            </a:endParaRPr>
          </a:p>
          <a:p>
            <a:pPr marL="0" indent="0" algn="ctr">
              <a:buNone/>
            </a:pPr>
            <a:r>
              <a:rPr lang="en-PH" altLang="en-US" sz="1600" dirty="0">
                <a:solidFill>
                  <a:srgbClr val="7030A0"/>
                </a:solidFill>
              </a:rPr>
              <a:t>denzeltroy_reformado@smccnasipit.edu.ph</a:t>
            </a:r>
            <a:endParaRPr lang="en-PH" altLang="en-US" sz="1600" dirty="0">
              <a:solidFill>
                <a:srgbClr val="7030A0"/>
              </a:solidFill>
            </a:endParaRPr>
          </a:p>
        </p:txBody>
      </p:sp>
      <p:sp>
        <p:nvSpPr>
          <p:cNvPr id="14" name="Oval 13"/>
          <p:cNvSpPr/>
          <p:nvPr>
            <p:custDataLst>
              <p:tags r:id="rId3"/>
            </p:custDataLst>
          </p:nvPr>
        </p:nvSpPr>
        <p:spPr>
          <a:xfrm>
            <a:off x="10052685" y="2056130"/>
            <a:ext cx="1751330" cy="1622425"/>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PICTURE</a:t>
            </a:r>
            <a:endParaRPr lang="en-US" dirty="0">
              <a:solidFill>
                <a:srgbClr val="002060"/>
              </a:solidFill>
            </a:endParaRPr>
          </a:p>
        </p:txBody>
      </p:sp>
      <p:sp>
        <p:nvSpPr>
          <p:cNvPr id="18" name="Subtitle 2"/>
          <p:cNvSpPr txBox="1"/>
          <p:nvPr>
            <p:custDataLst>
              <p:tags r:id="rId4"/>
            </p:custDataLst>
          </p:nvPr>
        </p:nvSpPr>
        <p:spPr>
          <a:xfrm>
            <a:off x="2453005" y="3787775"/>
            <a:ext cx="2535555" cy="993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altLang="en-US" sz="1600" dirty="0">
                <a:solidFill>
                  <a:srgbClr val="7030A0"/>
                </a:solidFill>
              </a:rPr>
              <a:t>Bea Azenith B. Taglucop</a:t>
            </a:r>
            <a:endParaRPr lang="en-US" sz="1600" dirty="0">
              <a:solidFill>
                <a:srgbClr val="7030A0"/>
              </a:solidFill>
            </a:endParaRPr>
          </a:p>
          <a:p>
            <a:pPr marL="0" indent="0" algn="ctr">
              <a:buNone/>
            </a:pPr>
            <a:r>
              <a:rPr lang="en-US" altLang="en-US" sz="1600" dirty="0">
                <a:solidFill>
                  <a:srgbClr val="7030A0"/>
                </a:solidFill>
              </a:rPr>
              <a:t>0009-0002-5813-1516 </a:t>
            </a:r>
            <a:endParaRPr lang="en-US" altLang="en-US" sz="1600" dirty="0">
              <a:solidFill>
                <a:srgbClr val="7030A0"/>
              </a:solidFill>
            </a:endParaRPr>
          </a:p>
          <a:p>
            <a:pPr marL="0" indent="0" algn="ctr">
              <a:buNone/>
            </a:pPr>
            <a:r>
              <a:rPr lang="en-US" altLang="en-US" sz="1600" dirty="0">
                <a:solidFill>
                  <a:srgbClr val="7030A0"/>
                </a:solidFill>
              </a:rPr>
              <a:t> </a:t>
            </a:r>
            <a:r>
              <a:rPr lang="en-PH" altLang="en-US" sz="1600" dirty="0">
                <a:solidFill>
                  <a:srgbClr val="7030A0"/>
                </a:solidFill>
              </a:rPr>
              <a:t>beaazenith_taglucop@smccnasipit.edu.ph</a:t>
            </a:r>
            <a:endParaRPr lang="en-PH" altLang="en-US" sz="1600" dirty="0">
              <a:solidFill>
                <a:srgbClr val="7030A0"/>
              </a:solidFill>
            </a:endParaRPr>
          </a:p>
        </p:txBody>
      </p:sp>
      <p:sp>
        <p:nvSpPr>
          <p:cNvPr id="19" name="Subtitle 2"/>
          <p:cNvSpPr txBox="1"/>
          <p:nvPr>
            <p:custDataLst>
              <p:tags r:id="rId5"/>
            </p:custDataLst>
          </p:nvPr>
        </p:nvSpPr>
        <p:spPr>
          <a:xfrm>
            <a:off x="7503160" y="3757295"/>
            <a:ext cx="2360295" cy="17068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PH" altLang="en-US" sz="1600" dirty="0">
                <a:solidFill>
                  <a:srgbClr val="7030A0"/>
                </a:solidFill>
              </a:rPr>
              <a:t>Jhomarie p. Alsado</a:t>
            </a:r>
            <a:endParaRPr lang="en-US" sz="1600" dirty="0">
              <a:solidFill>
                <a:srgbClr val="7030A0"/>
              </a:solidFill>
            </a:endParaRPr>
          </a:p>
          <a:p>
            <a:pPr marL="0" indent="0" algn="ctr">
              <a:lnSpc>
                <a:spcPct val="100000"/>
              </a:lnSpc>
              <a:buNone/>
            </a:pPr>
            <a:r>
              <a:rPr lang="en-US" altLang="en-US" sz="1600" dirty="0">
                <a:solidFill>
                  <a:srgbClr val="7030A0"/>
                </a:solidFill>
              </a:rPr>
              <a:t>0009-0000-1656-7333</a:t>
            </a:r>
            <a:endParaRPr lang="en-US" altLang="en-US" sz="1600" dirty="0">
              <a:solidFill>
                <a:srgbClr val="7030A0"/>
              </a:solidFill>
            </a:endParaRPr>
          </a:p>
          <a:p>
            <a:pPr marL="0" indent="0" algn="ctr">
              <a:lnSpc>
                <a:spcPct val="100000"/>
              </a:lnSpc>
              <a:buNone/>
            </a:pPr>
            <a:r>
              <a:rPr lang="en-PH" altLang="en-US" sz="1600" dirty="0">
                <a:solidFill>
                  <a:srgbClr val="7030A0"/>
                </a:solidFill>
              </a:rPr>
              <a:t>jhomarie_alsado@smccnasipit.edu.ph</a:t>
            </a:r>
            <a:endParaRPr lang="en-PH" altLang="en-US" sz="1600" dirty="0">
              <a:solidFill>
                <a:srgbClr val="7030A0"/>
              </a:solidFill>
            </a:endParaRPr>
          </a:p>
        </p:txBody>
      </p:sp>
      <p:sp>
        <p:nvSpPr>
          <p:cNvPr id="20" name="Subtitle 2"/>
          <p:cNvSpPr txBox="1"/>
          <p:nvPr>
            <p:custDataLst>
              <p:tags r:id="rId6"/>
            </p:custDataLst>
          </p:nvPr>
        </p:nvSpPr>
        <p:spPr>
          <a:xfrm>
            <a:off x="10109835" y="3775075"/>
            <a:ext cx="1998345" cy="100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PH" altLang="en-US" sz="1600" dirty="0">
                <a:solidFill>
                  <a:srgbClr val="7030A0"/>
                </a:solidFill>
              </a:rPr>
              <a:t>Julius G. Sabandal</a:t>
            </a:r>
            <a:endParaRPr lang="en-US" sz="1600" dirty="0">
              <a:solidFill>
                <a:srgbClr val="7030A0"/>
              </a:solidFill>
            </a:endParaRPr>
          </a:p>
          <a:p>
            <a:pPr marL="0" indent="0" algn="ctr">
              <a:buNone/>
            </a:pPr>
            <a:r>
              <a:rPr lang="en-US" altLang="en-US" sz="1600" dirty="0">
                <a:solidFill>
                  <a:srgbClr val="7030A0"/>
                </a:solidFill>
              </a:rPr>
              <a:t>0009-0006-6875-4855  </a:t>
            </a:r>
            <a:endParaRPr lang="en-US" altLang="en-US" sz="1600" dirty="0">
              <a:solidFill>
                <a:srgbClr val="7030A0"/>
              </a:solidFill>
            </a:endParaRPr>
          </a:p>
          <a:p>
            <a:pPr marL="0" indent="0" algn="ctr">
              <a:buNone/>
            </a:pPr>
            <a:r>
              <a:rPr lang="en-PH" altLang="en-US" sz="1600" dirty="0">
                <a:solidFill>
                  <a:srgbClr val="7030A0"/>
                </a:solidFill>
              </a:rPr>
              <a:t>julius_sabandal@smccnasipit.edu.ph</a:t>
            </a:r>
            <a:endParaRPr lang="en-PH" altLang="en-US" sz="1600" dirty="0">
              <a:solidFill>
                <a:srgbClr val="7030A0"/>
              </a:solidFill>
            </a:endParaRPr>
          </a:p>
        </p:txBody>
      </p:sp>
      <p:pic>
        <p:nvPicPr>
          <p:cNvPr id="11" name="Picture 10"/>
          <p:cNvPicPr>
            <a:picLocks noChangeAspect="1"/>
          </p:cNvPicPr>
          <p:nvPr>
            <p:custDataLst>
              <p:tags r:id="rId7"/>
            </p:custDataLst>
          </p:nvPr>
        </p:nvPicPr>
        <p:blipFill>
          <a:blip r:embed="rId8"/>
          <a:stretch>
            <a:fillRect/>
          </a:stretch>
        </p:blipFill>
        <p:spPr>
          <a:xfrm>
            <a:off x="4996815" y="1708785"/>
            <a:ext cx="2145665" cy="2066290"/>
          </a:xfrm>
          <a:prstGeom prst="ellipse">
            <a:avLst/>
          </a:prstGeom>
        </p:spPr>
      </p:pic>
      <p:pic>
        <p:nvPicPr>
          <p:cNvPr id="17" name="Picture 16"/>
          <p:cNvPicPr>
            <a:picLocks noChangeAspect="1"/>
          </p:cNvPicPr>
          <p:nvPr>
            <p:custDataLst>
              <p:tags r:id="rId9"/>
            </p:custDataLst>
          </p:nvPr>
        </p:nvPicPr>
        <p:blipFill>
          <a:blip r:embed="rId10"/>
          <a:stretch>
            <a:fillRect/>
          </a:stretch>
        </p:blipFill>
        <p:spPr>
          <a:xfrm>
            <a:off x="62865" y="1722120"/>
            <a:ext cx="2256155" cy="2065655"/>
          </a:xfrm>
          <a:prstGeom prst="ellipse">
            <a:avLst/>
          </a:prstGeom>
        </p:spPr>
      </p:pic>
      <p:pic>
        <p:nvPicPr>
          <p:cNvPr id="21" name="Picture 20"/>
          <p:cNvPicPr>
            <a:picLocks noChangeAspect="1"/>
          </p:cNvPicPr>
          <p:nvPr>
            <p:custDataLst>
              <p:tags r:id="rId11"/>
            </p:custDataLst>
          </p:nvPr>
        </p:nvPicPr>
        <p:blipFill>
          <a:blip r:embed="rId12"/>
          <a:stretch>
            <a:fillRect/>
          </a:stretch>
        </p:blipFill>
        <p:spPr>
          <a:xfrm>
            <a:off x="9686290" y="1567180"/>
            <a:ext cx="2379980" cy="2207895"/>
          </a:xfrm>
          <a:prstGeom prst="ellipse">
            <a:avLst/>
          </a:prstGeom>
        </p:spPr>
      </p:pic>
      <p:pic>
        <p:nvPicPr>
          <p:cNvPr id="22" name="Picture 21"/>
          <p:cNvPicPr>
            <a:picLocks noChangeAspect="1"/>
          </p:cNvPicPr>
          <p:nvPr>
            <p:custDataLst>
              <p:tags r:id="rId13"/>
            </p:custDataLst>
          </p:nvPr>
        </p:nvPicPr>
        <p:blipFill>
          <a:blip r:embed="rId14"/>
          <a:stretch>
            <a:fillRect/>
          </a:stretch>
        </p:blipFill>
        <p:spPr>
          <a:xfrm>
            <a:off x="7259955" y="1567180"/>
            <a:ext cx="2324735" cy="2110740"/>
          </a:xfrm>
          <a:prstGeom prst="ellipse">
            <a:avLst/>
          </a:prstGeom>
        </p:spPr>
      </p:pic>
      <p:sp>
        <p:nvSpPr>
          <p:cNvPr id="23" name="Text Box 22"/>
          <p:cNvSpPr txBox="1"/>
          <p:nvPr>
            <p:custDataLst>
              <p:tags r:id="rId15"/>
            </p:custDataLst>
          </p:nvPr>
        </p:nvSpPr>
        <p:spPr>
          <a:xfrm>
            <a:off x="4988560" y="3787775"/>
            <a:ext cx="2721610" cy="810260"/>
          </a:xfrm>
          <a:prstGeom prst="rect">
            <a:avLst/>
          </a:prstGeom>
          <a:noFill/>
        </p:spPr>
        <p:txBody>
          <a:bodyPr wrap="square" rtlCol="0" anchor="t">
            <a:noAutofit/>
          </a:bodyPr>
          <a:p>
            <a:pPr marL="0" indent="0" algn="ctr">
              <a:buNone/>
            </a:pPr>
            <a:r>
              <a:rPr lang="en-PH" altLang="en-US" sz="1600" dirty="0">
                <a:solidFill>
                  <a:srgbClr val="7030A0"/>
                </a:solidFill>
              </a:rPr>
              <a:t>Charles G. Olayan</a:t>
            </a:r>
            <a:endParaRPr lang="en-US" sz="1600" dirty="0">
              <a:solidFill>
                <a:srgbClr val="7030A0"/>
              </a:solidFill>
            </a:endParaRPr>
          </a:p>
          <a:p>
            <a:pPr marL="0" indent="0" algn="ctr">
              <a:buNone/>
            </a:pPr>
            <a:r>
              <a:rPr lang="en-US" altLang="en-US" sz="1600" dirty="0">
                <a:solidFill>
                  <a:srgbClr val="7030A0"/>
                </a:solidFill>
                <a:sym typeface="+mn-ea"/>
              </a:rPr>
              <a:t>0009-0003-3561-9612   </a:t>
            </a:r>
            <a:endParaRPr lang="en-US" altLang="en-US" sz="1600" dirty="0">
              <a:solidFill>
                <a:srgbClr val="7030A0"/>
              </a:solidFill>
            </a:endParaRPr>
          </a:p>
          <a:p>
            <a:pPr marL="0" indent="0" algn="ctr">
              <a:buNone/>
            </a:pPr>
            <a:r>
              <a:rPr lang="en-US" altLang="en-US" sz="1600" dirty="0">
                <a:solidFill>
                  <a:srgbClr val="7030A0"/>
                </a:solidFill>
                <a:sym typeface="+mn-ea"/>
              </a:rPr>
              <a:t> </a:t>
            </a:r>
            <a:r>
              <a:rPr lang="en-PH" altLang="en-US" sz="1600" dirty="0">
                <a:solidFill>
                  <a:srgbClr val="7030A0"/>
                </a:solidFill>
                <a:sym typeface="+mn-ea"/>
              </a:rPr>
              <a:t>charles_olayan@smccnasipit.edu.ph</a:t>
            </a:r>
            <a:endParaRPr lang="en-PH" altLang="en-US" sz="1600" dirty="0">
              <a:solidFill>
                <a:srgbClr val="7030A0"/>
              </a:solidFill>
              <a:sym typeface="+mn-ea"/>
            </a:endParaRPr>
          </a:p>
        </p:txBody>
      </p:sp>
      <p:pic>
        <p:nvPicPr>
          <p:cNvPr id="26" name="Picture 25"/>
          <p:cNvPicPr>
            <a:picLocks noChangeAspect="1"/>
          </p:cNvPicPr>
          <p:nvPr>
            <p:custDataLst>
              <p:tags r:id="rId16"/>
            </p:custDataLst>
          </p:nvPr>
        </p:nvPicPr>
        <p:blipFill>
          <a:blip r:embed="rId17"/>
          <a:stretch>
            <a:fillRect/>
          </a:stretch>
        </p:blipFill>
        <p:spPr>
          <a:xfrm>
            <a:off x="2526665" y="1625600"/>
            <a:ext cx="2223770" cy="2131695"/>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870504" y="5318388"/>
            <a:ext cx="1284229" cy="1441296"/>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sp>
        <p:nvSpPr>
          <p:cNvPr id="7" name="Rectangle 6"/>
          <p:cNvSpPr/>
          <p:nvPr/>
        </p:nvSpPr>
        <p:spPr>
          <a:xfrm>
            <a:off x="648943" y="173061"/>
            <a:ext cx="4120744" cy="738664"/>
          </a:xfrm>
          <a:prstGeom prst="rect">
            <a:avLst/>
          </a:prstGeom>
          <a:noFill/>
        </p:spPr>
        <p:txBody>
          <a:bodyPr wrap="none" lIns="60960" tIns="30480" rIns="60960" bIns="30480">
            <a:spAutoFit/>
          </a:bodyPr>
          <a:lstStyle/>
          <a:p>
            <a:pPr algn="ctr"/>
            <a:r>
              <a:rPr lang="en-US" sz="4400" b="1" dirty="0">
                <a:ln w="13462">
                  <a:solidFill>
                    <a:schemeClr val="bg1"/>
                  </a:solidFill>
                  <a:prstDash val="solid"/>
                </a:ln>
                <a:solidFill>
                  <a:srgbClr val="002060"/>
                </a:solidFill>
                <a:effectLst>
                  <a:outerShdw dist="38100" dir="2700000" algn="bl" rotWithShape="0">
                    <a:schemeClr val="accent5"/>
                  </a:outerShdw>
                </a:effectLst>
                <a:latin typeface="Transformers Movie" pitchFamily="2" charset="77"/>
              </a:rPr>
              <a:t>Research Adviser</a:t>
            </a:r>
            <a:endParaRPr lang="en-US" sz="4400" b="1" dirty="0">
              <a:ln w="13462">
                <a:solidFill>
                  <a:schemeClr val="bg1"/>
                </a:solidFill>
                <a:prstDash val="solid"/>
              </a:ln>
              <a:solidFill>
                <a:srgbClr val="002060"/>
              </a:solidFill>
              <a:effectLst>
                <a:outerShdw dist="38100" dir="2700000" algn="bl" rotWithShape="0">
                  <a:schemeClr val="accent5"/>
                </a:outerShdw>
              </a:effectLst>
              <a:latin typeface="Transformers Movie" pitchFamily="2" charset="77"/>
            </a:endParaRPr>
          </a:p>
        </p:txBody>
      </p:sp>
      <p:cxnSp>
        <p:nvCxnSpPr>
          <p:cNvPr id="10" name="Straight Connector 9"/>
          <p:cNvCxnSpPr/>
          <p:nvPr/>
        </p:nvCxnSpPr>
        <p:spPr>
          <a:xfrm>
            <a:off x="261685" y="818282"/>
            <a:ext cx="4936128"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p:cNvSpPr txBox="1"/>
          <p:nvPr/>
        </p:nvSpPr>
        <p:spPr>
          <a:xfrm>
            <a:off x="3599180" y="2117725"/>
            <a:ext cx="5834380" cy="1791970"/>
          </a:xfrm>
          <a:prstGeom prst="rect">
            <a:avLst/>
          </a:prstGeom>
        </p:spPr>
        <p:txBody>
          <a:bodyPr>
            <a:normAutofit fontScale="8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altLang="en-US" dirty="0">
                <a:solidFill>
                  <a:srgbClr val="7030A0"/>
                </a:solidFill>
              </a:rPr>
              <a:t>Ms: Rea Mie A Omas-as</a:t>
            </a:r>
            <a:endParaRPr lang="en-US" dirty="0">
              <a:solidFill>
                <a:srgbClr val="7030A0"/>
              </a:solidFill>
            </a:endParaRPr>
          </a:p>
          <a:p>
            <a:pPr marL="0" indent="0">
              <a:buNone/>
            </a:pPr>
            <a:r>
              <a:rPr lang="en-US" dirty="0" err="1">
                <a:solidFill>
                  <a:srgbClr val="7030A0"/>
                </a:solidFill>
              </a:rPr>
              <a:t>Orcid</a:t>
            </a:r>
            <a:r>
              <a:rPr lang="en-US" dirty="0">
                <a:solidFill>
                  <a:srgbClr val="7030A0"/>
                </a:solidFill>
              </a:rPr>
              <a:t> Link</a:t>
            </a:r>
            <a:r>
              <a:rPr lang="en-PH" altLang="en-US" dirty="0">
                <a:solidFill>
                  <a:srgbClr val="7030A0"/>
                </a:solidFill>
              </a:rPr>
              <a:t>: </a:t>
            </a:r>
            <a:r>
              <a:rPr lang="en-US" altLang="en-US" dirty="0">
                <a:solidFill>
                  <a:srgbClr val="7030A0"/>
                </a:solidFill>
              </a:rPr>
              <a:t>0000-0003-3021-4280</a:t>
            </a:r>
            <a:endParaRPr lang="en-US" altLang="en-US" dirty="0">
              <a:solidFill>
                <a:srgbClr val="7030A0"/>
              </a:solidFill>
            </a:endParaRPr>
          </a:p>
          <a:p>
            <a:pPr marL="0" indent="0">
              <a:buNone/>
            </a:pPr>
            <a:r>
              <a:rPr lang="en-US" dirty="0">
                <a:solidFill>
                  <a:srgbClr val="7030A0"/>
                </a:solidFill>
              </a:rPr>
              <a:t>Email</a:t>
            </a:r>
            <a:r>
              <a:rPr lang="en-PH" altLang="en-US" dirty="0">
                <a:solidFill>
                  <a:srgbClr val="7030A0"/>
                </a:solidFill>
              </a:rPr>
              <a:t>: reaomas-as@smccnasipit.edu.ph</a:t>
            </a:r>
            <a:endParaRPr lang="en-US" dirty="0">
              <a:solidFill>
                <a:srgbClr val="7030A0"/>
              </a:solidFill>
            </a:endParaRPr>
          </a:p>
          <a:p>
            <a:pPr marL="0" indent="0">
              <a:buNone/>
            </a:pPr>
            <a:r>
              <a:rPr lang="en-US" dirty="0">
                <a:solidFill>
                  <a:srgbClr val="7030A0"/>
                </a:solidFill>
              </a:rPr>
              <a:t>Field of Expertise</a:t>
            </a:r>
            <a:r>
              <a:rPr lang="en-PH" altLang="en-US" dirty="0">
                <a:solidFill>
                  <a:srgbClr val="7030A0"/>
                </a:solidFill>
              </a:rPr>
              <a:t>: Programming VGD</a:t>
            </a:r>
            <a:endParaRPr lang="en-PH" altLang="en-US" dirty="0">
              <a:solidFill>
                <a:srgbClr val="7030A0"/>
              </a:solidFill>
            </a:endParaRPr>
          </a:p>
        </p:txBody>
      </p:sp>
      <p:sp>
        <p:nvSpPr>
          <p:cNvPr id="9" name="Oval 8"/>
          <p:cNvSpPr/>
          <p:nvPr/>
        </p:nvSpPr>
        <p:spPr>
          <a:xfrm>
            <a:off x="1133942" y="1776689"/>
            <a:ext cx="2313709" cy="2132938"/>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PICTURE</a:t>
            </a:r>
            <a:endParaRPr lang="en-US" dirty="0">
              <a:solidFill>
                <a:srgbClr val="002060"/>
              </a:solidFill>
            </a:endParaRPr>
          </a:p>
        </p:txBody>
      </p:sp>
      <p:sp>
        <p:nvSpPr>
          <p:cNvPr id="11" name="TextBox 10"/>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6" name="Picture 5"/>
          <p:cNvPicPr>
            <a:picLocks noChangeAspect="1"/>
          </p:cNvPicPr>
          <p:nvPr/>
        </p:nvPicPr>
        <p:blipFill>
          <a:blip r:embed="rId2"/>
          <a:stretch>
            <a:fillRect/>
          </a:stretch>
        </p:blipFill>
        <p:spPr>
          <a:xfrm>
            <a:off x="1061085" y="1687195"/>
            <a:ext cx="2386330" cy="2312670"/>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870504" y="5318388"/>
            <a:ext cx="1284229" cy="1441296"/>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sp>
        <p:nvSpPr>
          <p:cNvPr id="7" name="Rectangle 6"/>
          <p:cNvSpPr/>
          <p:nvPr/>
        </p:nvSpPr>
        <p:spPr>
          <a:xfrm>
            <a:off x="137160" y="1574800"/>
            <a:ext cx="11678920" cy="2559685"/>
          </a:xfrm>
          <a:prstGeom prst="rect">
            <a:avLst/>
          </a:prstGeom>
          <a:noFill/>
        </p:spPr>
        <p:txBody>
          <a:bodyPr wrap="square" lIns="60960" tIns="30480" rIns="60960" bIns="30480">
            <a:noAutofit/>
          </a:bodyPr>
          <a:lstStyle/>
          <a:p>
            <a:pPr algn="ctr"/>
            <a:r>
              <a:rPr lang="en-US" altLang="en-US" sz="4400" b="1" dirty="0">
                <a:ln w="13462">
                  <a:solidFill>
                    <a:schemeClr val="bg1"/>
                  </a:solidFill>
                  <a:prstDash val="solid"/>
                </a:ln>
                <a:solidFill>
                  <a:schemeClr val="tx1"/>
                </a:solidFill>
                <a:effectLst/>
                <a:latin typeface="Arial Black" panose="020B0A04020102020204" charset="0"/>
                <a:cs typeface="Arial Black" panose="020B0A04020102020204" charset="0"/>
              </a:rPr>
              <a:t>Web-Based SMART LEAP Application and Remittance System for CSWDD</a:t>
            </a:r>
            <a:r>
              <a:rPr lang="en-PH" altLang="en-US" sz="4400" b="1" dirty="0">
                <a:ln w="13462">
                  <a:solidFill>
                    <a:schemeClr val="bg1"/>
                  </a:solidFill>
                  <a:prstDash val="solid"/>
                </a:ln>
                <a:solidFill>
                  <a:schemeClr val="tx1"/>
                </a:solidFill>
                <a:effectLst/>
                <a:latin typeface="Arial Black" panose="020B0A04020102020204" charset="0"/>
                <a:cs typeface="Arial Black" panose="020B0A04020102020204" charset="0"/>
              </a:rPr>
              <a:t> Butuan City</a:t>
            </a:r>
            <a:endParaRPr lang="en-PH" altLang="en-US" sz="4400" b="1" dirty="0">
              <a:ln w="13462">
                <a:solidFill>
                  <a:schemeClr val="bg1"/>
                </a:solidFill>
                <a:prstDash val="solid"/>
              </a:ln>
              <a:solidFill>
                <a:schemeClr val="tx1"/>
              </a:solidFill>
              <a:effectLst/>
              <a:latin typeface="Arial Black" panose="020B0A04020102020204" charset="0"/>
              <a:cs typeface="Arial Black" panose="020B0A04020102020204" charset="0"/>
            </a:endParaRPr>
          </a:p>
        </p:txBody>
      </p:sp>
      <p:cxnSp>
        <p:nvCxnSpPr>
          <p:cNvPr id="10" name="Straight Connector 9"/>
          <p:cNvCxnSpPr/>
          <p:nvPr/>
        </p:nvCxnSpPr>
        <p:spPr>
          <a:xfrm>
            <a:off x="2337819" y="3680861"/>
            <a:ext cx="7097395"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045474" y="41771"/>
          <a:ext cx="7782393" cy="5905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393700" y="79375"/>
          <a:ext cx="5760085" cy="58496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
        <p:nvSpPr>
          <p:cNvPr id="12" name="Text Box 11"/>
          <p:cNvSpPr txBox="1"/>
          <p:nvPr/>
        </p:nvSpPr>
        <p:spPr>
          <a:xfrm>
            <a:off x="5366385" y="454660"/>
            <a:ext cx="6661785" cy="4140835"/>
          </a:xfrm>
          <a:prstGeom prst="rect">
            <a:avLst/>
          </a:prstGeom>
          <a:noFill/>
        </p:spPr>
        <p:txBody>
          <a:bodyPr wrap="square" rtlCol="0">
            <a:noAutofit/>
          </a:bodyPr>
          <a:p>
            <a:r>
              <a:rPr lang="en-US" altLang="en-US"/>
              <a:t>The City Social Welfare and Development Department (CSWDD) of Butuan City implements programs that promote social protection and inclusive growth. One of its key initiatives, the Sustainable Market and Technology-Driven Livelihood and Employment Assistance Program (SMART LEAP), helps low-income residents start small businesses by providing financial aid, tools, and skills training. However, the program still relies on manual processes, which cause delays, data errors, and poor monitoring. Studies by Lowe (2022), Zulkifli et al. (2023), and Camorongan (2023) highlight similar challenges in semi-digital systems—such as fragmented data and lack of integration—making programs less efficient and transparent. To solve these issues, the researchers propose a Web-Based SMART LEAP Application and Remittance System that automates applications, verification, training, and payments. The system aims to improve efficiency, data accuracy, and accountability while supporting the government’s e-governance initiative and serving as a model for other LGUs.</a:t>
            </a:r>
            <a:endParaRPr lang="en-US"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1363488" y="79349"/>
          <a:ext cx="8592955" cy="5984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89325"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1463311" y="-68198"/>
          <a:ext cx="8592955" cy="6172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
        <p:nvSpPr>
          <p:cNvPr id="6" name="Text Box 5"/>
          <p:cNvSpPr txBox="1"/>
          <p:nvPr/>
        </p:nvSpPr>
        <p:spPr>
          <a:xfrm>
            <a:off x="5255895" y="156845"/>
            <a:ext cx="6540500" cy="1560830"/>
          </a:xfrm>
          <a:prstGeom prst="rect">
            <a:avLst/>
          </a:prstGeom>
          <a:noFill/>
        </p:spPr>
        <p:txBody>
          <a:bodyPr wrap="square" rtlCol="0">
            <a:noAutofit/>
          </a:bodyPr>
          <a:p>
            <a:r>
              <a:rPr lang="en-US" altLang="en-US"/>
              <a:t>To design and develop a Web-Based SMART LEAP Assistance and Remittance System for the City Social Welfare and Development Department (CSWDD) of Butuan City that will digitize the online application, monitoring, verification, and tracking of beneficiaries’ assistance repayments and training, thereby improving efficiency, transparency, and accountability in the program. </a:t>
            </a:r>
            <a:endParaRPr lang="en-US" altLang="en-US"/>
          </a:p>
        </p:txBody>
      </p:sp>
      <p:sp>
        <p:nvSpPr>
          <p:cNvPr id="7" name="Text Box 6"/>
          <p:cNvSpPr txBox="1"/>
          <p:nvPr/>
        </p:nvSpPr>
        <p:spPr>
          <a:xfrm>
            <a:off x="5981700" y="2345690"/>
            <a:ext cx="6042660" cy="3341370"/>
          </a:xfrm>
          <a:prstGeom prst="rect">
            <a:avLst/>
          </a:prstGeom>
          <a:noFill/>
        </p:spPr>
        <p:txBody>
          <a:bodyPr wrap="square" rtlCol="0">
            <a:noAutofit/>
          </a:bodyPr>
          <a:p>
            <a:r>
              <a:rPr lang="en-US" altLang="en-US" sz="1200"/>
              <a:t>Specifically the study aims to:</a:t>
            </a:r>
            <a:endParaRPr lang="en-US" altLang="en-US" sz="1200"/>
          </a:p>
          <a:p>
            <a:r>
              <a:rPr lang="en-US" altLang="en-US" sz="1200"/>
              <a:t>1. Analyze the problem experienced by the City Social Welfare Development Department (CSWDD).</a:t>
            </a:r>
            <a:endParaRPr lang="en-US" altLang="en-US" sz="1200"/>
          </a:p>
          <a:p>
            <a:r>
              <a:rPr lang="en-US" altLang="en-US" sz="1200"/>
              <a:t>2. Develop a web-based portal that allows applicants to submit SMART LEAP requirements online, reducing the need for manual paperwork and in-person submission. </a:t>
            </a:r>
            <a:endParaRPr lang="en-US" altLang="en-US" sz="1200"/>
          </a:p>
          <a:p>
            <a:r>
              <a:rPr lang="en-US" altLang="en-US" sz="1200"/>
              <a:t>3. Automate the assistance application verification, evaluation, and approval process through integrated digital records management and validation tools.</a:t>
            </a:r>
            <a:endParaRPr lang="en-US" altLang="en-US" sz="1200"/>
          </a:p>
          <a:p>
            <a:r>
              <a:rPr lang="en-US" altLang="en-US" sz="1200"/>
              <a:t>4. Develop a digital remittance module that enables beneficiaries to upload proof of payment or receipts to verify partial and complete assistance repayments. </a:t>
            </a:r>
            <a:endParaRPr lang="en-US" altLang="en-US" sz="1200"/>
          </a:p>
          <a:p>
            <a:r>
              <a:rPr lang="en-US" altLang="en-US" sz="1200"/>
              <a:t>5. Create a training tracking module that records beneficiary attendance, progress, and completion in livelihood and entrepreneurship training programs under SMART LEAP.</a:t>
            </a:r>
            <a:endParaRPr lang="en-US" altLang="en-US" sz="1200"/>
          </a:p>
          <a:p>
            <a:r>
              <a:rPr lang="en-US" altLang="en-US" sz="1200"/>
              <a:t>6. Provide real-time monitoring and reporting features for CSWDD officers to oversee assistance          status, training compliance, and overall beneficiary performance.</a:t>
            </a:r>
            <a:endParaRPr lang="en-US" altLang="en-US" sz="1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1652532" y="-221624"/>
          <a:ext cx="8592955" cy="60557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
        <p:nvSpPr>
          <p:cNvPr id="6" name="Text Box 5"/>
          <p:cNvSpPr txBox="1"/>
          <p:nvPr/>
        </p:nvSpPr>
        <p:spPr>
          <a:xfrm>
            <a:off x="5801995" y="114300"/>
            <a:ext cx="6390005" cy="502920"/>
          </a:xfrm>
          <a:prstGeom prst="rect">
            <a:avLst/>
          </a:prstGeom>
          <a:noFill/>
        </p:spPr>
        <p:txBody>
          <a:bodyPr wrap="square" rtlCol="0">
            <a:noAutofit/>
          </a:bodyPr>
          <a:p>
            <a:pPr marL="171450" indent="-171450">
              <a:buFont typeface="Arial" panose="020B0604020202020204" pitchFamily="34" charset="0"/>
              <a:buChar char="•"/>
            </a:pPr>
            <a:r>
              <a:rPr lang="en-US" altLang="en-US" sz="1000"/>
              <a:t>Purpose:</a:t>
            </a:r>
            <a:endParaRPr lang="en-US" altLang="en-US" sz="1000"/>
          </a:p>
          <a:p>
            <a:pPr marL="171450" indent="-171450">
              <a:buFont typeface="Arial" panose="020B0604020202020204" pitchFamily="34" charset="0"/>
              <a:buChar char="•"/>
            </a:pPr>
            <a:r>
              <a:rPr lang="en-US" altLang="en-US" sz="1000"/>
              <a:t>Develop a web-based system for the City Social Welfare and Development Department (CSWDD) in Butuan City to digitalize verification, monitoring, and repayment tracking.</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Main Goal:</a:t>
            </a:r>
            <a:endParaRPr lang="en-US" altLang="en-US" sz="1000"/>
          </a:p>
          <a:p>
            <a:pPr marL="171450" indent="-171450">
              <a:buFont typeface="Arial" panose="020B0604020202020204" pitchFamily="34" charset="0"/>
              <a:buChar char="•"/>
            </a:pPr>
            <a:r>
              <a:rPr lang="en-US" altLang="en-US" sz="1000"/>
              <a:t>Replace manual paper-based processes with a centralized, database-driven platform to streamline:</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Application intake and beneficiary registration</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Training attendance tracking</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Remittance validation and repayment monitoring</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Data reporting and feedback collection</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System Users:</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Admin (Superuser): ICT Focal or authorized CSWDD staff; full access to user management, data control, and reporting.</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Project Development Officers (PDOs): Validate applications, verify repayments, and monitor training.</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Social Workers: Manage beneficiary information and support program supervision.</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Beneficiaries: Submit applications, upload repayment receipts, and view training schedules.</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Key Features:</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Secure Google sign-in for authentication</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Automated repayment schedule and transaction logging</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Data visualization dashboards</a:t>
            </a:r>
            <a:endParaRPr lang="en-US" altLang="en-US" sz="1000"/>
          </a:p>
          <a:p>
            <a:pPr marL="171450" indent="-171450">
              <a:buFont typeface="Arial" panose="020B0604020202020204" pitchFamily="34" charset="0"/>
              <a:buChar char="•"/>
            </a:pPr>
            <a:endParaRPr lang="en-US" altLang="en-US" sz="1000"/>
          </a:p>
          <a:p>
            <a:pPr marL="171450" indent="-171450">
              <a:buFont typeface="Arial" panose="020B0604020202020204" pitchFamily="34" charset="0"/>
              <a:buChar char="•"/>
            </a:pPr>
            <a:r>
              <a:rPr lang="en-US" altLang="en-US" sz="1000"/>
              <a:t>Feedback module for program improvement</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063282" y="36255"/>
          <a:ext cx="6943215" cy="6199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79115" y="65630"/>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
        <p:nvSpPr>
          <p:cNvPr id="6" name="Text Box 5"/>
          <p:cNvSpPr txBox="1"/>
          <p:nvPr/>
        </p:nvSpPr>
        <p:spPr>
          <a:xfrm>
            <a:off x="3415030" y="492125"/>
            <a:ext cx="6527800" cy="4707890"/>
          </a:xfrm>
          <a:prstGeom prst="rect">
            <a:avLst/>
          </a:prstGeom>
          <a:noFill/>
        </p:spPr>
        <p:txBody>
          <a:bodyPr wrap="square" rtlCol="0">
            <a:spAutoFit/>
          </a:bodyPr>
          <a:p>
            <a:r>
              <a:rPr lang="en-US" altLang="en-US" sz="3000">
                <a:latin typeface="Calibri" panose="020F0502020204030204" charset="0"/>
                <a:cs typeface="Calibri" panose="020F0502020204030204" charset="0"/>
              </a:rPr>
              <a:t>This study will use a Developmental Research Design (Systems Development Research). It focuses on designing, developing, and evaluating the Web-Based SMART LEAP Application and Remittance System for CSWDD, Butuan City. The research will follow the Design and Development (D&amp;D) method, ensuring the System's functionality and usability.</a:t>
            </a:r>
            <a:endParaRPr lang="en-US" altLang="en-US" sz="3000">
              <a:latin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364388" y="56552"/>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6" name="Picture 1"/>
          <p:cNvPicPr>
            <a:picLocks noChangeAspect="1"/>
          </p:cNvPicPr>
          <p:nvPr/>
        </p:nvPicPr>
        <p:blipFill>
          <a:blip r:embed="rId7">
            <a:extLst>
              <a:ext uri="{28A0092B-C50C-407E-A947-70E740481C1C}">
                <a14:useLocalDpi xmlns:a14="http://schemas.microsoft.com/office/drawing/2010/main" val="0"/>
              </a:ext>
            </a:extLst>
          </a:blip>
          <a:srcRect l="-38338" t="-20425" r="-3901" b="-37661"/>
          <a:stretch>
            <a:fillRect/>
          </a:stretch>
        </p:blipFill>
        <p:spPr>
          <a:xfrm>
            <a:off x="-353060" y="0"/>
            <a:ext cx="12459970" cy="62318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77539" y="69078"/>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7"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60395" y="172720"/>
            <a:ext cx="8223250" cy="54825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496956" y="65630"/>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7" name="Picture 3"/>
          <p:cNvPicPr>
            <a:picLocks noChangeAspect="1"/>
          </p:cNvPicPr>
          <p:nvPr/>
        </p:nvPicPr>
        <p:blipFill>
          <a:blip r:embed="rId7">
            <a:extLst>
              <a:ext uri="{28A0092B-C50C-407E-A947-70E740481C1C}">
                <a14:useLocalDpi xmlns:a14="http://schemas.microsoft.com/office/drawing/2010/main" val="0"/>
              </a:ext>
            </a:extLst>
          </a:blip>
          <a:srcRect l="-52564" t="-64966" r="-36838" b="-36005"/>
          <a:stretch>
            <a:fillRect/>
          </a:stretch>
        </p:blipFill>
        <p:spPr>
          <a:xfrm>
            <a:off x="389255" y="-1431290"/>
            <a:ext cx="12566650" cy="74822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221384" y="65630"/>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97372" y="46784"/>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6" name="Picture 6"/>
          <p:cNvPicPr>
            <a:picLocks noChangeAspect="1"/>
          </p:cNvPicPr>
          <p:nvPr/>
        </p:nvPicPr>
        <p:blipFill>
          <a:blip r:embed="rId7">
            <a:extLst>
              <a:ext uri="{28A0092B-C50C-407E-A947-70E740481C1C}">
                <a14:useLocalDpi xmlns:a14="http://schemas.microsoft.com/office/drawing/2010/main" val="0"/>
              </a:ext>
            </a:extLst>
          </a:blip>
          <a:srcRect t="-819" b="819"/>
          <a:stretch>
            <a:fillRect/>
          </a:stretch>
        </p:blipFill>
        <p:spPr>
          <a:xfrm>
            <a:off x="3552190" y="0"/>
            <a:ext cx="6155690" cy="60223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66590" y="30810"/>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7"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34205" y="-19685"/>
            <a:ext cx="5536565" cy="6202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66590" y="30810"/>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6"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88055" y="331470"/>
            <a:ext cx="7194550" cy="5982970"/>
          </a:xfrm>
          <a:prstGeom prst="rect">
            <a:avLst/>
          </a:prstGeom>
        </p:spPr>
      </p:pic>
      <p:sp>
        <p:nvSpPr>
          <p:cNvPr id="7" name="Text Box 6"/>
          <p:cNvSpPr txBox="1"/>
          <p:nvPr/>
        </p:nvSpPr>
        <p:spPr>
          <a:xfrm>
            <a:off x="2499995" y="120015"/>
            <a:ext cx="4064000" cy="398780"/>
          </a:xfrm>
          <a:prstGeom prst="rect">
            <a:avLst/>
          </a:prstGeom>
          <a:noFill/>
        </p:spPr>
        <p:txBody>
          <a:bodyPr wrap="square" rtlCol="0">
            <a:spAutoFit/>
          </a:bodyPr>
          <a:p>
            <a:r>
              <a:rPr lang="en-US" sz="2000" b="1">
                <a:latin typeface="Calibri" panose="020F0502020204030204" charset="0"/>
                <a:cs typeface="Calibri" panose="020F0502020204030204" charset="0"/>
              </a:rPr>
              <a:t>PDO ACTIVITY DIAGRAM</a:t>
            </a:r>
            <a:endParaRPr lang="en-US" sz="2000" b="1">
              <a:latin typeface="Calibri" panose="020F0502020204030204" charset="0"/>
              <a:cs typeface="Calibri" panose="020F0502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Group 2"/>
          <p:cNvGrpSpPr/>
          <p:nvPr/>
        </p:nvGrpSpPr>
        <p:grpSpPr>
          <a:xfrm>
            <a:off x="-1" y="6279793"/>
            <a:ext cx="12192001" cy="578207"/>
            <a:chOff x="0" y="0"/>
            <a:chExt cx="5023779" cy="228427"/>
          </a:xfrm>
        </p:grpSpPr>
        <p:sp>
          <p:nvSpPr>
            <p:cNvPr id="4"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5"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6"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66590" y="30810"/>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85845" y="38735"/>
            <a:ext cx="6703060" cy="55619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66590" y="30810"/>
          <a:ext cx="8592955" cy="6231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92805" y="31750"/>
            <a:ext cx="6168390" cy="52501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864264" y="3481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83280" y="34925"/>
            <a:ext cx="5718810" cy="61480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864264" y="3481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7" name="Picture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59760" y="35560"/>
            <a:ext cx="6657340" cy="61474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864264" y="3481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8"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82315" y="123825"/>
            <a:ext cx="6966585" cy="5486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864264" y="3481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9"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24200" y="12065"/>
            <a:ext cx="6908165" cy="61709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739004" y="0"/>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7"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02380" y="71120"/>
            <a:ext cx="5420360" cy="61125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0" name="Picture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01670" y="79375"/>
            <a:ext cx="8020685" cy="5085715"/>
          </a:xfrm>
          <a:prstGeom prst="rect">
            <a:avLst/>
          </a:prstGeom>
        </p:spPr>
      </p:pic>
      <p:sp>
        <p:nvSpPr>
          <p:cNvPr id="6" name="Text Box 5"/>
          <p:cNvSpPr txBox="1"/>
          <p:nvPr/>
        </p:nvSpPr>
        <p:spPr>
          <a:xfrm>
            <a:off x="4441825" y="5129530"/>
            <a:ext cx="6628765" cy="306705"/>
          </a:xfrm>
          <a:prstGeom prst="rect">
            <a:avLst/>
          </a:prstGeom>
          <a:noFill/>
        </p:spPr>
        <p:txBody>
          <a:bodyPr wrap="square" rtlCol="0">
            <a:spAutoFit/>
          </a:bodyPr>
          <a:p>
            <a:r>
              <a:rPr lang="en-US" altLang="en-US" sz="1400" b="1"/>
              <a:t>Figure 14. Login Page (Admin, PDO, Social Worker)</a:t>
            </a:r>
            <a:endParaRPr lang="en-US" sz="1400" b="1"/>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21" name="Picture 2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83915" y="417195"/>
            <a:ext cx="8513445" cy="4283075"/>
          </a:xfrm>
          <a:prstGeom prst="rect">
            <a:avLst/>
          </a:prstGeom>
        </p:spPr>
      </p:pic>
      <p:sp>
        <p:nvSpPr>
          <p:cNvPr id="6" name="Text Box 5"/>
          <p:cNvSpPr txBox="1"/>
          <p:nvPr/>
        </p:nvSpPr>
        <p:spPr>
          <a:xfrm>
            <a:off x="6043295" y="4820285"/>
            <a:ext cx="4038600" cy="324485"/>
          </a:xfrm>
          <a:prstGeom prst="rect">
            <a:avLst/>
          </a:prstGeom>
          <a:noFill/>
        </p:spPr>
        <p:txBody>
          <a:bodyPr wrap="square" rtlCol="0">
            <a:noAutofit/>
          </a:bodyPr>
          <a:p>
            <a:r>
              <a:rPr lang="en-US" altLang="en-US" sz="1400" b="1"/>
              <a:t>Figure 15.  Admin Dashboard</a:t>
            </a:r>
            <a:endParaRPr lang="en-US" sz="1400"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grpSp>
        <p:nvGrpSpPr>
          <p:cNvPr id="6" name="Group 4"/>
          <p:cNvGrpSpPr/>
          <p:nvPr/>
        </p:nvGrpSpPr>
        <p:grpSpPr>
          <a:xfrm>
            <a:off x="3803015" y="188595"/>
            <a:ext cx="5831205" cy="4674235"/>
            <a:chOff x="0" y="0"/>
            <a:chExt cx="4587240" cy="4674361"/>
          </a:xfrm>
        </p:grpSpPr>
        <p:pic>
          <p:nvPicPr>
            <p:cNvPr id="9871" name="Picture 9871"/>
            <p:cNvPicPr/>
            <p:nvPr/>
          </p:nvPicPr>
          <p:blipFill>
            <a:blip r:embed="rId7"/>
            <a:stretch>
              <a:fillRect/>
            </a:stretch>
          </p:blipFill>
          <p:spPr>
            <a:xfrm>
              <a:off x="0" y="0"/>
              <a:ext cx="4587240" cy="1798320"/>
            </a:xfrm>
            <a:prstGeom prst="rect">
              <a:avLst/>
            </a:prstGeom>
          </p:spPr>
        </p:pic>
        <p:pic>
          <p:nvPicPr>
            <p:cNvPr id="9873" name="Picture 9873"/>
            <p:cNvPicPr/>
            <p:nvPr/>
          </p:nvPicPr>
          <p:blipFill>
            <a:blip r:embed="rId8"/>
            <a:stretch>
              <a:fillRect/>
            </a:stretch>
          </p:blipFill>
          <p:spPr>
            <a:xfrm>
              <a:off x="296333" y="1798573"/>
              <a:ext cx="3749040" cy="2875788"/>
            </a:xfrm>
            <a:prstGeom prst="rect">
              <a:avLst/>
            </a:prstGeom>
          </p:spPr>
        </p:pic>
      </p:grpSp>
      <p:sp>
        <p:nvSpPr>
          <p:cNvPr id="7" name="Text Box 6"/>
          <p:cNvSpPr txBox="1"/>
          <p:nvPr/>
        </p:nvSpPr>
        <p:spPr>
          <a:xfrm>
            <a:off x="4179570" y="5076825"/>
            <a:ext cx="6184900" cy="306705"/>
          </a:xfrm>
          <a:prstGeom prst="rect">
            <a:avLst/>
          </a:prstGeom>
          <a:noFill/>
        </p:spPr>
        <p:txBody>
          <a:bodyPr wrap="square" rtlCol="0">
            <a:spAutoFit/>
          </a:bodyPr>
          <a:p>
            <a:r>
              <a:rPr lang="en-US" altLang="en-US" sz="1400" b="1"/>
              <a:t>Figure 16. Admin &amp; PDO Application Management</a:t>
            </a:r>
            <a:endParaRPr lang="en-US" altLang="en-US" sz="1400"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0007" name="Picture 10007"/>
          <p:cNvPicPr/>
          <p:nvPr/>
        </p:nvPicPr>
        <p:blipFill>
          <a:blip r:embed="rId7"/>
          <a:stretch>
            <a:fillRect/>
          </a:stretch>
        </p:blipFill>
        <p:spPr>
          <a:xfrm>
            <a:off x="3535680" y="411480"/>
            <a:ext cx="7086600" cy="3902075"/>
          </a:xfrm>
          <a:prstGeom prst="rect">
            <a:avLst/>
          </a:prstGeom>
        </p:spPr>
      </p:pic>
      <p:sp>
        <p:nvSpPr>
          <p:cNvPr id="7" name="Text Box 6"/>
          <p:cNvSpPr txBox="1"/>
          <p:nvPr/>
        </p:nvSpPr>
        <p:spPr>
          <a:xfrm>
            <a:off x="4615815" y="4407535"/>
            <a:ext cx="5245100" cy="306705"/>
          </a:xfrm>
          <a:prstGeom prst="rect">
            <a:avLst/>
          </a:prstGeom>
          <a:noFill/>
        </p:spPr>
        <p:txBody>
          <a:bodyPr wrap="square" rtlCol="0">
            <a:spAutoFit/>
          </a:bodyPr>
          <a:p>
            <a:r>
              <a:rPr lang="en-US" altLang="en-US" sz="1400" b="1"/>
              <a:t>Figure 17. Repayments(Admin &amp; PDO)</a:t>
            </a:r>
            <a:endParaRPr lang="en-US" altLang="en-US" sz="14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0175" name="Picture 10175"/>
          <p:cNvPicPr/>
          <p:nvPr/>
        </p:nvPicPr>
        <p:blipFill>
          <a:blip r:embed="rId7"/>
          <a:stretch>
            <a:fillRect/>
          </a:stretch>
        </p:blipFill>
        <p:spPr>
          <a:xfrm>
            <a:off x="2177415" y="184150"/>
            <a:ext cx="5576570" cy="2286000"/>
          </a:xfrm>
          <a:prstGeom prst="rect">
            <a:avLst/>
          </a:prstGeom>
        </p:spPr>
      </p:pic>
      <p:pic>
        <p:nvPicPr>
          <p:cNvPr id="10177" name="Picture 10177"/>
          <p:cNvPicPr/>
          <p:nvPr/>
        </p:nvPicPr>
        <p:blipFill>
          <a:blip r:embed="rId8"/>
          <a:stretch>
            <a:fillRect/>
          </a:stretch>
        </p:blipFill>
        <p:spPr>
          <a:xfrm>
            <a:off x="3199130" y="2584450"/>
            <a:ext cx="5576570" cy="2337435"/>
          </a:xfrm>
          <a:prstGeom prst="rect">
            <a:avLst/>
          </a:prstGeom>
        </p:spPr>
      </p:pic>
      <p:pic>
        <p:nvPicPr>
          <p:cNvPr id="10203" name="Picture 10203"/>
          <p:cNvPicPr/>
          <p:nvPr/>
        </p:nvPicPr>
        <p:blipFill>
          <a:blip r:embed="rId9"/>
          <a:stretch>
            <a:fillRect/>
          </a:stretch>
        </p:blipFill>
        <p:spPr>
          <a:xfrm>
            <a:off x="7576185" y="298450"/>
            <a:ext cx="4246880" cy="2286000"/>
          </a:xfrm>
          <a:prstGeom prst="rect">
            <a:avLst/>
          </a:prstGeom>
        </p:spPr>
      </p:pic>
      <p:sp>
        <p:nvSpPr>
          <p:cNvPr id="6" name="Text Box 5"/>
          <p:cNvSpPr txBox="1"/>
          <p:nvPr/>
        </p:nvSpPr>
        <p:spPr>
          <a:xfrm>
            <a:off x="4590415" y="5233035"/>
            <a:ext cx="4064000" cy="306705"/>
          </a:xfrm>
          <a:prstGeom prst="rect">
            <a:avLst/>
          </a:prstGeom>
          <a:noFill/>
        </p:spPr>
        <p:txBody>
          <a:bodyPr wrap="square" rtlCol="0">
            <a:spAutoFit/>
          </a:bodyPr>
          <a:p>
            <a:r>
              <a:rPr lang="en-US" altLang="en-US" sz="1400" b="1"/>
              <a:t>Figure 18. Training (Admin &amp; PDO)</a:t>
            </a:r>
            <a:endParaRPr lang="en-US" altLang="en-US" sz="14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grpSp>
        <p:nvGrpSpPr>
          <p:cNvPr id="6" name="Group 6"/>
          <p:cNvGrpSpPr/>
          <p:nvPr/>
        </p:nvGrpSpPr>
        <p:grpSpPr>
          <a:xfrm>
            <a:off x="3302000" y="205105"/>
            <a:ext cx="7365365" cy="4962525"/>
            <a:chOff x="88900" y="-114305"/>
            <a:chExt cx="6197600" cy="5280242"/>
          </a:xfrm>
        </p:grpSpPr>
        <p:pic>
          <p:nvPicPr>
            <p:cNvPr id="10492" name="Picture 10492"/>
            <p:cNvPicPr/>
            <p:nvPr/>
          </p:nvPicPr>
          <p:blipFill>
            <a:blip r:embed="rId7"/>
            <a:stretch>
              <a:fillRect/>
            </a:stretch>
          </p:blipFill>
          <p:spPr>
            <a:xfrm>
              <a:off x="342900" y="-114305"/>
              <a:ext cx="5943600" cy="2383536"/>
            </a:xfrm>
            <a:prstGeom prst="rect">
              <a:avLst/>
            </a:prstGeom>
          </p:spPr>
        </p:pic>
        <p:pic>
          <p:nvPicPr>
            <p:cNvPr id="10494" name="Picture 10494"/>
            <p:cNvPicPr/>
            <p:nvPr/>
          </p:nvPicPr>
          <p:blipFill>
            <a:blip r:embed="rId8"/>
            <a:stretch>
              <a:fillRect/>
            </a:stretch>
          </p:blipFill>
          <p:spPr>
            <a:xfrm>
              <a:off x="88900" y="2028273"/>
              <a:ext cx="5943600" cy="3137664"/>
            </a:xfrm>
            <a:prstGeom prst="rect">
              <a:avLst/>
            </a:prstGeom>
          </p:spPr>
        </p:pic>
      </p:grpSp>
      <p:sp>
        <p:nvSpPr>
          <p:cNvPr id="7" name="Text Box 6"/>
          <p:cNvSpPr txBox="1"/>
          <p:nvPr/>
        </p:nvSpPr>
        <p:spPr>
          <a:xfrm>
            <a:off x="4401820" y="5228590"/>
            <a:ext cx="4711065" cy="306705"/>
          </a:xfrm>
          <a:prstGeom prst="rect">
            <a:avLst/>
          </a:prstGeom>
          <a:noFill/>
        </p:spPr>
        <p:txBody>
          <a:bodyPr wrap="square" rtlCol="0">
            <a:spAutoFit/>
          </a:bodyPr>
          <a:p>
            <a:r>
              <a:rPr lang="en-US" altLang="en-US" sz="1400" b="1"/>
              <a:t>Figure 19. Reports &amp; Analytics (Admin)</a:t>
            </a:r>
            <a:endParaRPr lang="en-US" altLang="en-US" sz="14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0705" name="Picture 10705"/>
          <p:cNvPicPr/>
          <p:nvPr/>
        </p:nvPicPr>
        <p:blipFill>
          <a:blip r:embed="rId7"/>
          <a:stretch>
            <a:fillRect/>
          </a:stretch>
        </p:blipFill>
        <p:spPr>
          <a:xfrm>
            <a:off x="3208655" y="523875"/>
            <a:ext cx="7696200" cy="3715385"/>
          </a:xfrm>
          <a:prstGeom prst="rect">
            <a:avLst/>
          </a:prstGeom>
        </p:spPr>
      </p:pic>
      <p:sp>
        <p:nvSpPr>
          <p:cNvPr id="6" name="Text Box 5"/>
          <p:cNvSpPr txBox="1"/>
          <p:nvPr/>
        </p:nvSpPr>
        <p:spPr>
          <a:xfrm>
            <a:off x="4888865" y="4239260"/>
            <a:ext cx="4064000" cy="306705"/>
          </a:xfrm>
          <a:prstGeom prst="rect">
            <a:avLst/>
          </a:prstGeom>
          <a:noFill/>
        </p:spPr>
        <p:txBody>
          <a:bodyPr wrap="square" rtlCol="0">
            <a:spAutoFit/>
          </a:bodyPr>
          <a:p>
            <a:r>
              <a:rPr lang="en-US" altLang="en-US" sz="1400" b="1"/>
              <a:t>Figure 20. User Management (Admin)</a:t>
            </a:r>
            <a:endParaRPr lang="en-US" altLang="en-US" sz="14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0880" name="Picture 10880"/>
          <p:cNvPicPr/>
          <p:nvPr/>
        </p:nvPicPr>
        <p:blipFill>
          <a:blip r:embed="rId7"/>
          <a:stretch>
            <a:fillRect/>
          </a:stretch>
        </p:blipFill>
        <p:spPr>
          <a:xfrm>
            <a:off x="3468370" y="524510"/>
            <a:ext cx="7860030" cy="4083050"/>
          </a:xfrm>
          <a:prstGeom prst="rect">
            <a:avLst/>
          </a:prstGeom>
        </p:spPr>
      </p:pic>
      <p:sp>
        <p:nvSpPr>
          <p:cNvPr id="6" name="Text Box 5"/>
          <p:cNvSpPr txBox="1"/>
          <p:nvPr/>
        </p:nvSpPr>
        <p:spPr>
          <a:xfrm>
            <a:off x="5622290" y="4774565"/>
            <a:ext cx="4064000" cy="306705"/>
          </a:xfrm>
          <a:prstGeom prst="rect">
            <a:avLst/>
          </a:prstGeom>
          <a:noFill/>
        </p:spPr>
        <p:txBody>
          <a:bodyPr wrap="square" rtlCol="0">
            <a:spAutoFit/>
          </a:bodyPr>
          <a:p>
            <a:r>
              <a:rPr lang="en-US" altLang="en-US" sz="1400" b="1"/>
              <a:t>Figure 21. PDO Dashboard</a:t>
            </a:r>
            <a:endParaRPr lang="en-US" altLang="en-US" sz="14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pic>
        <p:nvPicPr>
          <p:cNvPr id="11010" name="Picture 11010"/>
          <p:cNvPicPr/>
          <p:nvPr/>
        </p:nvPicPr>
        <p:blipFill>
          <a:blip r:embed="rId7"/>
          <a:stretch>
            <a:fillRect/>
          </a:stretch>
        </p:blipFill>
        <p:spPr>
          <a:xfrm>
            <a:off x="3493770" y="342265"/>
            <a:ext cx="8012430" cy="4485640"/>
          </a:xfrm>
          <a:prstGeom prst="rect">
            <a:avLst/>
          </a:prstGeom>
        </p:spPr>
      </p:pic>
      <p:sp>
        <p:nvSpPr>
          <p:cNvPr id="6" name="Text Box 5"/>
          <p:cNvSpPr txBox="1"/>
          <p:nvPr/>
        </p:nvSpPr>
        <p:spPr>
          <a:xfrm>
            <a:off x="5467985" y="5042535"/>
            <a:ext cx="4064000" cy="306705"/>
          </a:xfrm>
          <a:prstGeom prst="rect">
            <a:avLst/>
          </a:prstGeom>
          <a:noFill/>
        </p:spPr>
        <p:txBody>
          <a:bodyPr wrap="square" rtlCol="0">
            <a:spAutoFit/>
          </a:bodyPr>
          <a:p>
            <a:r>
              <a:rPr lang="en-US" altLang="en-US" sz="1400" b="1"/>
              <a:t>Figure 22. Social Worker Dashboard</a:t>
            </a:r>
            <a:endParaRPr lang="en-US" altLang="en-US" sz="1400"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grpSp>
        <p:nvGrpSpPr>
          <p:cNvPr id="113207" name="Group 113207"/>
          <p:cNvGrpSpPr/>
          <p:nvPr/>
        </p:nvGrpSpPr>
        <p:grpSpPr>
          <a:xfrm>
            <a:off x="3180715" y="0"/>
            <a:ext cx="5175885" cy="5126355"/>
            <a:chOff x="0" y="0"/>
            <a:chExt cx="5943600" cy="8110728"/>
          </a:xfrm>
        </p:grpSpPr>
        <p:pic>
          <p:nvPicPr>
            <p:cNvPr id="11106" name="Picture 11106"/>
            <p:cNvPicPr/>
            <p:nvPr/>
          </p:nvPicPr>
          <p:blipFill>
            <a:blip r:embed="rId7"/>
            <a:stretch>
              <a:fillRect/>
            </a:stretch>
          </p:blipFill>
          <p:spPr>
            <a:xfrm>
              <a:off x="0" y="0"/>
              <a:ext cx="5943600" cy="2877312"/>
            </a:xfrm>
            <a:prstGeom prst="rect">
              <a:avLst/>
            </a:prstGeom>
          </p:spPr>
        </p:pic>
        <p:pic>
          <p:nvPicPr>
            <p:cNvPr id="11108" name="Picture 11108"/>
            <p:cNvPicPr/>
            <p:nvPr/>
          </p:nvPicPr>
          <p:blipFill>
            <a:blip r:embed="rId8"/>
            <a:stretch>
              <a:fillRect/>
            </a:stretch>
          </p:blipFill>
          <p:spPr>
            <a:xfrm>
              <a:off x="0" y="2932176"/>
              <a:ext cx="5943600" cy="2456688"/>
            </a:xfrm>
            <a:prstGeom prst="rect">
              <a:avLst/>
            </a:prstGeom>
          </p:spPr>
        </p:pic>
        <p:pic>
          <p:nvPicPr>
            <p:cNvPr id="11110" name="Picture 11110"/>
            <p:cNvPicPr/>
            <p:nvPr/>
          </p:nvPicPr>
          <p:blipFill>
            <a:blip r:embed="rId9"/>
            <a:stretch>
              <a:fillRect/>
            </a:stretch>
          </p:blipFill>
          <p:spPr>
            <a:xfrm>
              <a:off x="0" y="5388864"/>
              <a:ext cx="5943600" cy="2721864"/>
            </a:xfrm>
            <a:prstGeom prst="rect">
              <a:avLst/>
            </a:prstGeom>
          </p:spPr>
        </p:pic>
      </p:grpSp>
      <p:pic>
        <p:nvPicPr>
          <p:cNvPr id="11341" name="Picture 11341"/>
          <p:cNvPicPr/>
          <p:nvPr/>
        </p:nvPicPr>
        <p:blipFill>
          <a:blip r:embed="rId10" cstate="print">
            <a:extLst>
              <a:ext uri="{28A0092B-C50C-407E-A947-70E740481C1C}">
                <a14:useLocalDpi xmlns:a14="http://schemas.microsoft.com/office/drawing/2010/main" val="0"/>
              </a:ext>
            </a:extLst>
          </a:blip>
          <a:stretch>
            <a:fillRect/>
          </a:stretch>
        </p:blipFill>
        <p:spPr>
          <a:xfrm>
            <a:off x="8356600" y="254635"/>
            <a:ext cx="3962400" cy="3503295"/>
          </a:xfrm>
          <a:prstGeom prst="rect">
            <a:avLst/>
          </a:prstGeom>
        </p:spPr>
      </p:pic>
      <p:sp>
        <p:nvSpPr>
          <p:cNvPr id="7" name="Text Box 6"/>
          <p:cNvSpPr txBox="1"/>
          <p:nvPr/>
        </p:nvSpPr>
        <p:spPr>
          <a:xfrm>
            <a:off x="5492115" y="4901565"/>
            <a:ext cx="4064000" cy="521970"/>
          </a:xfrm>
          <a:prstGeom prst="rect">
            <a:avLst/>
          </a:prstGeom>
          <a:noFill/>
        </p:spPr>
        <p:txBody>
          <a:bodyPr wrap="square" rtlCol="0">
            <a:spAutoFit/>
          </a:bodyPr>
          <a:p>
            <a:endParaRPr lang="en-US" altLang="en-US" sz="1400" b="1"/>
          </a:p>
          <a:p>
            <a:r>
              <a:rPr lang="en-US" altLang="en-US" sz="1400" b="1"/>
              <a:t>Figure 23. Beneficiary Portal</a:t>
            </a:r>
            <a:endParaRPr lang="en-US" sz="1400"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grpSp>
        <p:nvGrpSpPr>
          <p:cNvPr id="113422" name="Group 113422"/>
          <p:cNvGrpSpPr/>
          <p:nvPr/>
        </p:nvGrpSpPr>
        <p:grpSpPr>
          <a:xfrm>
            <a:off x="3352800" y="226060"/>
            <a:ext cx="7937500" cy="5097780"/>
            <a:chOff x="0" y="0"/>
            <a:chExt cx="5943600" cy="5745480"/>
          </a:xfrm>
        </p:grpSpPr>
        <p:pic>
          <p:nvPicPr>
            <p:cNvPr id="11443" name="Picture 11443"/>
            <p:cNvPicPr/>
            <p:nvPr/>
          </p:nvPicPr>
          <p:blipFill>
            <a:blip r:embed="rId7"/>
            <a:stretch>
              <a:fillRect/>
            </a:stretch>
          </p:blipFill>
          <p:spPr>
            <a:xfrm>
              <a:off x="0" y="0"/>
              <a:ext cx="5943600" cy="2868168"/>
            </a:xfrm>
            <a:prstGeom prst="rect">
              <a:avLst/>
            </a:prstGeom>
          </p:spPr>
        </p:pic>
        <p:pic>
          <p:nvPicPr>
            <p:cNvPr id="11445" name="Picture 11445"/>
            <p:cNvPicPr/>
            <p:nvPr/>
          </p:nvPicPr>
          <p:blipFill>
            <a:blip r:embed="rId8"/>
            <a:stretch>
              <a:fillRect/>
            </a:stretch>
          </p:blipFill>
          <p:spPr>
            <a:xfrm>
              <a:off x="0" y="2875787"/>
              <a:ext cx="5943600" cy="2869692"/>
            </a:xfrm>
            <a:prstGeom prst="rect">
              <a:avLst/>
            </a:prstGeom>
          </p:spPr>
        </p:pic>
      </p:grpSp>
      <p:sp>
        <p:nvSpPr>
          <p:cNvPr id="6" name="Text Box 5"/>
          <p:cNvSpPr txBox="1"/>
          <p:nvPr/>
        </p:nvSpPr>
        <p:spPr>
          <a:xfrm>
            <a:off x="5796915" y="5370830"/>
            <a:ext cx="4064000" cy="306705"/>
          </a:xfrm>
          <a:prstGeom prst="rect">
            <a:avLst/>
          </a:prstGeom>
          <a:noFill/>
        </p:spPr>
        <p:txBody>
          <a:bodyPr wrap="square" rtlCol="0">
            <a:spAutoFit/>
          </a:bodyPr>
          <a:p>
            <a:r>
              <a:rPr lang="en-US" altLang="en-US" sz="1400" b="1"/>
              <a:t>Figure 24. Beneficiary Dashboard</a:t>
            </a:r>
            <a:endParaRPr lang="en-US" sz="1400"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grpSp>
        <p:nvGrpSpPr>
          <p:cNvPr id="13" name="Group 13"/>
          <p:cNvGrpSpPr/>
          <p:nvPr/>
        </p:nvGrpSpPr>
        <p:grpSpPr>
          <a:xfrm>
            <a:off x="3290570" y="225425"/>
            <a:ext cx="8216265" cy="5064760"/>
            <a:chOff x="0" y="0"/>
            <a:chExt cx="5943600" cy="5737860"/>
          </a:xfrm>
        </p:grpSpPr>
        <p:pic>
          <p:nvPicPr>
            <p:cNvPr id="7" name="Picture 11473"/>
            <p:cNvPicPr/>
            <p:nvPr/>
          </p:nvPicPr>
          <p:blipFill>
            <a:blip r:embed="rId7"/>
            <a:stretch>
              <a:fillRect/>
            </a:stretch>
          </p:blipFill>
          <p:spPr>
            <a:xfrm>
              <a:off x="0" y="0"/>
              <a:ext cx="5943600" cy="2871216"/>
            </a:xfrm>
            <a:prstGeom prst="rect">
              <a:avLst/>
            </a:prstGeom>
          </p:spPr>
        </p:pic>
        <p:pic>
          <p:nvPicPr>
            <p:cNvPr id="10" name="Picture 11475"/>
            <p:cNvPicPr/>
            <p:nvPr/>
          </p:nvPicPr>
          <p:blipFill>
            <a:blip r:embed="rId8"/>
            <a:stretch>
              <a:fillRect/>
            </a:stretch>
          </p:blipFill>
          <p:spPr>
            <a:xfrm>
              <a:off x="0" y="2875788"/>
              <a:ext cx="5943600" cy="2862072"/>
            </a:xfrm>
            <a:prstGeom prst="rect">
              <a:avLst/>
            </a:prstGeom>
          </p:spPr>
        </p:pic>
      </p:grpSp>
      <p:sp>
        <p:nvSpPr>
          <p:cNvPr id="11" name="Text Box 10"/>
          <p:cNvSpPr txBox="1"/>
          <p:nvPr/>
        </p:nvSpPr>
        <p:spPr>
          <a:xfrm>
            <a:off x="5958205" y="5294630"/>
            <a:ext cx="4051300" cy="306705"/>
          </a:xfrm>
          <a:prstGeom prst="rect">
            <a:avLst/>
          </a:prstGeom>
          <a:noFill/>
        </p:spPr>
        <p:txBody>
          <a:bodyPr wrap="square" rtlCol="0">
            <a:spAutoFit/>
          </a:bodyPr>
          <a:p>
            <a:r>
              <a:rPr lang="en-US" altLang="en-US" sz="1400" b="1"/>
              <a:t>Figure 24. Beneficiary Dashboard</a:t>
            </a:r>
            <a:endParaRPr lang="en-US" sz="14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634742"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grpSp>
        <p:nvGrpSpPr>
          <p:cNvPr id="114667" name="Group 114667"/>
          <p:cNvGrpSpPr/>
          <p:nvPr/>
        </p:nvGrpSpPr>
        <p:grpSpPr>
          <a:xfrm>
            <a:off x="3289300" y="244475"/>
            <a:ext cx="8025765" cy="4982845"/>
            <a:chOff x="0" y="0"/>
            <a:chExt cx="5943600" cy="5733288"/>
          </a:xfrm>
        </p:grpSpPr>
        <p:pic>
          <p:nvPicPr>
            <p:cNvPr id="11501" name="Picture 11501"/>
            <p:cNvPicPr/>
            <p:nvPr/>
          </p:nvPicPr>
          <p:blipFill>
            <a:blip r:embed="rId7"/>
            <a:stretch>
              <a:fillRect/>
            </a:stretch>
          </p:blipFill>
          <p:spPr>
            <a:xfrm>
              <a:off x="0" y="0"/>
              <a:ext cx="5943600" cy="2863596"/>
            </a:xfrm>
            <a:prstGeom prst="rect">
              <a:avLst/>
            </a:prstGeom>
          </p:spPr>
        </p:pic>
        <p:pic>
          <p:nvPicPr>
            <p:cNvPr id="11503" name="Picture 11503"/>
            <p:cNvPicPr/>
            <p:nvPr/>
          </p:nvPicPr>
          <p:blipFill>
            <a:blip r:embed="rId8"/>
            <a:stretch>
              <a:fillRect/>
            </a:stretch>
          </p:blipFill>
          <p:spPr>
            <a:xfrm>
              <a:off x="0" y="2863596"/>
              <a:ext cx="5943600" cy="2869692"/>
            </a:xfrm>
            <a:prstGeom prst="rect">
              <a:avLst/>
            </a:prstGeom>
          </p:spPr>
        </p:pic>
      </p:grpSp>
      <p:sp>
        <p:nvSpPr>
          <p:cNvPr id="7" name="Text Box 6"/>
          <p:cNvSpPr txBox="1"/>
          <p:nvPr/>
        </p:nvSpPr>
        <p:spPr>
          <a:xfrm>
            <a:off x="5958205" y="5276850"/>
            <a:ext cx="4064000" cy="306705"/>
          </a:xfrm>
          <a:prstGeom prst="rect">
            <a:avLst/>
          </a:prstGeom>
          <a:noFill/>
        </p:spPr>
        <p:txBody>
          <a:bodyPr wrap="square" rtlCol="0">
            <a:spAutoFit/>
          </a:bodyPr>
          <a:p>
            <a:r>
              <a:rPr lang="en-US" altLang="en-US" sz="1400" b="1"/>
              <a:t>Figure 24. Beneficiary Dashboard</a:t>
            </a:r>
            <a:endParaRPr lang="en-US" altLang="en-US" sz="1400"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271487" y="7934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496956" y="9767"/>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597164" y="3481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graphicFrame>
        <p:nvGraphicFramePr>
          <p:cNvPr id="8" name="Diagram 7"/>
          <p:cNvGraphicFramePr/>
          <p:nvPr/>
        </p:nvGraphicFramePr>
        <p:xfrm>
          <a:off x="-2325193" y="34819"/>
          <a:ext cx="8592955" cy="6278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sp>
        <p:nvSpPr>
          <p:cNvPr id="26" name="TextBox 25"/>
          <p:cNvSpPr txBox="1"/>
          <p:nvPr/>
        </p:nvSpPr>
        <p:spPr>
          <a:xfrm>
            <a:off x="7333655" y="4304776"/>
            <a:ext cx="3654341" cy="1015663"/>
          </a:xfrm>
          <a:prstGeom prst="rect">
            <a:avLst/>
          </a:prstGeom>
          <a:solidFill>
            <a:srgbClr val="FFFF00"/>
          </a:solidFill>
        </p:spPr>
        <p:txBody>
          <a:bodyPr wrap="square">
            <a:spAutoFit/>
          </a:bodyPr>
          <a:lstStyle/>
          <a:p>
            <a:pPr algn="ctr"/>
            <a:r>
              <a:rPr lang="en-US" sz="1200" b="1" dirty="0">
                <a:solidFill>
                  <a:srgbClr val="C00000"/>
                </a:solidFill>
              </a:rPr>
              <a:t>TIP CORNER </a:t>
            </a:r>
            <a:endParaRPr lang="en-US" sz="1200" b="1" dirty="0">
              <a:solidFill>
                <a:srgbClr val="C00000"/>
              </a:solidFill>
            </a:endParaRPr>
          </a:p>
          <a:p>
            <a:pPr algn="ctr"/>
            <a:r>
              <a:rPr lang="en-US" sz="1200" i="1" dirty="0">
                <a:solidFill>
                  <a:srgbClr val="C00000"/>
                </a:solidFill>
              </a:rPr>
              <a:t>(Delete this after reading)</a:t>
            </a:r>
            <a:endParaRPr lang="en-US" sz="1200" i="1" dirty="0">
              <a:solidFill>
                <a:srgbClr val="C00000"/>
              </a:solidFill>
            </a:endParaRPr>
          </a:p>
          <a:p>
            <a:pPr marL="171450" indent="-171450" algn="just">
              <a:buFont typeface="Arial" panose="020B0604020202020204" pitchFamily="34" charset="0"/>
              <a:buChar char="•"/>
            </a:pPr>
            <a:r>
              <a:rPr lang="en-US" sz="1200" i="1" dirty="0">
                <a:solidFill>
                  <a:srgbClr val="C00000"/>
                </a:solidFill>
              </a:rPr>
              <a:t>Just provide the information briefly</a:t>
            </a:r>
            <a:endParaRPr lang="en-US" sz="1200" i="1" dirty="0">
              <a:solidFill>
                <a:srgbClr val="C00000"/>
              </a:solidFill>
            </a:endParaRPr>
          </a:p>
          <a:p>
            <a:pPr marL="171450" indent="-171450" algn="just">
              <a:buFont typeface="Arial" panose="020B0604020202020204" pitchFamily="34" charset="0"/>
              <a:buChar char="•"/>
            </a:pPr>
            <a:r>
              <a:rPr lang="en-US" sz="1200" i="1" dirty="0">
                <a:solidFill>
                  <a:srgbClr val="C00000"/>
                </a:solidFill>
              </a:rPr>
              <a:t>ETHICAL CONSIDERATIONS (A-M)</a:t>
            </a:r>
            <a:endParaRPr lang="en-US" sz="1200" i="1" dirty="0">
              <a:solidFill>
                <a:srgbClr val="C00000"/>
              </a:solidFill>
            </a:endParaRPr>
          </a:p>
          <a:p>
            <a:pPr algn="just"/>
            <a:endParaRPr lang="en-US" sz="1200" dirty="0">
              <a:solidFill>
                <a:srgbClr val="C00000"/>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279793"/>
            <a:ext cx="12192001" cy="578207"/>
            <a:chOff x="0" y="0"/>
            <a:chExt cx="5023779" cy="228427"/>
          </a:xfrm>
        </p:grpSpPr>
        <p:sp>
          <p:nvSpPr>
            <p:cNvPr id="3" name="Freeform 3"/>
            <p:cNvSpPr/>
            <p:nvPr/>
          </p:nvSpPr>
          <p:spPr>
            <a:xfrm>
              <a:off x="0" y="0"/>
              <a:ext cx="5023779" cy="228427"/>
            </a:xfrm>
            <a:custGeom>
              <a:avLst/>
              <a:gdLst/>
              <a:ahLst/>
              <a:cxnLst/>
              <a:rect l="l" t="t" r="r" b="b"/>
              <a:pathLst>
                <a:path w="5023779" h="228427">
                  <a:moveTo>
                    <a:pt x="0" y="0"/>
                  </a:moveTo>
                  <a:lnTo>
                    <a:pt x="5023779" y="0"/>
                  </a:lnTo>
                  <a:lnTo>
                    <a:pt x="5023779" y="228427"/>
                  </a:lnTo>
                  <a:lnTo>
                    <a:pt x="0" y="228427"/>
                  </a:lnTo>
                  <a:close/>
                </a:path>
              </a:pathLst>
            </a:custGeom>
            <a:solidFill>
              <a:srgbClr val="00008B"/>
            </a:solidFill>
          </p:spPr>
          <p:txBody>
            <a:bodyPr/>
            <a:lstStyle/>
            <a:p>
              <a:endParaRPr lang="en-US" sz="1200"/>
            </a:p>
          </p:txBody>
        </p:sp>
        <p:sp>
          <p:nvSpPr>
            <p:cNvPr id="4" name="TextBox 4"/>
            <p:cNvSpPr txBox="1"/>
            <p:nvPr/>
          </p:nvSpPr>
          <p:spPr>
            <a:xfrm>
              <a:off x="0" y="-38100"/>
              <a:ext cx="5023779" cy="266527"/>
            </a:xfrm>
            <a:prstGeom prst="rect">
              <a:avLst/>
            </a:prstGeom>
          </p:spPr>
          <p:txBody>
            <a:bodyPr lIns="33867" tIns="33867" rIns="33867" bIns="33867" rtlCol="0" anchor="ctr"/>
            <a:lstStyle/>
            <a:p>
              <a:pPr algn="ctr">
                <a:lnSpc>
                  <a:spcPts val="1775"/>
                </a:lnSpc>
                <a:spcBef>
                  <a:spcPct val="0"/>
                </a:spcBef>
              </a:pPr>
              <a:endParaRPr sz="1200"/>
            </a:p>
          </p:txBody>
        </p:sp>
      </p:grpSp>
      <p:sp>
        <p:nvSpPr>
          <p:cNvPr id="5" name="Freeform 5"/>
          <p:cNvSpPr/>
          <p:nvPr/>
        </p:nvSpPr>
        <p:spPr>
          <a:xfrm>
            <a:off x="10904870" y="5484966"/>
            <a:ext cx="1202661" cy="1374470"/>
          </a:xfrm>
          <a:custGeom>
            <a:avLst/>
            <a:gdLst/>
            <a:ahLst/>
            <a:cxnLst/>
            <a:rect l="l" t="t" r="r" b="b"/>
            <a:pathLst>
              <a:path w="1803992" h="2061705">
                <a:moveTo>
                  <a:pt x="0" y="0"/>
                </a:moveTo>
                <a:lnTo>
                  <a:pt x="1803992" y="0"/>
                </a:lnTo>
                <a:lnTo>
                  <a:pt x="1803992" y="2061704"/>
                </a:lnTo>
                <a:lnTo>
                  <a:pt x="0" y="2061704"/>
                </a:lnTo>
                <a:lnTo>
                  <a:pt x="0" y="0"/>
                </a:lnTo>
                <a:close/>
              </a:path>
            </a:pathLst>
          </a:custGeom>
          <a:blipFill>
            <a:blip r:embed="rId1"/>
            <a:stretch>
              <a:fillRect/>
            </a:stretch>
          </a:blipFill>
        </p:spPr>
        <p:txBody>
          <a:bodyPr/>
          <a:lstStyle/>
          <a:p>
            <a:endParaRPr lang="en-US" sz="1200"/>
          </a:p>
        </p:txBody>
      </p:sp>
      <p:sp>
        <p:nvSpPr>
          <p:cNvPr id="9" name="TextBox 8"/>
          <p:cNvSpPr txBox="1"/>
          <p:nvPr/>
        </p:nvSpPr>
        <p:spPr>
          <a:xfrm>
            <a:off x="3802694" y="6314613"/>
            <a:ext cx="7703506" cy="464038"/>
          </a:xfrm>
          <a:prstGeom prst="rect">
            <a:avLst/>
          </a:prstGeom>
          <a:noFill/>
        </p:spPr>
        <p:txBody>
          <a:bodyPr wrap="square">
            <a:spAutoFit/>
          </a:bodyPr>
          <a:lstStyle/>
          <a:p>
            <a:pPr algn="ctr">
              <a:lnSpc>
                <a:spcPts val="3175"/>
              </a:lnSpc>
            </a:pPr>
            <a:r>
              <a:rPr lang="en-US" sz="1800" b="1" dirty="0">
                <a:solidFill>
                  <a:srgbClr val="FFFFFF"/>
                </a:solidFill>
                <a:latin typeface="Aptos" panose="020B0004020202020204" pitchFamily="34" charset="0"/>
                <a:ea typeface="Alex Brush"/>
                <a:cs typeface="Alex Brush"/>
                <a:sym typeface="Alex Brush"/>
              </a:rPr>
              <a:t>RESEARCH AND INSTRUCTIONAL INNOVATION DEPARTMENT</a:t>
            </a:r>
            <a:endParaRPr lang="en-US" sz="1800" b="1" dirty="0">
              <a:solidFill>
                <a:srgbClr val="FFFFFF"/>
              </a:solidFill>
              <a:latin typeface="Aptos" panose="020B0004020202020204" pitchFamily="34" charset="0"/>
              <a:ea typeface="Alex Brush"/>
              <a:cs typeface="Alex Brush"/>
              <a:sym typeface="Alex Brush"/>
            </a:endParaRPr>
          </a:p>
        </p:txBody>
      </p:sp>
      <p:grpSp>
        <p:nvGrpSpPr>
          <p:cNvPr id="6" name="Group 5"/>
          <p:cNvGrpSpPr/>
          <p:nvPr/>
        </p:nvGrpSpPr>
        <p:grpSpPr>
          <a:xfrm>
            <a:off x="205215" y="79349"/>
            <a:ext cx="4279104" cy="830997"/>
            <a:chOff x="2948414" y="1297519"/>
            <a:chExt cx="8557786" cy="898138"/>
          </a:xfrm>
        </p:grpSpPr>
        <p:sp>
          <p:nvSpPr>
            <p:cNvPr id="7" name="Rectangle 6"/>
            <p:cNvSpPr/>
            <p:nvPr/>
          </p:nvSpPr>
          <p:spPr>
            <a:xfrm>
              <a:off x="3124200" y="1457103"/>
              <a:ext cx="8382000" cy="738554"/>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948414" y="1297519"/>
              <a:ext cx="8382000" cy="73855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REFERENCES</a:t>
              </a:r>
              <a:endParaRPr lang="en-US" dirty="0">
                <a:solidFill>
                  <a:schemeClr val="bg1"/>
                </a:solidFill>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365.8,&quot;left&quot;:-2.25,&quot;top&quot;:64.45,&quot;width&quot;:972.6}"/>
</p:tagLst>
</file>

<file path=ppt/tags/tag2.xml><?xml version="1.0" encoding="utf-8"?>
<p:tagLst xmlns:p="http://schemas.openxmlformats.org/presentationml/2006/main">
  <p:tag name="KSO_WM_DIAGRAM_VIRTUALLY_FRAME" val="{&quot;height&quot;:365.8,&quot;left&quot;:-2.25,&quot;top&quot;:64.45,&quot;width&quot;:972.6}"/>
</p:tagLst>
</file>

<file path=ppt/tags/tag3.xml><?xml version="1.0" encoding="utf-8"?>
<p:tagLst xmlns:p="http://schemas.openxmlformats.org/presentationml/2006/main">
  <p:tag name="KSO_WM_DIAGRAM_VIRTUALLY_FRAME" val="{&quot;height&quot;:365.8,&quot;left&quot;:-2.25,&quot;top&quot;:64.45,&quot;width&quot;:972.6}"/>
</p:tagLst>
</file>

<file path=ppt/tags/tag4.xml><?xml version="1.0" encoding="utf-8"?>
<p:tagLst xmlns:p="http://schemas.openxmlformats.org/presentationml/2006/main">
  <p:tag name="KSO_WM_DIAGRAM_VIRTUALLY_FRAME" val="{&quot;height&quot;:365.8,&quot;left&quot;:-2.25,&quot;top&quot;:64.45,&quot;width&quot;:972.6}"/>
</p:tagLst>
</file>

<file path=ppt/tags/tag5.xml><?xml version="1.0" encoding="utf-8"?>
<p:tagLst xmlns:p="http://schemas.openxmlformats.org/presentationml/2006/main">
  <p:tag name="KSO_WM_DIAGRAM_VIRTUALLY_FRAME" val="{&quot;height&quot;:365.8,&quot;left&quot;:-2.25,&quot;top&quot;:64.45,&quot;width&quot;:972.6}"/>
</p:tagLst>
</file>

<file path=ppt/tags/tag6.xml><?xml version="1.0" encoding="utf-8"?>
<p:tagLst xmlns:p="http://schemas.openxmlformats.org/presentationml/2006/main">
  <p:tag name="KSO_WM_DIAGRAM_VIRTUALLY_FRAME" val="{&quot;height&quot;:365.8,&quot;left&quot;:-2.25,&quot;top&quot;:64.45,&quot;width&quot;:972.6}"/>
</p:tagLst>
</file>

<file path=ppt/tags/tag7.xml><?xml version="1.0" encoding="utf-8"?>
<p:tagLst xmlns:p="http://schemas.openxmlformats.org/presentationml/2006/main">
  <p:tag name="KSO_WM_DIAGRAM_VIRTUALLY_FRAME" val="{&quot;height&quot;:365.8,&quot;left&quot;:-2.25,&quot;top&quot;:64.45,&quot;width&quot;:972.6}"/>
</p:tagLst>
</file>

<file path=ppt/tags/tag8.xml><?xml version="1.0" encoding="utf-8"?>
<p:tagLst xmlns:p="http://schemas.openxmlformats.org/presentationml/2006/main">
  <p:tag name="KSO_WM_DIAGRAM_VIRTUALLY_FRAME" val="{&quot;height&quot;:365.8,&quot;left&quot;:-2.25,&quot;top&quot;:64.45,&quot;width&quot;:972.6}"/>
</p:tagLst>
</file>

<file path=ppt/tags/tag9.xml><?xml version="1.0" encoding="utf-8"?>
<p:tagLst xmlns:p="http://schemas.openxmlformats.org/presentationml/2006/main">
  <p:tag name="KSO_WM_DIAGRAM_VIRTUALLY_FRAME" val="{&quot;height&quot;:365.8,&quot;left&quot;:-2.25,&quot;top&quot;:64.45,&quot;width&quot;:972.6}"/>
</p:tagLst>
</file>

<file path=ppt/tags/tag10.xml><?xml version="1.0" encoding="utf-8"?>
<p:tagLst xmlns:p="http://schemas.openxmlformats.org/presentationml/2006/main">
  <p:tag name="KSO_WM_DIAGRAM_VIRTUALLY_FRAME" val="{&quot;height&quot;:365.8,&quot;left&quot;:-2.25,&quot;top&quot;:64.45,&quot;width&quot;:972.6}"/>
</p:tagLst>
</file>

<file path=ppt/tags/tag11.xml><?xml version="1.0" encoding="utf-8"?>
<p:tagLst xmlns:p="http://schemas.openxmlformats.org/presentationml/2006/main">
  <p:tag name="KSO_WM_DIAGRAM_VIRTUALLY_FRAME" val="{&quot;height&quot;:365.8,&quot;left&quot;:-2.25,&quot;top&quot;:64.45,&quot;width&quot;:972.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7002</Words>
  <Application>WPS Presentation</Application>
  <PresentationFormat>Widescreen</PresentationFormat>
  <Paragraphs>209</Paragraphs>
  <Slides>43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43</vt:i4>
      </vt:variant>
    </vt:vector>
  </HeadingPairs>
  <TitlesOfParts>
    <vt:vector size="62" baseType="lpstr">
      <vt:lpstr>Arial</vt:lpstr>
      <vt:lpstr>SimSun</vt:lpstr>
      <vt:lpstr>Wingdings</vt:lpstr>
      <vt:lpstr>Aptos</vt:lpstr>
      <vt:lpstr>Segoe UI</vt:lpstr>
      <vt:lpstr>Alex Brush</vt:lpstr>
      <vt:lpstr>Transformers Movie</vt:lpstr>
      <vt:lpstr>Baghdad</vt:lpstr>
      <vt:lpstr>Apple Symbols</vt:lpstr>
      <vt:lpstr>Segoe Print</vt:lpstr>
      <vt:lpstr>Arial Black</vt:lpstr>
      <vt:lpstr>Microsoft YaHei</vt:lpstr>
      <vt:lpstr>Arial Unicode MS</vt:lpstr>
      <vt:lpstr>Aptos Display</vt:lpstr>
      <vt:lpstr>Segoe UI Variable Display</vt:lpstr>
      <vt:lpstr>Calibri</vt:lpstr>
      <vt:lpstr>Verdana</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Kenneth Ian Barrera</dc:creator>
  <cp:lastModifiedBy>MARIADANIELLE MENDOZA</cp:lastModifiedBy>
  <cp:revision>29</cp:revision>
  <dcterms:created xsi:type="dcterms:W3CDTF">2025-07-28T03:18:00Z</dcterms:created>
  <dcterms:modified xsi:type="dcterms:W3CDTF">2025-10-25T08:47:04Z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912C7C0034FA48A2AD4CE2030F4E1804_13</vt:lpwstr>
  </property>
  <property fmtid="{D5CDD505-2E9C-101B-9397-08002B2CF9AE}" pid="3" name="KSOProductBuildVer">
    <vt:lpwstr>1033-12.2.0.23131</vt:lpwstr>
  </property>
</Properties>
</file>