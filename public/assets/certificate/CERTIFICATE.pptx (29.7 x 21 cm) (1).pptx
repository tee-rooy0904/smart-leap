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0693400" cy="7556500"/>
  <p:notesSz cx="6858000" cy="9144000"/>
  <p:embeddedFontLst>
    <p:embeddedFont>
      <p:font typeface="Montserrat" panose="00000500000000000000" pitchFamily="2" charset="0"/>
      <p:regular r:id="rId4"/>
    </p:embeddedFont>
    <p:embeddedFont>
      <p:font typeface="Montserrat Bold" panose="020B0604020202020204" charset="0"/>
      <p:regular r:id="rId5"/>
    </p:embeddedFont>
    <p:embeddedFont>
      <p:font typeface="The Seasons" panose="020B0604020202020204" charset="0"/>
      <p:regular r:id="rId6"/>
    </p:embeddedFont>
    <p:embeddedFont>
      <p:font typeface="The Seasons Bold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-950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55900" y="512763"/>
            <a:ext cx="36322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9961" y="-25684"/>
            <a:ext cx="11924628" cy="4070075"/>
          </a:xfrm>
          <a:custGeom>
            <a:avLst/>
            <a:gdLst/>
            <a:ahLst/>
            <a:cxnLst/>
            <a:rect l="l" t="t" r="r" b="b"/>
            <a:pathLst>
              <a:path w="11924628" h="4070075">
                <a:moveTo>
                  <a:pt x="0" y="0"/>
                </a:moveTo>
                <a:lnTo>
                  <a:pt x="11924628" y="0"/>
                </a:lnTo>
                <a:lnTo>
                  <a:pt x="11924628" y="4070074"/>
                </a:lnTo>
                <a:lnTo>
                  <a:pt x="0" y="40700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36" r="-163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563357" y="4196790"/>
            <a:ext cx="5609571" cy="9522"/>
            <a:chOff x="0" y="0"/>
            <a:chExt cx="7479429" cy="12696"/>
          </a:xfrm>
        </p:grpSpPr>
        <p:sp>
          <p:nvSpPr>
            <p:cNvPr id="4" name="Freeform 4"/>
            <p:cNvSpPr/>
            <p:nvPr/>
          </p:nvSpPr>
          <p:spPr>
            <a:xfrm>
              <a:off x="6350" y="0"/>
              <a:ext cx="7466711" cy="12700"/>
            </a:xfrm>
            <a:custGeom>
              <a:avLst/>
              <a:gdLst/>
              <a:ahLst/>
              <a:cxnLst/>
              <a:rect l="l" t="t" r="r" b="b"/>
              <a:pathLst>
                <a:path w="7466711" h="12700">
                  <a:moveTo>
                    <a:pt x="0" y="0"/>
                  </a:moveTo>
                  <a:lnTo>
                    <a:pt x="7466711" y="0"/>
                  </a:lnTo>
                  <a:lnTo>
                    <a:pt x="7466711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-963839" y="5050701"/>
            <a:ext cx="1379438" cy="381070"/>
          </a:xfrm>
          <a:custGeom>
            <a:avLst/>
            <a:gdLst/>
            <a:ahLst/>
            <a:cxnLst/>
            <a:rect l="l" t="t" r="r" b="b"/>
            <a:pathLst>
              <a:path w="1379438" h="381070">
                <a:moveTo>
                  <a:pt x="0" y="0"/>
                </a:moveTo>
                <a:lnTo>
                  <a:pt x="1379439" y="0"/>
                </a:lnTo>
                <a:lnTo>
                  <a:pt x="1379439" y="381070"/>
                </a:lnTo>
                <a:lnTo>
                  <a:pt x="0" y="3810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178" b="-117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47932" y="4984987"/>
            <a:ext cx="1379438" cy="381070"/>
          </a:xfrm>
          <a:custGeom>
            <a:avLst/>
            <a:gdLst/>
            <a:ahLst/>
            <a:cxnLst/>
            <a:rect l="l" t="t" r="r" b="b"/>
            <a:pathLst>
              <a:path w="1379438" h="381070">
                <a:moveTo>
                  <a:pt x="0" y="0"/>
                </a:moveTo>
                <a:lnTo>
                  <a:pt x="1379439" y="0"/>
                </a:lnTo>
                <a:lnTo>
                  <a:pt x="1379439" y="381070"/>
                </a:lnTo>
                <a:lnTo>
                  <a:pt x="0" y="3810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178" b="-1178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646741" y="4908733"/>
            <a:ext cx="458607" cy="104640"/>
          </a:xfrm>
          <a:custGeom>
            <a:avLst/>
            <a:gdLst/>
            <a:ahLst/>
            <a:cxnLst/>
            <a:rect l="l" t="t" r="r" b="b"/>
            <a:pathLst>
              <a:path w="458607" h="104640">
                <a:moveTo>
                  <a:pt x="0" y="0"/>
                </a:moveTo>
                <a:lnTo>
                  <a:pt x="458607" y="0"/>
                </a:lnTo>
                <a:lnTo>
                  <a:pt x="458607" y="104639"/>
                </a:lnTo>
                <a:lnTo>
                  <a:pt x="0" y="1046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2610" b="-12610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111565" y="1563620"/>
            <a:ext cx="3788720" cy="602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3"/>
              </a:lnSpc>
            </a:pPr>
            <a:r>
              <a:rPr lang="en-US" sz="3295" b="1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OF PARTICIPATION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01496" y="698651"/>
            <a:ext cx="5148225" cy="1094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53"/>
              </a:lnSpc>
            </a:pPr>
            <a:r>
              <a:rPr lang="en-US" sz="6038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CERTIFICATE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68118" y="2997946"/>
            <a:ext cx="5600049" cy="269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is hereby given to</a:t>
            </a:r>
          </a:p>
        </p:txBody>
      </p:sp>
      <p:grpSp>
        <p:nvGrpSpPr>
          <p:cNvPr id="11" name="Group 11"/>
          <p:cNvGrpSpPr/>
          <p:nvPr/>
        </p:nvGrpSpPr>
        <p:grpSpPr>
          <a:xfrm rot="-10800000">
            <a:off x="7229457" y="3474066"/>
            <a:ext cx="16719759" cy="6823516"/>
            <a:chOff x="0" y="0"/>
            <a:chExt cx="22293012" cy="909802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293072" cy="9098026"/>
            </a:xfrm>
            <a:custGeom>
              <a:avLst/>
              <a:gdLst/>
              <a:ahLst/>
              <a:cxnLst/>
              <a:rect l="l" t="t" r="r" b="b"/>
              <a:pathLst>
                <a:path w="22293072" h="9098026">
                  <a:moveTo>
                    <a:pt x="0" y="0"/>
                  </a:moveTo>
                  <a:lnTo>
                    <a:pt x="22293072" y="0"/>
                  </a:lnTo>
                  <a:lnTo>
                    <a:pt x="22293072" y="9098026"/>
                  </a:lnTo>
                  <a:lnTo>
                    <a:pt x="0" y="9098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66868" y="6701336"/>
            <a:ext cx="2163370" cy="882895"/>
            <a:chOff x="0" y="0"/>
            <a:chExt cx="2884493" cy="11771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84551" cy="1177163"/>
            </a:xfrm>
            <a:custGeom>
              <a:avLst/>
              <a:gdLst/>
              <a:ahLst/>
              <a:cxnLst/>
              <a:rect l="l" t="t" r="r" b="b"/>
              <a:pathLst>
                <a:path w="2884551" h="1177163">
                  <a:moveTo>
                    <a:pt x="0" y="0"/>
                  </a:moveTo>
                  <a:lnTo>
                    <a:pt x="2884551" y="0"/>
                  </a:lnTo>
                  <a:lnTo>
                    <a:pt x="2884551" y="1177163"/>
                  </a:lnTo>
                  <a:lnTo>
                    <a:pt x="0" y="1177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53" r="2" b="-55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-431112" y="310142"/>
            <a:ext cx="3949411" cy="2221543"/>
            <a:chOff x="0" y="0"/>
            <a:chExt cx="5265882" cy="296205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265928" cy="2962021"/>
            </a:xfrm>
            <a:custGeom>
              <a:avLst/>
              <a:gdLst/>
              <a:ahLst/>
              <a:cxnLst/>
              <a:rect l="l" t="t" r="r" b="b"/>
              <a:pathLst>
                <a:path w="5265928" h="2962021">
                  <a:moveTo>
                    <a:pt x="0" y="0"/>
                  </a:moveTo>
                  <a:lnTo>
                    <a:pt x="5265928" y="0"/>
                  </a:lnTo>
                  <a:lnTo>
                    <a:pt x="5265928" y="2962021"/>
                  </a:lnTo>
                  <a:lnTo>
                    <a:pt x="0" y="2962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b="-1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2501471" y="6563330"/>
            <a:ext cx="5600049" cy="452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GOLDA V. VERGARA-POCON, RSW, MSSW, CESE</a:t>
            </a:r>
          </a:p>
          <a:p>
            <a:pPr algn="ctr">
              <a:lnSpc>
                <a:spcPts val="1819"/>
              </a:lnSpc>
            </a:pPr>
            <a:r>
              <a:rPr lang="en-US" sz="12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CSWDO/CGDH II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38313" y="239857"/>
            <a:ext cx="4539491" cy="515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5"/>
              </a:lnSpc>
            </a:pPr>
            <a:r>
              <a:rPr lang="en-US" sz="7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Republic of the Philippines</a:t>
            </a:r>
          </a:p>
          <a:p>
            <a:pPr algn="ctr">
              <a:lnSpc>
                <a:spcPts val="1591"/>
              </a:lnSpc>
            </a:pPr>
            <a:r>
              <a:rPr lang="en-US" sz="1136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CITY SOCIAL WELFARE AND DEVELOPMENT DEPARTMENT</a:t>
            </a:r>
          </a:p>
          <a:p>
            <a:pPr algn="ctr">
              <a:lnSpc>
                <a:spcPts val="1274"/>
              </a:lnSpc>
            </a:pPr>
            <a:r>
              <a:rPr lang="en-US" sz="9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J. Rosales Avenue, Butuan City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-15141999" y="-3280046"/>
            <a:ext cx="16603556" cy="6776092"/>
            <a:chOff x="0" y="0"/>
            <a:chExt cx="22138075" cy="903478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2138132" cy="9034780"/>
            </a:xfrm>
            <a:custGeom>
              <a:avLst/>
              <a:gdLst/>
              <a:ahLst/>
              <a:cxnLst/>
              <a:rect l="l" t="t" r="r" b="b"/>
              <a:pathLst>
                <a:path w="22138132" h="9034780">
                  <a:moveTo>
                    <a:pt x="0" y="0"/>
                  </a:moveTo>
                  <a:lnTo>
                    <a:pt x="22138132" y="0"/>
                  </a:lnTo>
                  <a:lnTo>
                    <a:pt x="22138132" y="9034780"/>
                  </a:lnTo>
                  <a:lnTo>
                    <a:pt x="0" y="9034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1543594" y="4341889"/>
            <a:ext cx="8311118" cy="1291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dirty="0">
                <a:latin typeface="Montserrat Bold" panose="020B0604020202020204" charset="0"/>
              </a:rPr>
              <a:t>For actively participating in the Capacity-Building Activities of the Sustainable Market and Technology-Driven Livelihood and Employment Assistance Program (SMART LEAP) and for fulfilling the attendance requirements during the period leading up to the turnover of sub-projects and the provision of livelihood assistance to SMART LEAP beneficiaries.</a:t>
            </a:r>
          </a:p>
          <a:p>
            <a:pPr algn="ctr">
              <a:lnSpc>
                <a:spcPts val="1679"/>
              </a:lnSpc>
              <a:spcBef>
                <a:spcPct val="0"/>
              </a:spcBef>
            </a:pPr>
            <a:endParaRPr lang="en-US" sz="12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Given this 2</a:t>
            </a:r>
            <a:r>
              <a:rPr lang="en-US" sz="1200" b="1" baseline="30000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nd</a:t>
            </a:r>
            <a:r>
              <a:rPr lang="en-US" sz="12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day of January 2025, at Barangay </a:t>
            </a:r>
            <a:r>
              <a:rPr lang="en-US" sz="12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Doongan</a:t>
            </a:r>
            <a:r>
              <a:rPr lang="en-US" sz="1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Covered </a:t>
            </a:r>
            <a:r>
              <a:rPr lang="en-US" sz="12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Court, Butuan City.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-10499167" y="-1344321"/>
            <a:ext cx="16603556" cy="6776092"/>
            <a:chOff x="0" y="0"/>
            <a:chExt cx="22138075" cy="903478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138132" cy="9034780"/>
            </a:xfrm>
            <a:custGeom>
              <a:avLst/>
              <a:gdLst/>
              <a:ahLst/>
              <a:cxnLst/>
              <a:rect l="l" t="t" r="r" b="b"/>
              <a:pathLst>
                <a:path w="22138132" h="9034780">
                  <a:moveTo>
                    <a:pt x="0" y="0"/>
                  </a:moveTo>
                  <a:lnTo>
                    <a:pt x="22138132" y="0"/>
                  </a:lnTo>
                  <a:lnTo>
                    <a:pt x="22138132" y="9034780"/>
                  </a:lnTo>
                  <a:lnTo>
                    <a:pt x="0" y="9034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3934556" y="6160803"/>
            <a:ext cx="2733880" cy="855292"/>
            <a:chOff x="0" y="0"/>
            <a:chExt cx="3645174" cy="114038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645154" cy="1140333"/>
            </a:xfrm>
            <a:custGeom>
              <a:avLst/>
              <a:gdLst/>
              <a:ahLst/>
              <a:cxnLst/>
              <a:rect l="l" t="t" r="r" b="b"/>
              <a:pathLst>
                <a:path w="3645154" h="1140333">
                  <a:moveTo>
                    <a:pt x="0" y="0"/>
                  </a:moveTo>
                  <a:lnTo>
                    <a:pt x="3645154" y="0"/>
                  </a:lnTo>
                  <a:lnTo>
                    <a:pt x="3645154" y="1140333"/>
                  </a:lnTo>
                  <a:lnTo>
                    <a:pt x="0" y="1140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156" b="-16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107</Words>
  <Application>Microsoft Office PowerPoint</Application>
  <PresentationFormat>Custom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The Seasons Bold</vt:lpstr>
      <vt:lpstr>The Seasons</vt:lpstr>
      <vt:lpstr>Arial</vt:lpstr>
      <vt:lpstr>Montserrat</vt:lpstr>
      <vt:lpstr>Calibri</vt:lpstr>
      <vt:lpstr>Montserrat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CERTIFICATE.pptx (29.7 x 21 cm)</dc:title>
  <cp:lastModifiedBy>Maria Therese Vargas</cp:lastModifiedBy>
  <cp:revision>3</cp:revision>
  <dcterms:created xsi:type="dcterms:W3CDTF">2006-08-16T00:00:00Z</dcterms:created>
  <dcterms:modified xsi:type="dcterms:W3CDTF">2026-02-11T12:15:00Z</dcterms:modified>
  <dc:identifier>DAGzxSCNgOk</dc:identifier>
</cp:coreProperties>
</file>